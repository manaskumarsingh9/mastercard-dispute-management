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4"/>
    <p:sldMasterId id="2147483911" r:id="rId5"/>
  </p:sldMasterIdLst>
  <p:notesMasterIdLst>
    <p:notesMasterId r:id="rId17"/>
  </p:notesMasterIdLst>
  <p:sldIdLst>
    <p:sldId id="256" r:id="rId6"/>
    <p:sldId id="2147481062" r:id="rId7"/>
    <p:sldId id="2147481072" r:id="rId8"/>
    <p:sldId id="2147481082" r:id="rId9"/>
    <p:sldId id="2147481080" r:id="rId10"/>
    <p:sldId id="2147481073" r:id="rId11"/>
    <p:sldId id="2147481085" r:id="rId12"/>
    <p:sldId id="2145727212" r:id="rId13"/>
    <p:sldId id="2147481084" r:id="rId14"/>
    <p:sldId id="2147480468" r:id="rId15"/>
    <p:sldId id="214748050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78121F-948C-4760-8913-BAEFB48E34F1}">
          <p14:sldIdLst>
            <p14:sldId id="256"/>
            <p14:sldId id="2147481062"/>
            <p14:sldId id="2147481072"/>
            <p14:sldId id="2147481082"/>
            <p14:sldId id="2147481080"/>
            <p14:sldId id="2147481073"/>
            <p14:sldId id="2147481085"/>
            <p14:sldId id="2145727212"/>
            <p14:sldId id="2147481084"/>
            <p14:sldId id="2147480468"/>
            <p14:sldId id="2147480502"/>
          </p14:sldIdLst>
        </p14:section>
        <p14:section name="Appendix" id="{66D6016A-0F37-42CD-A304-C5DD3AB4EA95}">
          <p14:sldIdLst/>
        </p14:section>
      </p14:sectionLst>
    </p:ext>
    <p:ext uri="{EFAFB233-063F-42B5-8137-9DF3F51BA10A}">
      <p15:sldGuideLst xmlns:p15="http://schemas.microsoft.com/office/powerpoint/2012/main">
        <p15:guide id="1" orient="horz" pos="2208"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FF0FF"/>
    <a:srgbClr val="000000"/>
    <a:srgbClr val="E8EDF1"/>
    <a:srgbClr val="FFF4D9"/>
    <a:srgbClr val="EAE8E3"/>
    <a:srgbClr val="D4DCE5"/>
    <a:srgbClr val="F1F2F3"/>
    <a:srgbClr val="5D687E"/>
    <a:srgbClr val="C2D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928AF-F106-4F7F-8B86-AE03722942A6}" v="106" dt="2026-04-01T04:33:24.828"/>
  </p1510:revLst>
</p1510:revInfo>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644" y="128"/>
      </p:cViewPr>
      <p:guideLst>
        <p:guide orient="horz" pos="220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Singh (IND_PUN)" userId="ee69a424-c787-4788-bac8-5790ad11f21d" providerId="ADAL" clId="{4556DD79-04EA-4666-8625-D17CC79CABEB}"/>
    <pc:docChg chg="undo redo custSel addSld delSld modSld sldOrd modMainMaster modSection">
      <pc:chgData name="Manas Singh (IND_PUN)" userId="ee69a424-c787-4788-bac8-5790ad11f21d" providerId="ADAL" clId="{4556DD79-04EA-4666-8625-D17CC79CABEB}" dt="2026-04-01T06:13:53.250" v="6335" actId="20577"/>
      <pc:docMkLst>
        <pc:docMk/>
      </pc:docMkLst>
      <pc:sldChg chg="del ord">
        <pc:chgData name="Manas Singh (IND_PUN)" userId="ee69a424-c787-4788-bac8-5790ad11f21d" providerId="ADAL" clId="{4556DD79-04EA-4666-8625-D17CC79CABEB}" dt="2026-03-31T10:50:19.171" v="379" actId="2696"/>
        <pc:sldMkLst>
          <pc:docMk/>
          <pc:sldMk cId="1671620528" sldId="272"/>
        </pc:sldMkLst>
      </pc:sldChg>
      <pc:sldChg chg="del">
        <pc:chgData name="Manas Singh (IND_PUN)" userId="ee69a424-c787-4788-bac8-5790ad11f21d" providerId="ADAL" clId="{4556DD79-04EA-4666-8625-D17CC79CABEB}" dt="2026-04-01T01:28:54.173" v="4052" actId="47"/>
        <pc:sldMkLst>
          <pc:docMk/>
          <pc:sldMk cId="4151633910" sldId="306"/>
        </pc:sldMkLst>
      </pc:sldChg>
      <pc:sldChg chg="addSp delSp modSp mod ord setBg">
        <pc:chgData name="Manas Singh (IND_PUN)" userId="ee69a424-c787-4788-bac8-5790ad11f21d" providerId="ADAL" clId="{4556DD79-04EA-4666-8625-D17CC79CABEB}" dt="2026-03-31T17:23:14.191" v="3749" actId="1038"/>
        <pc:sldMkLst>
          <pc:docMk/>
          <pc:sldMk cId="1334246273" sldId="2145727212"/>
        </pc:sldMkLst>
        <pc:spChg chg="mod">
          <ac:chgData name="Manas Singh (IND_PUN)" userId="ee69a424-c787-4788-bac8-5790ad11f21d" providerId="ADAL" clId="{4556DD79-04EA-4666-8625-D17CC79CABEB}" dt="2026-03-31T17:07:36.030" v="3092" actId="20577"/>
          <ac:spMkLst>
            <pc:docMk/>
            <pc:sldMk cId="1334246273" sldId="2145727212"/>
            <ac:spMk id="2" creationId="{33393E41-8AF0-EC6D-D678-095AC64A2DF5}"/>
          </ac:spMkLst>
        </pc:spChg>
        <pc:spChg chg="mod">
          <ac:chgData name="Manas Singh (IND_PUN)" userId="ee69a424-c787-4788-bac8-5790ad11f21d" providerId="ADAL" clId="{4556DD79-04EA-4666-8625-D17CC79CABEB}" dt="2026-03-31T16:46:15.258" v="2212" actId="20577"/>
          <ac:spMkLst>
            <pc:docMk/>
            <pc:sldMk cId="1334246273" sldId="2145727212"/>
            <ac:spMk id="3" creationId="{75B2F7A1-29AE-2D9D-80DF-F30C8980F534}"/>
          </ac:spMkLst>
        </pc:spChg>
        <pc:spChg chg="add del mod">
          <ac:chgData name="Manas Singh (IND_PUN)" userId="ee69a424-c787-4788-bac8-5790ad11f21d" providerId="ADAL" clId="{4556DD79-04EA-4666-8625-D17CC79CABEB}" dt="2026-03-31T17:22:29.243" v="3741" actId="478"/>
          <ac:spMkLst>
            <pc:docMk/>
            <pc:sldMk cId="1334246273" sldId="2145727212"/>
            <ac:spMk id="4" creationId="{1326DFA6-292C-DC6E-557C-2350BAF03EA9}"/>
          </ac:spMkLst>
        </pc:spChg>
        <pc:spChg chg="del mod">
          <ac:chgData name="Manas Singh (IND_PUN)" userId="ee69a424-c787-4788-bac8-5790ad11f21d" providerId="ADAL" clId="{4556DD79-04EA-4666-8625-D17CC79CABEB}" dt="2026-03-31T16:35:52.399" v="1455" actId="478"/>
          <ac:spMkLst>
            <pc:docMk/>
            <pc:sldMk cId="1334246273" sldId="2145727212"/>
            <ac:spMk id="5" creationId="{EA343EA3-74FE-85CB-E2E2-970CAD490356}"/>
          </ac:spMkLst>
        </pc:spChg>
        <pc:spChg chg="add mod">
          <ac:chgData name="Manas Singh (IND_PUN)" userId="ee69a424-c787-4788-bac8-5790ad11f21d" providerId="ADAL" clId="{4556DD79-04EA-4666-8625-D17CC79CABEB}" dt="2026-03-31T16:47:29.908" v="2320" actId="1037"/>
          <ac:spMkLst>
            <pc:docMk/>
            <pc:sldMk cId="1334246273" sldId="2145727212"/>
            <ac:spMk id="6" creationId="{50889D28-2967-22DA-3D0D-CB46FAC509C1}"/>
          </ac:spMkLst>
        </pc:spChg>
        <pc:spChg chg="del mod">
          <ac:chgData name="Manas Singh (IND_PUN)" userId="ee69a424-c787-4788-bac8-5790ad11f21d" providerId="ADAL" clId="{4556DD79-04EA-4666-8625-D17CC79CABEB}" dt="2026-03-31T16:59:37.751" v="3054" actId="478"/>
          <ac:spMkLst>
            <pc:docMk/>
            <pc:sldMk cId="1334246273" sldId="2145727212"/>
            <ac:spMk id="7" creationId="{E08B271F-28F0-E8F8-705D-6493080BC1B1}"/>
          </ac:spMkLst>
        </pc:spChg>
        <pc:spChg chg="add mod">
          <ac:chgData name="Manas Singh (IND_PUN)" userId="ee69a424-c787-4788-bac8-5790ad11f21d" providerId="ADAL" clId="{4556DD79-04EA-4666-8625-D17CC79CABEB}" dt="2026-03-31T16:47:47.218" v="2323" actId="1076"/>
          <ac:spMkLst>
            <pc:docMk/>
            <pc:sldMk cId="1334246273" sldId="2145727212"/>
            <ac:spMk id="8" creationId="{496E2357-5D7C-383F-D259-CB020F340733}"/>
          </ac:spMkLst>
        </pc:spChg>
        <pc:spChg chg="del mod">
          <ac:chgData name="Manas Singh (IND_PUN)" userId="ee69a424-c787-4788-bac8-5790ad11f21d" providerId="ADAL" clId="{4556DD79-04EA-4666-8625-D17CC79CABEB}" dt="2026-03-31T17:22:29.243" v="3741" actId="478"/>
          <ac:spMkLst>
            <pc:docMk/>
            <pc:sldMk cId="1334246273" sldId="2145727212"/>
            <ac:spMk id="9" creationId="{6F638349-DF71-8E8B-401B-3670394B9F70}"/>
          </ac:spMkLst>
        </pc:spChg>
        <pc:spChg chg="add mod">
          <ac:chgData name="Manas Singh (IND_PUN)" userId="ee69a424-c787-4788-bac8-5790ad11f21d" providerId="ADAL" clId="{4556DD79-04EA-4666-8625-D17CC79CABEB}" dt="2026-03-31T17:09:28.495" v="3207" actId="1035"/>
          <ac:spMkLst>
            <pc:docMk/>
            <pc:sldMk cId="1334246273" sldId="2145727212"/>
            <ac:spMk id="10" creationId="{209A651D-6550-5D80-F26E-6D785D2FDB5F}"/>
          </ac:spMkLst>
        </pc:spChg>
        <pc:spChg chg="add mod">
          <ac:chgData name="Manas Singh (IND_PUN)" userId="ee69a424-c787-4788-bac8-5790ad11f21d" providerId="ADAL" clId="{4556DD79-04EA-4666-8625-D17CC79CABEB}" dt="2026-03-31T16:57:30.115" v="3035" actId="1076"/>
          <ac:spMkLst>
            <pc:docMk/>
            <pc:sldMk cId="1334246273" sldId="2145727212"/>
            <ac:spMk id="11" creationId="{C8A61197-1E7B-4B05-8F18-32481F4EB073}"/>
          </ac:spMkLst>
        </pc:spChg>
        <pc:spChg chg="add mod">
          <ac:chgData name="Manas Singh (IND_PUN)" userId="ee69a424-c787-4788-bac8-5790ad11f21d" providerId="ADAL" clId="{4556DD79-04EA-4666-8625-D17CC79CABEB}" dt="2026-03-31T16:59:29.526" v="3052" actId="1035"/>
          <ac:spMkLst>
            <pc:docMk/>
            <pc:sldMk cId="1334246273" sldId="2145727212"/>
            <ac:spMk id="15" creationId="{7B9FD7C3-FF0C-92ED-2846-BCDBF824167E}"/>
          </ac:spMkLst>
        </pc:spChg>
        <pc:spChg chg="add mod">
          <ac:chgData name="Manas Singh (IND_PUN)" userId="ee69a424-c787-4788-bac8-5790ad11f21d" providerId="ADAL" clId="{4556DD79-04EA-4666-8625-D17CC79CABEB}" dt="2026-03-31T17:23:03.639" v="3745" actId="14100"/>
          <ac:spMkLst>
            <pc:docMk/>
            <pc:sldMk cId="1334246273" sldId="2145727212"/>
            <ac:spMk id="17" creationId="{2C4ABE03-603D-7639-1976-380E3A1FB95A}"/>
          </ac:spMkLst>
        </pc:spChg>
        <pc:spChg chg="add mod">
          <ac:chgData name="Manas Singh (IND_PUN)" userId="ee69a424-c787-4788-bac8-5790ad11f21d" providerId="ADAL" clId="{4556DD79-04EA-4666-8625-D17CC79CABEB}" dt="2026-03-31T17:23:14.191" v="3749" actId="1038"/>
          <ac:spMkLst>
            <pc:docMk/>
            <pc:sldMk cId="1334246273" sldId="2145727212"/>
            <ac:spMk id="18" creationId="{B40E42CD-6EE7-E248-6254-0168A6A4833A}"/>
          </ac:spMkLst>
        </pc:spChg>
        <pc:spChg chg="add mod">
          <ac:chgData name="Manas Singh (IND_PUN)" userId="ee69a424-c787-4788-bac8-5790ad11f21d" providerId="ADAL" clId="{4556DD79-04EA-4666-8625-D17CC79CABEB}" dt="2026-03-31T17:22:49.824" v="3743" actId="1076"/>
          <ac:spMkLst>
            <pc:docMk/>
            <pc:sldMk cId="1334246273" sldId="2145727212"/>
            <ac:spMk id="19" creationId="{40DF5C8A-F15B-7778-2DA2-40936F80D768}"/>
          </ac:spMkLst>
        </pc:spChg>
        <pc:spChg chg="mod">
          <ac:chgData name="Manas Singh (IND_PUN)" userId="ee69a424-c787-4788-bac8-5790ad11f21d" providerId="ADAL" clId="{4556DD79-04EA-4666-8625-D17CC79CABEB}" dt="2026-03-31T17:09:28.495" v="3207" actId="1035"/>
          <ac:spMkLst>
            <pc:docMk/>
            <pc:sldMk cId="1334246273" sldId="2145727212"/>
            <ac:spMk id="41" creationId="{797AA442-1EE8-DF84-E9C9-FB0184410821}"/>
          </ac:spMkLst>
        </pc:spChg>
        <pc:spChg chg="mod">
          <ac:chgData name="Manas Singh (IND_PUN)" userId="ee69a424-c787-4788-bac8-5790ad11f21d" providerId="ADAL" clId="{4556DD79-04EA-4666-8625-D17CC79CABEB}" dt="2026-03-31T16:42:57.565" v="1947" actId="108"/>
          <ac:spMkLst>
            <pc:docMk/>
            <pc:sldMk cId="1334246273" sldId="2145727212"/>
            <ac:spMk id="43" creationId="{B6904CBB-B764-EC17-9E80-7F66E352F0C2}"/>
          </ac:spMkLst>
        </pc:spChg>
        <pc:spChg chg="mod">
          <ac:chgData name="Manas Singh (IND_PUN)" userId="ee69a424-c787-4788-bac8-5790ad11f21d" providerId="ADAL" clId="{4556DD79-04EA-4666-8625-D17CC79CABEB}" dt="2026-03-31T17:09:28.495" v="3207" actId="1035"/>
          <ac:spMkLst>
            <pc:docMk/>
            <pc:sldMk cId="1334246273" sldId="2145727212"/>
            <ac:spMk id="45" creationId="{D1126A02-8CE8-C2FB-0762-64492CDA9D67}"/>
          </ac:spMkLst>
        </pc:spChg>
        <pc:spChg chg="mod">
          <ac:chgData name="Manas Singh (IND_PUN)" userId="ee69a424-c787-4788-bac8-5790ad11f21d" providerId="ADAL" clId="{4556DD79-04EA-4666-8625-D17CC79CABEB}" dt="2026-03-31T16:37:01.786" v="1507" actId="1076"/>
          <ac:spMkLst>
            <pc:docMk/>
            <pc:sldMk cId="1334246273" sldId="2145727212"/>
            <ac:spMk id="47" creationId="{E5C5223B-4034-44FF-5749-272556BE32DF}"/>
          </ac:spMkLst>
        </pc:spChg>
        <pc:spChg chg="mod">
          <ac:chgData name="Manas Singh (IND_PUN)" userId="ee69a424-c787-4788-bac8-5790ad11f21d" providerId="ADAL" clId="{4556DD79-04EA-4666-8625-D17CC79CABEB}" dt="2026-03-31T16:41:35.350" v="1926" actId="14100"/>
          <ac:spMkLst>
            <pc:docMk/>
            <pc:sldMk cId="1334246273" sldId="2145727212"/>
            <ac:spMk id="49" creationId="{A060A067-F883-7C9D-6E68-E4812CE6A1D0}"/>
          </ac:spMkLst>
        </pc:spChg>
        <pc:spChg chg="mod">
          <ac:chgData name="Manas Singh (IND_PUN)" userId="ee69a424-c787-4788-bac8-5790ad11f21d" providerId="ADAL" clId="{4556DD79-04EA-4666-8625-D17CC79CABEB}" dt="2026-03-31T16:43:14.084" v="1948" actId="108"/>
          <ac:spMkLst>
            <pc:docMk/>
            <pc:sldMk cId="1334246273" sldId="2145727212"/>
            <ac:spMk id="51" creationId="{5A4BA978-7056-5597-7F6A-8F5AEF41A1E9}"/>
          </ac:spMkLst>
        </pc:spChg>
        <pc:spChg chg="mod">
          <ac:chgData name="Manas Singh (IND_PUN)" userId="ee69a424-c787-4788-bac8-5790ad11f21d" providerId="ADAL" clId="{4556DD79-04EA-4666-8625-D17CC79CABEB}" dt="2026-03-31T17:09:28.495" v="3207" actId="1035"/>
          <ac:spMkLst>
            <pc:docMk/>
            <pc:sldMk cId="1334246273" sldId="2145727212"/>
            <ac:spMk id="53" creationId="{A739534E-F577-7748-C352-08EFD35BE620}"/>
          </ac:spMkLst>
        </pc:spChg>
        <pc:spChg chg="del mod">
          <ac:chgData name="Manas Singh (IND_PUN)" userId="ee69a424-c787-4788-bac8-5790ad11f21d" providerId="ADAL" clId="{4556DD79-04EA-4666-8625-D17CC79CABEB}" dt="2026-03-31T17:22:29.243" v="3741" actId="478"/>
          <ac:spMkLst>
            <pc:docMk/>
            <pc:sldMk cId="1334246273" sldId="2145727212"/>
            <ac:spMk id="57" creationId="{B349F8D5-A5BE-44A9-821B-B924F00DD00D}"/>
          </ac:spMkLst>
        </pc:spChg>
        <pc:spChg chg="del">
          <ac:chgData name="Manas Singh (IND_PUN)" userId="ee69a424-c787-4788-bac8-5790ad11f21d" providerId="ADAL" clId="{4556DD79-04EA-4666-8625-D17CC79CABEB}" dt="2026-03-31T16:48:11.201" v="2327" actId="478"/>
          <ac:spMkLst>
            <pc:docMk/>
            <pc:sldMk cId="1334246273" sldId="2145727212"/>
            <ac:spMk id="58" creationId="{09CEF6F5-39CF-42E7-B450-F691D2E78357}"/>
          </ac:spMkLst>
        </pc:spChg>
        <pc:spChg chg="add del">
          <ac:chgData name="Manas Singh (IND_PUN)" userId="ee69a424-c787-4788-bac8-5790ad11f21d" providerId="ADAL" clId="{4556DD79-04EA-4666-8625-D17CC79CABEB}" dt="2026-03-31T16:57:21.887" v="3033" actId="21"/>
          <ac:spMkLst>
            <pc:docMk/>
            <pc:sldMk cId="1334246273" sldId="2145727212"/>
            <ac:spMk id="59" creationId="{C8A61197-1E7B-4B05-8F18-32481F4EB073}"/>
          </ac:spMkLst>
        </pc:spChg>
        <pc:spChg chg="del">
          <ac:chgData name="Manas Singh (IND_PUN)" userId="ee69a424-c787-4788-bac8-5790ad11f21d" providerId="ADAL" clId="{4556DD79-04EA-4666-8625-D17CC79CABEB}" dt="2026-03-31T16:47:52.840" v="2324" actId="478"/>
          <ac:spMkLst>
            <pc:docMk/>
            <pc:sldMk cId="1334246273" sldId="2145727212"/>
            <ac:spMk id="60" creationId="{C6BF568B-AAFB-4429-A01B-01102D7B446E}"/>
          </ac:spMkLst>
        </pc:spChg>
        <pc:spChg chg="del">
          <ac:chgData name="Manas Singh (IND_PUN)" userId="ee69a424-c787-4788-bac8-5790ad11f21d" providerId="ADAL" clId="{4556DD79-04EA-4666-8625-D17CC79CABEB}" dt="2026-03-31T16:47:05.820" v="2223" actId="478"/>
          <ac:spMkLst>
            <pc:docMk/>
            <pc:sldMk cId="1334246273" sldId="2145727212"/>
            <ac:spMk id="61" creationId="{94AAC8F0-912E-429B-BA7D-47B05D20E16C}"/>
          </ac:spMkLst>
        </pc:spChg>
        <pc:spChg chg="del">
          <ac:chgData name="Manas Singh (IND_PUN)" userId="ee69a424-c787-4788-bac8-5790ad11f21d" providerId="ADAL" clId="{4556DD79-04EA-4666-8625-D17CC79CABEB}" dt="2026-03-31T16:59:34.484" v="3053" actId="478"/>
          <ac:spMkLst>
            <pc:docMk/>
            <pc:sldMk cId="1334246273" sldId="2145727212"/>
            <ac:spMk id="62" creationId="{CD677CBB-3468-44E3-B92C-AF68E652F147}"/>
          </ac:spMkLst>
        </pc:spChg>
        <pc:spChg chg="del">
          <ac:chgData name="Manas Singh (IND_PUN)" userId="ee69a424-c787-4788-bac8-5790ad11f21d" providerId="ADAL" clId="{4556DD79-04EA-4666-8625-D17CC79CABEB}" dt="2026-03-31T16:57:42.145" v="3037" actId="478"/>
          <ac:spMkLst>
            <pc:docMk/>
            <pc:sldMk cId="1334246273" sldId="2145727212"/>
            <ac:spMk id="63" creationId="{947BBFC1-F958-4E8E-A020-E5E70D93302A}"/>
          </ac:spMkLst>
        </pc:spChg>
        <pc:spChg chg="del mod">
          <ac:chgData name="Manas Singh (IND_PUN)" userId="ee69a424-c787-4788-bac8-5790ad11f21d" providerId="ADAL" clId="{4556DD79-04EA-4666-8625-D17CC79CABEB}" dt="2026-03-31T16:57:32.414" v="3036" actId="478"/>
          <ac:spMkLst>
            <pc:docMk/>
            <pc:sldMk cId="1334246273" sldId="2145727212"/>
            <ac:spMk id="64" creationId="{FAC3D859-D115-42B0-9F39-D745D022B4C3}"/>
          </ac:spMkLst>
        </pc:spChg>
        <pc:spChg chg="del">
          <ac:chgData name="Manas Singh (IND_PUN)" userId="ee69a424-c787-4788-bac8-5790ad11f21d" providerId="ADAL" clId="{4556DD79-04EA-4666-8625-D17CC79CABEB}" dt="2026-03-31T16:59:51.958" v="3057" actId="478"/>
          <ac:spMkLst>
            <pc:docMk/>
            <pc:sldMk cId="1334246273" sldId="2145727212"/>
            <ac:spMk id="67" creationId="{D19B47C1-B1B7-46E3-8381-D2943EBB0566}"/>
          </ac:spMkLst>
        </pc:spChg>
        <pc:spChg chg="del">
          <ac:chgData name="Manas Singh (IND_PUN)" userId="ee69a424-c787-4788-bac8-5790ad11f21d" providerId="ADAL" clId="{4556DD79-04EA-4666-8625-D17CC79CABEB}" dt="2026-03-31T16:59:51.958" v="3057" actId="478"/>
          <ac:spMkLst>
            <pc:docMk/>
            <pc:sldMk cId="1334246273" sldId="2145727212"/>
            <ac:spMk id="68" creationId="{AE13D3A3-A81C-419E-B92A-B3CBC822A7D7}"/>
          </ac:spMkLst>
        </pc:spChg>
        <pc:spChg chg="del">
          <ac:chgData name="Manas Singh (IND_PUN)" userId="ee69a424-c787-4788-bac8-5790ad11f21d" providerId="ADAL" clId="{4556DD79-04EA-4666-8625-D17CC79CABEB}" dt="2026-03-31T16:59:51.958" v="3057" actId="478"/>
          <ac:spMkLst>
            <pc:docMk/>
            <pc:sldMk cId="1334246273" sldId="2145727212"/>
            <ac:spMk id="69" creationId="{B647537E-9D1D-4D3D-A2CE-2B85449B5B7D}"/>
          </ac:spMkLst>
        </pc:spChg>
        <pc:spChg chg="mod">
          <ac:chgData name="Manas Singh (IND_PUN)" userId="ee69a424-c787-4788-bac8-5790ad11f21d" providerId="ADAL" clId="{4556DD79-04EA-4666-8625-D17CC79CABEB}" dt="2026-03-31T16:52:15.201" v="2563" actId="313"/>
          <ac:spMkLst>
            <pc:docMk/>
            <pc:sldMk cId="1334246273" sldId="2145727212"/>
            <ac:spMk id="100" creationId="{7081D652-3527-1A9B-D059-CAF8572E9216}"/>
          </ac:spMkLst>
        </pc:spChg>
        <pc:spChg chg="mod">
          <ac:chgData name="Manas Singh (IND_PUN)" userId="ee69a424-c787-4788-bac8-5790ad11f21d" providerId="ADAL" clId="{4556DD79-04EA-4666-8625-D17CC79CABEB}" dt="2026-03-31T16:51:11.711" v="2430" actId="1036"/>
          <ac:spMkLst>
            <pc:docMk/>
            <pc:sldMk cId="1334246273" sldId="2145727212"/>
            <ac:spMk id="102" creationId="{E837AD46-DB72-0654-709F-FFE5A7BEE863}"/>
          </ac:spMkLst>
        </pc:spChg>
        <pc:spChg chg="mod">
          <ac:chgData name="Manas Singh (IND_PUN)" userId="ee69a424-c787-4788-bac8-5790ad11f21d" providerId="ADAL" clId="{4556DD79-04EA-4666-8625-D17CC79CABEB}" dt="2026-03-31T17:09:28.495" v="3207" actId="1035"/>
          <ac:spMkLst>
            <pc:docMk/>
            <pc:sldMk cId="1334246273" sldId="2145727212"/>
            <ac:spMk id="103" creationId="{ECE7D2FD-C343-191E-E023-22475E0C0BCC}"/>
          </ac:spMkLst>
        </pc:spChg>
        <pc:spChg chg="mod">
          <ac:chgData name="Manas Singh (IND_PUN)" userId="ee69a424-c787-4788-bac8-5790ad11f21d" providerId="ADAL" clId="{4556DD79-04EA-4666-8625-D17CC79CABEB}" dt="2026-03-31T17:09:28.495" v="3207" actId="1035"/>
          <ac:spMkLst>
            <pc:docMk/>
            <pc:sldMk cId="1334246273" sldId="2145727212"/>
            <ac:spMk id="105" creationId="{A9D85055-EF99-2211-F6E2-55060D27642A}"/>
          </ac:spMkLst>
        </pc:spChg>
        <pc:spChg chg="mod">
          <ac:chgData name="Manas Singh (IND_PUN)" userId="ee69a424-c787-4788-bac8-5790ad11f21d" providerId="ADAL" clId="{4556DD79-04EA-4666-8625-D17CC79CABEB}" dt="2026-03-31T16:57:00.620" v="3030" actId="20577"/>
          <ac:spMkLst>
            <pc:docMk/>
            <pc:sldMk cId="1334246273" sldId="2145727212"/>
            <ac:spMk id="106" creationId="{EDDC9265-D41A-0A7C-C36C-831E77E4B16E}"/>
          </ac:spMkLst>
        </pc:spChg>
        <pc:spChg chg="mod">
          <ac:chgData name="Manas Singh (IND_PUN)" userId="ee69a424-c787-4788-bac8-5790ad11f21d" providerId="ADAL" clId="{4556DD79-04EA-4666-8625-D17CC79CABEB}" dt="2026-03-31T17:09:28.495" v="3207" actId="1035"/>
          <ac:spMkLst>
            <pc:docMk/>
            <pc:sldMk cId="1334246273" sldId="2145727212"/>
            <ac:spMk id="123" creationId="{90E8DFA1-7166-B147-226D-F663ED2EB097}"/>
          </ac:spMkLst>
        </pc:spChg>
        <pc:spChg chg="del">
          <ac:chgData name="Manas Singh (IND_PUN)" userId="ee69a424-c787-4788-bac8-5790ad11f21d" providerId="ADAL" clId="{4556DD79-04EA-4666-8625-D17CC79CABEB}" dt="2026-03-31T16:57:52.268" v="3039" actId="478"/>
          <ac:spMkLst>
            <pc:docMk/>
            <pc:sldMk cId="1334246273" sldId="2145727212"/>
            <ac:spMk id="144" creationId="{EBF22A09-7FFD-D42E-3815-5DA9A23F6A63}"/>
          </ac:spMkLst>
        </pc:spChg>
        <pc:spChg chg="del">
          <ac:chgData name="Manas Singh (IND_PUN)" userId="ee69a424-c787-4788-bac8-5790ad11f21d" providerId="ADAL" clId="{4556DD79-04EA-4666-8625-D17CC79CABEB}" dt="2026-03-31T16:57:48.095" v="3038" actId="478"/>
          <ac:spMkLst>
            <pc:docMk/>
            <pc:sldMk cId="1334246273" sldId="2145727212"/>
            <ac:spMk id="146" creationId="{B650A4A1-1348-37C4-4E85-A6BC97298D9A}"/>
          </ac:spMkLst>
        </pc:spChg>
        <pc:spChg chg="del">
          <ac:chgData name="Manas Singh (IND_PUN)" userId="ee69a424-c787-4788-bac8-5790ad11f21d" providerId="ADAL" clId="{4556DD79-04EA-4666-8625-D17CC79CABEB}" dt="2026-03-31T16:59:42.290" v="3055" actId="478"/>
          <ac:spMkLst>
            <pc:docMk/>
            <pc:sldMk cId="1334246273" sldId="2145727212"/>
            <ac:spMk id="147" creationId="{63A766E1-37E3-2428-B6A2-7251911BD68C}"/>
          </ac:spMkLst>
        </pc:spChg>
        <pc:spChg chg="del">
          <ac:chgData name="Manas Singh (IND_PUN)" userId="ee69a424-c787-4788-bac8-5790ad11f21d" providerId="ADAL" clId="{4556DD79-04EA-4666-8625-D17CC79CABEB}" dt="2026-03-31T16:58:05.970" v="3042" actId="478"/>
          <ac:spMkLst>
            <pc:docMk/>
            <pc:sldMk cId="1334246273" sldId="2145727212"/>
            <ac:spMk id="149" creationId="{0472DA4B-EB0D-B094-A55B-DCF4526C48A6}"/>
          </ac:spMkLst>
        </pc:spChg>
        <pc:spChg chg="del">
          <ac:chgData name="Manas Singh (IND_PUN)" userId="ee69a424-c787-4788-bac8-5790ad11f21d" providerId="ADAL" clId="{4556DD79-04EA-4666-8625-D17CC79CABEB}" dt="2026-03-31T16:59:51.958" v="3057" actId="478"/>
          <ac:spMkLst>
            <pc:docMk/>
            <pc:sldMk cId="1334246273" sldId="2145727212"/>
            <ac:spMk id="168" creationId="{461438EB-0429-DF6E-645E-FEBF5284462C}"/>
          </ac:spMkLst>
        </pc:spChg>
        <pc:spChg chg="del mod">
          <ac:chgData name="Manas Singh (IND_PUN)" userId="ee69a424-c787-4788-bac8-5790ad11f21d" providerId="ADAL" clId="{4556DD79-04EA-4666-8625-D17CC79CABEB}" dt="2026-03-31T16:59:51.958" v="3057" actId="478"/>
          <ac:spMkLst>
            <pc:docMk/>
            <pc:sldMk cId="1334246273" sldId="2145727212"/>
            <ac:spMk id="170" creationId="{D6E45485-EC46-31A6-D1F3-CA2A86D71859}"/>
          </ac:spMkLst>
        </pc:spChg>
        <pc:spChg chg="del">
          <ac:chgData name="Manas Singh (IND_PUN)" userId="ee69a424-c787-4788-bac8-5790ad11f21d" providerId="ADAL" clId="{4556DD79-04EA-4666-8625-D17CC79CABEB}" dt="2026-03-31T16:59:51.958" v="3057" actId="478"/>
          <ac:spMkLst>
            <pc:docMk/>
            <pc:sldMk cId="1334246273" sldId="2145727212"/>
            <ac:spMk id="177" creationId="{2DE3888C-EAA4-D73E-5ABF-887A780ED35E}"/>
          </ac:spMkLst>
        </pc:spChg>
        <pc:spChg chg="del">
          <ac:chgData name="Manas Singh (IND_PUN)" userId="ee69a424-c787-4788-bac8-5790ad11f21d" providerId="ADAL" clId="{4556DD79-04EA-4666-8625-D17CC79CABEB}" dt="2026-03-31T16:59:51.958" v="3057" actId="478"/>
          <ac:spMkLst>
            <pc:docMk/>
            <pc:sldMk cId="1334246273" sldId="2145727212"/>
            <ac:spMk id="179" creationId="{C0F7BB15-02FD-B137-865C-04A41E202C2A}"/>
          </ac:spMkLst>
        </pc:spChg>
        <pc:spChg chg="del">
          <ac:chgData name="Manas Singh (IND_PUN)" userId="ee69a424-c787-4788-bac8-5790ad11f21d" providerId="ADAL" clId="{4556DD79-04EA-4666-8625-D17CC79CABEB}" dt="2026-03-31T16:59:51.958" v="3057" actId="478"/>
          <ac:spMkLst>
            <pc:docMk/>
            <pc:sldMk cId="1334246273" sldId="2145727212"/>
            <ac:spMk id="180" creationId="{52837531-FF19-D346-7BA0-FBDAE4AEAA29}"/>
          </ac:spMkLst>
        </pc:spChg>
        <pc:spChg chg="del">
          <ac:chgData name="Manas Singh (IND_PUN)" userId="ee69a424-c787-4788-bac8-5790ad11f21d" providerId="ADAL" clId="{4556DD79-04EA-4666-8625-D17CC79CABEB}" dt="2026-03-31T16:59:51.958" v="3057" actId="478"/>
          <ac:spMkLst>
            <pc:docMk/>
            <pc:sldMk cId="1334246273" sldId="2145727212"/>
            <ac:spMk id="182" creationId="{302718B2-8A23-01C3-3CF1-5ED332478590}"/>
          </ac:spMkLst>
        </pc:spChg>
        <pc:spChg chg="mod">
          <ac:chgData name="Manas Singh (IND_PUN)" userId="ee69a424-c787-4788-bac8-5790ad11f21d" providerId="ADAL" clId="{4556DD79-04EA-4666-8625-D17CC79CABEB}" dt="2026-03-31T17:09:28.495" v="3207" actId="1035"/>
          <ac:spMkLst>
            <pc:docMk/>
            <pc:sldMk cId="1334246273" sldId="2145727212"/>
            <ac:spMk id="199" creationId="{DF6A8E19-7B9E-2244-3FDE-6B8C04898387}"/>
          </ac:spMkLst>
        </pc:spChg>
        <pc:spChg chg="mod">
          <ac:chgData name="Manas Singh (IND_PUN)" userId="ee69a424-c787-4788-bac8-5790ad11f21d" providerId="ADAL" clId="{4556DD79-04EA-4666-8625-D17CC79CABEB}" dt="2026-03-31T16:43:41.041" v="1973" actId="20577"/>
          <ac:spMkLst>
            <pc:docMk/>
            <pc:sldMk cId="1334246273" sldId="2145727212"/>
            <ac:spMk id="200" creationId="{386AE0E9-32D4-9018-780A-7A72BDBD481D}"/>
          </ac:spMkLst>
        </pc:spChg>
        <pc:spChg chg="mod">
          <ac:chgData name="Manas Singh (IND_PUN)" userId="ee69a424-c787-4788-bac8-5790ad11f21d" providerId="ADAL" clId="{4556DD79-04EA-4666-8625-D17CC79CABEB}" dt="2026-03-31T16:43:58.071" v="1990" actId="20577"/>
          <ac:spMkLst>
            <pc:docMk/>
            <pc:sldMk cId="1334246273" sldId="2145727212"/>
            <ac:spMk id="203" creationId="{01539651-6640-654F-4BD2-1A2F9F5F574E}"/>
          </ac:spMkLst>
        </pc:spChg>
        <pc:graphicFrameChg chg="add mod modGraphic">
          <ac:chgData name="Manas Singh (IND_PUN)" userId="ee69a424-c787-4788-bac8-5790ad11f21d" providerId="ADAL" clId="{4556DD79-04EA-4666-8625-D17CC79CABEB}" dt="2026-03-31T17:09:14.067" v="3162" actId="1076"/>
          <ac:graphicFrameMkLst>
            <pc:docMk/>
            <pc:sldMk cId="1334246273" sldId="2145727212"/>
            <ac:graphicFrameMk id="16" creationId="{37D4638D-B070-576E-DE16-9B09687AB36A}"/>
          </ac:graphicFrameMkLst>
        </pc:graphicFrameChg>
        <pc:cxnChg chg="add del mod">
          <ac:chgData name="Manas Singh (IND_PUN)" userId="ee69a424-c787-4788-bac8-5790ad11f21d" providerId="ADAL" clId="{4556DD79-04EA-4666-8625-D17CC79CABEB}" dt="2026-03-31T16:58:24.041" v="3043" actId="14100"/>
          <ac:cxnSpMkLst>
            <pc:docMk/>
            <pc:sldMk cId="1334246273" sldId="2145727212"/>
            <ac:cxnSpMk id="56" creationId="{CE04361A-C952-449D-840F-E5E9D6379B77}"/>
          </ac:cxnSpMkLst>
        </pc:cxnChg>
      </pc:sldChg>
      <pc:sldChg chg="addSp delSp modSp mod ord">
        <pc:chgData name="Manas Singh (IND_PUN)" userId="ee69a424-c787-4788-bac8-5790ad11f21d" providerId="ADAL" clId="{4556DD79-04EA-4666-8625-D17CC79CABEB}" dt="2026-04-01T01:28:16.459" v="4051"/>
        <pc:sldMkLst>
          <pc:docMk/>
          <pc:sldMk cId="1660278298" sldId="2147480468"/>
        </pc:sldMkLst>
        <pc:spChg chg="mod">
          <ac:chgData name="Manas Singh (IND_PUN)" userId="ee69a424-c787-4788-bac8-5790ad11f21d" providerId="ADAL" clId="{4556DD79-04EA-4666-8625-D17CC79CABEB}" dt="2026-03-31T17:41:36.716" v="3827" actId="20577"/>
          <ac:spMkLst>
            <pc:docMk/>
            <pc:sldMk cId="1660278298" sldId="2147480468"/>
            <ac:spMk id="2" creationId="{52CD5F26-C980-A2A3-95AF-15623E1707E3}"/>
          </ac:spMkLst>
        </pc:spChg>
        <pc:spChg chg="mod">
          <ac:chgData name="Manas Singh (IND_PUN)" userId="ee69a424-c787-4788-bac8-5790ad11f21d" providerId="ADAL" clId="{4556DD79-04EA-4666-8625-D17CC79CABEB}" dt="2026-04-01T01:09:52.178" v="3970" actId="20577"/>
          <ac:spMkLst>
            <pc:docMk/>
            <pc:sldMk cId="1660278298" sldId="2147480468"/>
            <ac:spMk id="5" creationId="{26F51482-9F03-71DF-6CAE-F6E514D57959}"/>
          </ac:spMkLst>
        </pc:spChg>
        <pc:spChg chg="mod">
          <ac:chgData name="Manas Singh (IND_PUN)" userId="ee69a424-c787-4788-bac8-5790ad11f21d" providerId="ADAL" clId="{4556DD79-04EA-4666-8625-D17CC79CABEB}" dt="2026-03-31T17:45:04.705" v="3871"/>
          <ac:spMkLst>
            <pc:docMk/>
            <pc:sldMk cId="1660278298" sldId="2147480468"/>
            <ac:spMk id="6" creationId="{89B14A95-C57B-2E08-C607-0E0ACDE9CC0A}"/>
          </ac:spMkLst>
        </pc:spChg>
        <pc:spChg chg="mod">
          <ac:chgData name="Manas Singh (IND_PUN)" userId="ee69a424-c787-4788-bac8-5790ad11f21d" providerId="ADAL" clId="{4556DD79-04EA-4666-8625-D17CC79CABEB}" dt="2026-04-01T01:26:25.308" v="4044" actId="14100"/>
          <ac:spMkLst>
            <pc:docMk/>
            <pc:sldMk cId="1660278298" sldId="2147480468"/>
            <ac:spMk id="7" creationId="{EB64E35A-36B1-4D04-58C4-E5B8D8B63256}"/>
          </ac:spMkLst>
        </pc:spChg>
        <pc:spChg chg="mod">
          <ac:chgData name="Manas Singh (IND_PUN)" userId="ee69a424-c787-4788-bac8-5790ad11f21d" providerId="ADAL" clId="{4556DD79-04EA-4666-8625-D17CC79CABEB}" dt="2026-04-01T01:27:08.049" v="4048" actId="1076"/>
          <ac:spMkLst>
            <pc:docMk/>
            <pc:sldMk cId="1660278298" sldId="2147480468"/>
            <ac:spMk id="9" creationId="{2CD593E1-D064-B4A9-613D-0D859CC43A64}"/>
          </ac:spMkLst>
        </pc:spChg>
        <pc:spChg chg="mod">
          <ac:chgData name="Manas Singh (IND_PUN)" userId="ee69a424-c787-4788-bac8-5790ad11f21d" providerId="ADAL" clId="{4556DD79-04EA-4666-8625-D17CC79CABEB}" dt="2026-04-01T01:26:16.734" v="4043" actId="1038"/>
          <ac:spMkLst>
            <pc:docMk/>
            <pc:sldMk cId="1660278298" sldId="2147480468"/>
            <ac:spMk id="10" creationId="{D1C6D7DB-88DE-2343-4588-7DB0461BC13A}"/>
          </ac:spMkLst>
        </pc:spChg>
        <pc:spChg chg="mod">
          <ac:chgData name="Manas Singh (IND_PUN)" userId="ee69a424-c787-4788-bac8-5790ad11f21d" providerId="ADAL" clId="{4556DD79-04EA-4666-8625-D17CC79CABEB}" dt="2026-03-31T17:43:02.858" v="3852" actId="108"/>
          <ac:spMkLst>
            <pc:docMk/>
            <pc:sldMk cId="1660278298" sldId="2147480468"/>
            <ac:spMk id="11" creationId="{7B21FCA8-9F35-C58A-2B6F-DF982A1FC724}"/>
          </ac:spMkLst>
        </pc:spChg>
        <pc:spChg chg="add mod">
          <ac:chgData name="Manas Singh (IND_PUN)" userId="ee69a424-c787-4788-bac8-5790ad11f21d" providerId="ADAL" clId="{4556DD79-04EA-4666-8625-D17CC79CABEB}" dt="2026-03-31T17:44:48.093" v="3869" actId="1076"/>
          <ac:spMkLst>
            <pc:docMk/>
            <pc:sldMk cId="1660278298" sldId="2147480468"/>
            <ac:spMk id="12" creationId="{F7E810D9-32EF-C293-ADF6-10C502E934E9}"/>
          </ac:spMkLst>
        </pc:spChg>
        <pc:spChg chg="del mod">
          <ac:chgData name="Manas Singh (IND_PUN)" userId="ee69a424-c787-4788-bac8-5790ad11f21d" providerId="ADAL" clId="{4556DD79-04EA-4666-8625-D17CC79CABEB}" dt="2026-04-01T01:25:53.101" v="3983" actId="478"/>
          <ac:spMkLst>
            <pc:docMk/>
            <pc:sldMk cId="1660278298" sldId="2147480468"/>
            <ac:spMk id="13" creationId="{B5B55E8E-5EB1-8F8A-408B-2EC7FBE644D9}"/>
          </ac:spMkLst>
        </pc:spChg>
        <pc:spChg chg="mod">
          <ac:chgData name="Manas Singh (IND_PUN)" userId="ee69a424-c787-4788-bac8-5790ad11f21d" providerId="ADAL" clId="{4556DD79-04EA-4666-8625-D17CC79CABEB}" dt="2026-04-01T01:26:44.609" v="4047" actId="1076"/>
          <ac:spMkLst>
            <pc:docMk/>
            <pc:sldMk cId="1660278298" sldId="2147480468"/>
            <ac:spMk id="17" creationId="{622614D3-E93D-55E8-CD8F-275E6AF39721}"/>
          </ac:spMkLst>
        </pc:spChg>
        <pc:spChg chg="add del">
          <ac:chgData name="Manas Singh (IND_PUN)" userId="ee69a424-c787-4788-bac8-5790ad11f21d" providerId="ADAL" clId="{4556DD79-04EA-4666-8625-D17CC79CABEB}" dt="2026-03-31T17:44:39.738" v="3867" actId="478"/>
          <ac:spMkLst>
            <pc:docMk/>
            <pc:sldMk cId="1660278298" sldId="2147480468"/>
            <ac:spMk id="19" creationId="{F0402CA0-72C5-0D74-31B9-4CCAB5D74F45}"/>
          </ac:spMkLst>
        </pc:spChg>
        <pc:spChg chg="mod">
          <ac:chgData name="Manas Singh (IND_PUN)" userId="ee69a424-c787-4788-bac8-5790ad11f21d" providerId="ADAL" clId="{4556DD79-04EA-4666-8625-D17CC79CABEB}" dt="2026-04-01T01:27:08.049" v="4048" actId="1076"/>
          <ac:spMkLst>
            <pc:docMk/>
            <pc:sldMk cId="1660278298" sldId="2147480468"/>
            <ac:spMk id="24" creationId="{6BFCDEEA-86EA-791B-DAAA-BE1B5E30D6FA}"/>
          </ac:spMkLst>
        </pc:spChg>
        <pc:spChg chg="mod">
          <ac:chgData name="Manas Singh (IND_PUN)" userId="ee69a424-c787-4788-bac8-5790ad11f21d" providerId="ADAL" clId="{4556DD79-04EA-4666-8625-D17CC79CABEB}" dt="2026-04-01T01:26:16.734" v="4043" actId="1038"/>
          <ac:spMkLst>
            <pc:docMk/>
            <pc:sldMk cId="1660278298" sldId="2147480468"/>
            <ac:spMk id="25" creationId="{76675D8D-5968-4463-F383-53D7D6D788ED}"/>
          </ac:spMkLst>
        </pc:spChg>
        <pc:spChg chg="del">
          <ac:chgData name="Manas Singh (IND_PUN)" userId="ee69a424-c787-4788-bac8-5790ad11f21d" providerId="ADAL" clId="{4556DD79-04EA-4666-8625-D17CC79CABEB}" dt="2026-04-01T01:27:37.682" v="4049" actId="478"/>
          <ac:spMkLst>
            <pc:docMk/>
            <pc:sldMk cId="1660278298" sldId="2147480468"/>
            <ac:spMk id="40" creationId="{83167EEA-43B5-3AB3-EC6D-3EE71B360781}"/>
          </ac:spMkLst>
        </pc:spChg>
        <pc:grpChg chg="del">
          <ac:chgData name="Manas Singh (IND_PUN)" userId="ee69a424-c787-4788-bac8-5790ad11f21d" providerId="ADAL" clId="{4556DD79-04EA-4666-8625-D17CC79CABEB}" dt="2026-04-01T01:25:57.343" v="3984" actId="478"/>
          <ac:grpSpMkLst>
            <pc:docMk/>
            <pc:sldMk cId="1660278298" sldId="2147480468"/>
            <ac:grpSpMk id="26" creationId="{64F0BEEE-7902-8487-50E8-FB8479BDCD0D}"/>
          </ac:grpSpMkLst>
        </pc:grpChg>
        <pc:graphicFrameChg chg="add mod">
          <ac:chgData name="Manas Singh (IND_PUN)" userId="ee69a424-c787-4788-bac8-5790ad11f21d" providerId="ADAL" clId="{4556DD79-04EA-4666-8625-D17CC79CABEB}" dt="2026-03-31T17:41:20.947" v="3819"/>
          <ac:graphicFrameMkLst>
            <pc:docMk/>
            <pc:sldMk cId="1660278298" sldId="2147480468"/>
            <ac:graphicFrameMk id="3" creationId="{6DB6246D-3939-5DC7-E522-281C0A2FCB32}"/>
          </ac:graphicFrameMkLst>
        </pc:graphicFrameChg>
        <pc:graphicFrameChg chg="add mod">
          <ac:chgData name="Manas Singh (IND_PUN)" userId="ee69a424-c787-4788-bac8-5790ad11f21d" providerId="ADAL" clId="{4556DD79-04EA-4666-8625-D17CC79CABEB}" dt="2026-03-31T17:43:23.433" v="3853"/>
          <ac:graphicFrameMkLst>
            <pc:docMk/>
            <pc:sldMk cId="1660278298" sldId="2147480468"/>
            <ac:graphicFrameMk id="4" creationId="{3AC627F5-5BFC-1917-6738-3A98A54CFC98}"/>
          </ac:graphicFrameMkLst>
        </pc:graphicFrameChg>
        <pc:graphicFrameChg chg="add mod">
          <ac:chgData name="Manas Singh (IND_PUN)" userId="ee69a424-c787-4788-bac8-5790ad11f21d" providerId="ADAL" clId="{4556DD79-04EA-4666-8625-D17CC79CABEB}" dt="2026-03-31T17:43:42.010" v="3857"/>
          <ac:graphicFrameMkLst>
            <pc:docMk/>
            <pc:sldMk cId="1660278298" sldId="2147480468"/>
            <ac:graphicFrameMk id="8" creationId="{3167FE23-66CD-BEB5-5791-570038C73050}"/>
          </ac:graphicFrameMkLst>
        </pc:graphicFrameChg>
        <pc:graphicFrameChg chg="add del mod">
          <ac:chgData name="Manas Singh (IND_PUN)" userId="ee69a424-c787-4788-bac8-5790ad11f21d" providerId="ADAL" clId="{4556DD79-04EA-4666-8625-D17CC79CABEB}" dt="2026-04-01T01:07:38.620" v="3873" actId="21"/>
          <ac:graphicFrameMkLst>
            <pc:docMk/>
            <pc:sldMk cId="1660278298" sldId="2147480468"/>
            <ac:graphicFrameMk id="14" creationId="{9AFED96A-A912-3870-9DF7-61382ACAAC9F}"/>
          </ac:graphicFrameMkLst>
        </pc:graphicFrameChg>
        <pc:graphicFrameChg chg="add mod">
          <ac:chgData name="Manas Singh (IND_PUN)" userId="ee69a424-c787-4788-bac8-5790ad11f21d" providerId="ADAL" clId="{4556DD79-04EA-4666-8625-D17CC79CABEB}" dt="2026-04-01T01:08:19.092" v="3876"/>
          <ac:graphicFrameMkLst>
            <pc:docMk/>
            <pc:sldMk cId="1660278298" sldId="2147480468"/>
            <ac:graphicFrameMk id="16" creationId="{51F82990-1ABA-BA15-ED12-308E7FDA83FA}"/>
          </ac:graphicFrameMkLst>
        </pc:graphicFrameChg>
      </pc:sldChg>
      <pc:sldChg chg="modSp mod">
        <pc:chgData name="Manas Singh (IND_PUN)" userId="ee69a424-c787-4788-bac8-5790ad11f21d" providerId="ADAL" clId="{4556DD79-04EA-4666-8625-D17CC79CABEB}" dt="2026-04-01T06:13:53.250" v="6335" actId="20577"/>
        <pc:sldMkLst>
          <pc:docMk/>
          <pc:sldMk cId="1210136459" sldId="2147481062"/>
        </pc:sldMkLst>
        <pc:graphicFrameChg chg="modGraphic">
          <ac:chgData name="Manas Singh (IND_PUN)" userId="ee69a424-c787-4788-bac8-5790ad11f21d" providerId="ADAL" clId="{4556DD79-04EA-4666-8625-D17CC79CABEB}" dt="2026-04-01T06:13:53.250" v="6335" actId="20577"/>
          <ac:graphicFrameMkLst>
            <pc:docMk/>
            <pc:sldMk cId="1210136459" sldId="2147481062"/>
            <ac:graphicFrameMk id="5" creationId="{845EF274-C9CA-A2AD-8D65-645E55B0B473}"/>
          </ac:graphicFrameMkLst>
        </pc:graphicFrameChg>
      </pc:sldChg>
      <pc:sldChg chg="del">
        <pc:chgData name="Manas Singh (IND_PUN)" userId="ee69a424-c787-4788-bac8-5790ad11f21d" providerId="ADAL" clId="{4556DD79-04EA-4666-8625-D17CC79CABEB}" dt="2026-04-01T01:29:06.060" v="4053" actId="47"/>
        <pc:sldMkLst>
          <pc:docMk/>
          <pc:sldMk cId="249554806" sldId="2147481067"/>
        </pc:sldMkLst>
      </pc:sldChg>
      <pc:sldChg chg="del">
        <pc:chgData name="Manas Singh (IND_PUN)" userId="ee69a424-c787-4788-bac8-5790ad11f21d" providerId="ADAL" clId="{4556DD79-04EA-4666-8625-D17CC79CABEB}" dt="2026-04-01T01:29:06.060" v="4053" actId="47"/>
        <pc:sldMkLst>
          <pc:docMk/>
          <pc:sldMk cId="1959563713" sldId="2147481069"/>
        </pc:sldMkLst>
      </pc:sldChg>
      <pc:sldChg chg="del">
        <pc:chgData name="Manas Singh (IND_PUN)" userId="ee69a424-c787-4788-bac8-5790ad11f21d" providerId="ADAL" clId="{4556DD79-04EA-4666-8625-D17CC79CABEB}" dt="2026-04-01T01:29:06.060" v="4053" actId="47"/>
        <pc:sldMkLst>
          <pc:docMk/>
          <pc:sldMk cId="2344343294" sldId="2147481070"/>
        </pc:sldMkLst>
      </pc:sldChg>
      <pc:sldChg chg="addSp delSp modSp del mod">
        <pc:chgData name="Manas Singh (IND_PUN)" userId="ee69a424-c787-4788-bac8-5790ad11f21d" providerId="ADAL" clId="{4556DD79-04EA-4666-8625-D17CC79CABEB}" dt="2026-03-31T10:49:05.734" v="371" actId="2696"/>
        <pc:sldMkLst>
          <pc:docMk/>
          <pc:sldMk cId="472885866" sldId="2147481071"/>
        </pc:sldMkLst>
        <pc:spChg chg="mod">
          <ac:chgData name="Manas Singh (IND_PUN)" userId="ee69a424-c787-4788-bac8-5790ad11f21d" providerId="ADAL" clId="{4556DD79-04EA-4666-8625-D17CC79CABEB}" dt="2026-03-31T10:48:59.253" v="370" actId="1076"/>
          <ac:spMkLst>
            <pc:docMk/>
            <pc:sldMk cId="472885866" sldId="2147481071"/>
            <ac:spMk id="2" creationId="{4D12593D-F964-B76A-F0B5-7E14570815AC}"/>
          </ac:spMkLst>
        </pc:spChg>
        <pc:spChg chg="del mod">
          <ac:chgData name="Manas Singh (IND_PUN)" userId="ee69a424-c787-4788-bac8-5790ad11f21d" providerId="ADAL" clId="{4556DD79-04EA-4666-8625-D17CC79CABEB}" dt="2026-03-31T10:48:42.770" v="361" actId="478"/>
          <ac:spMkLst>
            <pc:docMk/>
            <pc:sldMk cId="472885866" sldId="2147481071"/>
            <ac:spMk id="4" creationId="{B0A85545-6920-3F80-2280-FCCBF333FFAD}"/>
          </ac:spMkLst>
        </pc:spChg>
        <pc:spChg chg="del">
          <ac:chgData name="Manas Singh (IND_PUN)" userId="ee69a424-c787-4788-bac8-5790ad11f21d" providerId="ADAL" clId="{4556DD79-04EA-4666-8625-D17CC79CABEB}" dt="2026-03-31T05:52:35.257" v="16" actId="478"/>
          <ac:spMkLst>
            <pc:docMk/>
            <pc:sldMk cId="472885866" sldId="2147481071"/>
            <ac:spMk id="5" creationId="{E3A9888C-505C-F647-99F1-622729D5F0A4}"/>
          </ac:spMkLst>
        </pc:spChg>
        <pc:spChg chg="del">
          <ac:chgData name="Manas Singh (IND_PUN)" userId="ee69a424-c787-4788-bac8-5790ad11f21d" providerId="ADAL" clId="{4556DD79-04EA-4666-8625-D17CC79CABEB}" dt="2026-03-31T05:52:39.626" v="17" actId="478"/>
          <ac:spMkLst>
            <pc:docMk/>
            <pc:sldMk cId="472885866" sldId="2147481071"/>
            <ac:spMk id="6" creationId="{0B536C7E-8956-F498-B63D-C068E19E7FDA}"/>
          </ac:spMkLst>
        </pc:spChg>
        <pc:spChg chg="del mod">
          <ac:chgData name="Manas Singh (IND_PUN)" userId="ee69a424-c787-4788-bac8-5790ad11f21d" providerId="ADAL" clId="{4556DD79-04EA-4666-8625-D17CC79CABEB}" dt="2026-03-31T10:48:50.443" v="364" actId="478"/>
          <ac:spMkLst>
            <pc:docMk/>
            <pc:sldMk cId="472885866" sldId="2147481071"/>
            <ac:spMk id="7" creationId="{5BD3BE49-5DCC-F515-F530-3E15322AD6D7}"/>
          </ac:spMkLst>
        </pc:spChg>
        <pc:spChg chg="del">
          <ac:chgData name="Manas Singh (IND_PUN)" userId="ee69a424-c787-4788-bac8-5790ad11f21d" providerId="ADAL" clId="{4556DD79-04EA-4666-8625-D17CC79CABEB}" dt="2026-03-31T05:54:48.887" v="196" actId="478"/>
          <ac:spMkLst>
            <pc:docMk/>
            <pc:sldMk cId="472885866" sldId="2147481071"/>
            <ac:spMk id="8" creationId="{F3E18EAD-3222-8F4F-17D9-107F5E721050}"/>
          </ac:spMkLst>
        </pc:spChg>
        <pc:spChg chg="del mod">
          <ac:chgData name="Manas Singh (IND_PUN)" userId="ee69a424-c787-4788-bac8-5790ad11f21d" providerId="ADAL" clId="{4556DD79-04EA-4666-8625-D17CC79CABEB}" dt="2026-03-31T05:55:06.301" v="244" actId="478"/>
          <ac:spMkLst>
            <pc:docMk/>
            <pc:sldMk cId="472885866" sldId="2147481071"/>
            <ac:spMk id="9" creationId="{7C7CEB47-77FA-7BA8-EFA2-2A8981B1D3D6}"/>
          </ac:spMkLst>
        </pc:spChg>
        <pc:spChg chg="del mod">
          <ac:chgData name="Manas Singh (IND_PUN)" userId="ee69a424-c787-4788-bac8-5790ad11f21d" providerId="ADAL" clId="{4556DD79-04EA-4666-8625-D17CC79CABEB}" dt="2026-03-31T10:48:53.432" v="367" actId="478"/>
          <ac:spMkLst>
            <pc:docMk/>
            <pc:sldMk cId="472885866" sldId="2147481071"/>
            <ac:spMk id="10" creationId="{EAC7A2AC-18EB-B0E2-D625-8983B4364C33}"/>
          </ac:spMkLst>
        </pc:spChg>
        <pc:spChg chg="del">
          <ac:chgData name="Manas Singh (IND_PUN)" userId="ee69a424-c787-4788-bac8-5790ad11f21d" providerId="ADAL" clId="{4556DD79-04EA-4666-8625-D17CC79CABEB}" dt="2026-03-31T05:56:29.300" v="332" actId="478"/>
          <ac:spMkLst>
            <pc:docMk/>
            <pc:sldMk cId="472885866" sldId="2147481071"/>
            <ac:spMk id="11" creationId="{BFB042AD-3671-EB08-544A-56FA33B21F21}"/>
          </ac:spMkLst>
        </pc:spChg>
        <pc:picChg chg="del">
          <ac:chgData name="Manas Singh (IND_PUN)" userId="ee69a424-c787-4788-bac8-5790ad11f21d" providerId="ADAL" clId="{4556DD79-04EA-4666-8625-D17CC79CABEB}" dt="2026-03-31T05:48:40.431" v="3" actId="478"/>
          <ac:picMkLst>
            <pc:docMk/>
            <pc:sldMk cId="472885866" sldId="2147481071"/>
            <ac:picMk id="3" creationId="{EECADB75-7FFA-BF1A-2986-241938841059}"/>
          </ac:picMkLst>
        </pc:picChg>
        <pc:picChg chg="del">
          <ac:chgData name="Manas Singh (IND_PUN)" userId="ee69a424-c787-4788-bac8-5790ad11f21d" providerId="ADAL" clId="{4556DD79-04EA-4666-8625-D17CC79CABEB}" dt="2026-03-31T05:48:54.877" v="6" actId="478"/>
          <ac:picMkLst>
            <pc:docMk/>
            <pc:sldMk cId="472885866" sldId="2147481071"/>
            <ac:picMk id="12" creationId="{4AD79CAD-A387-FAF7-8B92-73893766C80A}"/>
          </ac:picMkLst>
        </pc:picChg>
        <pc:picChg chg="add del mod">
          <ac:chgData name="Manas Singh (IND_PUN)" userId="ee69a424-c787-4788-bac8-5790ad11f21d" providerId="ADAL" clId="{4556DD79-04EA-4666-8625-D17CC79CABEB}" dt="2026-03-31T10:48:34.677" v="360" actId="478"/>
          <ac:picMkLst>
            <pc:docMk/>
            <pc:sldMk cId="472885866" sldId="2147481071"/>
            <ac:picMk id="15" creationId="{270A87FD-DE62-4D3B-3928-DCEFDF740603}"/>
          </ac:picMkLst>
        </pc:picChg>
        <pc:cxnChg chg="del">
          <ac:chgData name="Manas Singh (IND_PUN)" userId="ee69a424-c787-4788-bac8-5790ad11f21d" providerId="ADAL" clId="{4556DD79-04EA-4666-8625-D17CC79CABEB}" dt="2026-03-31T05:52:45.963" v="19" actId="478"/>
          <ac:cxnSpMkLst>
            <pc:docMk/>
            <pc:sldMk cId="472885866" sldId="2147481071"/>
            <ac:cxnSpMk id="14" creationId="{E4ABDC2D-3B4C-62F7-82C8-35DC3BC354DA}"/>
          </ac:cxnSpMkLst>
        </pc:cxnChg>
        <pc:cxnChg chg="del">
          <ac:chgData name="Manas Singh (IND_PUN)" userId="ee69a424-c787-4788-bac8-5790ad11f21d" providerId="ADAL" clId="{4556DD79-04EA-4666-8625-D17CC79CABEB}" dt="2026-03-31T10:48:48.021" v="362" actId="478"/>
          <ac:cxnSpMkLst>
            <pc:docMk/>
            <pc:sldMk cId="472885866" sldId="2147481071"/>
            <ac:cxnSpMk id="18" creationId="{AD6ED791-4F8C-6A1D-A6F9-D52D6F57DA89}"/>
          </ac:cxnSpMkLst>
        </pc:cxnChg>
        <pc:cxnChg chg="del">
          <ac:chgData name="Manas Singh (IND_PUN)" userId="ee69a424-c787-4788-bac8-5790ad11f21d" providerId="ADAL" clId="{4556DD79-04EA-4666-8625-D17CC79CABEB}" dt="2026-03-31T05:53:29.549" v="125" actId="478"/>
          <ac:cxnSpMkLst>
            <pc:docMk/>
            <pc:sldMk cId="472885866" sldId="2147481071"/>
            <ac:cxnSpMk id="19" creationId="{49B1704D-2B73-9B61-CA53-571B5936C6EF}"/>
          </ac:cxnSpMkLst>
        </pc:cxnChg>
        <pc:cxnChg chg="del">
          <ac:chgData name="Manas Singh (IND_PUN)" userId="ee69a424-c787-4788-bac8-5790ad11f21d" providerId="ADAL" clId="{4556DD79-04EA-4666-8625-D17CC79CABEB}" dt="2026-03-31T05:54:51.890" v="197" actId="478"/>
          <ac:cxnSpMkLst>
            <pc:docMk/>
            <pc:sldMk cId="472885866" sldId="2147481071"/>
            <ac:cxnSpMk id="20" creationId="{6AFE1F7C-B122-00A3-3028-89555CB1B2BC}"/>
          </ac:cxnSpMkLst>
        </pc:cxnChg>
        <pc:cxnChg chg="del mod">
          <ac:chgData name="Manas Singh (IND_PUN)" userId="ee69a424-c787-4788-bac8-5790ad11f21d" providerId="ADAL" clId="{4556DD79-04EA-4666-8625-D17CC79CABEB}" dt="2026-03-31T10:48:51.656" v="365" actId="478"/>
          <ac:cxnSpMkLst>
            <pc:docMk/>
            <pc:sldMk cId="472885866" sldId="2147481071"/>
            <ac:cxnSpMk id="21" creationId="{A319B2FF-68C4-78AE-D648-6E62E224BD8E}"/>
          </ac:cxnSpMkLst>
        </pc:cxnChg>
        <pc:cxnChg chg="del">
          <ac:chgData name="Manas Singh (IND_PUN)" userId="ee69a424-c787-4788-bac8-5790ad11f21d" providerId="ADAL" clId="{4556DD79-04EA-4666-8625-D17CC79CABEB}" dt="2026-03-31T05:55:44.890" v="297" actId="478"/>
          <ac:cxnSpMkLst>
            <pc:docMk/>
            <pc:sldMk cId="472885866" sldId="2147481071"/>
            <ac:cxnSpMk id="22" creationId="{41123662-E0D9-1CF7-4CFE-650ABC308CAD}"/>
          </ac:cxnSpMkLst>
        </pc:cxnChg>
        <pc:cxnChg chg="del">
          <ac:chgData name="Manas Singh (IND_PUN)" userId="ee69a424-c787-4788-bac8-5790ad11f21d" providerId="ADAL" clId="{4556DD79-04EA-4666-8625-D17CC79CABEB}" dt="2026-03-31T10:48:55.216" v="368" actId="478"/>
          <ac:cxnSpMkLst>
            <pc:docMk/>
            <pc:sldMk cId="472885866" sldId="2147481071"/>
            <ac:cxnSpMk id="23" creationId="{CF002B81-6252-50CB-1240-5B917D72EE5D}"/>
          </ac:cxnSpMkLst>
        </pc:cxnChg>
      </pc:sldChg>
      <pc:sldChg chg="addSp delSp modSp mod ord">
        <pc:chgData name="Manas Singh (IND_PUN)" userId="ee69a424-c787-4788-bac8-5790ad11f21d" providerId="ADAL" clId="{4556DD79-04EA-4666-8625-D17CC79CABEB}" dt="2026-03-31T10:55:01.441" v="459" actId="5793"/>
        <pc:sldMkLst>
          <pc:docMk/>
          <pc:sldMk cId="1087447998" sldId="2147481072"/>
        </pc:sldMkLst>
        <pc:spChg chg="mod">
          <ac:chgData name="Manas Singh (IND_PUN)" userId="ee69a424-c787-4788-bac8-5790ad11f21d" providerId="ADAL" clId="{4556DD79-04EA-4666-8625-D17CC79CABEB}" dt="2026-03-31T10:50:29.646" v="393" actId="20577"/>
          <ac:spMkLst>
            <pc:docMk/>
            <pc:sldMk cId="1087447998" sldId="2147481072"/>
            <ac:spMk id="2" creationId="{EF881A45-9427-3781-09F0-CA3846907CF9}"/>
          </ac:spMkLst>
        </pc:spChg>
        <pc:spChg chg="del">
          <ac:chgData name="Manas Singh (IND_PUN)" userId="ee69a424-c787-4788-bac8-5790ad11f21d" providerId="ADAL" clId="{4556DD79-04EA-4666-8625-D17CC79CABEB}" dt="2026-03-31T10:50:43.225" v="394" actId="478"/>
          <ac:spMkLst>
            <pc:docMk/>
            <pc:sldMk cId="1087447998" sldId="2147481072"/>
            <ac:spMk id="4" creationId="{D160AD9E-4CB1-7584-4AE6-59BD1025F656}"/>
          </ac:spMkLst>
        </pc:spChg>
        <pc:spChg chg="del">
          <ac:chgData name="Manas Singh (IND_PUN)" userId="ee69a424-c787-4788-bac8-5790ad11f21d" providerId="ADAL" clId="{4556DD79-04EA-4666-8625-D17CC79CABEB}" dt="2026-03-31T10:50:43.225" v="394" actId="478"/>
          <ac:spMkLst>
            <pc:docMk/>
            <pc:sldMk cId="1087447998" sldId="2147481072"/>
            <ac:spMk id="5" creationId="{59C16ED5-742E-2961-26BE-A380CFF9E88A}"/>
          </ac:spMkLst>
        </pc:spChg>
        <pc:spChg chg="mod">
          <ac:chgData name="Manas Singh (IND_PUN)" userId="ee69a424-c787-4788-bac8-5790ad11f21d" providerId="ADAL" clId="{4556DD79-04EA-4666-8625-D17CC79CABEB}" dt="2026-03-31T10:55:01.441" v="459" actId="5793"/>
          <ac:spMkLst>
            <pc:docMk/>
            <pc:sldMk cId="1087447998" sldId="2147481072"/>
            <ac:spMk id="8" creationId="{41E5C4AD-9810-0033-1BEA-244EB4BF77C7}"/>
          </ac:spMkLst>
        </pc:spChg>
        <pc:spChg chg="del">
          <ac:chgData name="Manas Singh (IND_PUN)" userId="ee69a424-c787-4788-bac8-5790ad11f21d" providerId="ADAL" clId="{4556DD79-04EA-4666-8625-D17CC79CABEB}" dt="2026-03-31T10:50:43.225" v="394" actId="478"/>
          <ac:spMkLst>
            <pc:docMk/>
            <pc:sldMk cId="1087447998" sldId="2147481072"/>
            <ac:spMk id="23" creationId="{2A7F6446-21EA-8817-245D-037CF82C8B51}"/>
          </ac:spMkLst>
        </pc:spChg>
        <pc:spChg chg="del">
          <ac:chgData name="Manas Singh (IND_PUN)" userId="ee69a424-c787-4788-bac8-5790ad11f21d" providerId="ADAL" clId="{4556DD79-04EA-4666-8625-D17CC79CABEB}" dt="2026-03-31T10:50:43.225" v="394" actId="478"/>
          <ac:spMkLst>
            <pc:docMk/>
            <pc:sldMk cId="1087447998" sldId="2147481072"/>
            <ac:spMk id="24" creationId="{612D5450-1EC0-80F4-EF76-7FA0076529EB}"/>
          </ac:spMkLst>
        </pc:spChg>
        <pc:spChg chg="del">
          <ac:chgData name="Manas Singh (IND_PUN)" userId="ee69a424-c787-4788-bac8-5790ad11f21d" providerId="ADAL" clId="{4556DD79-04EA-4666-8625-D17CC79CABEB}" dt="2026-03-31T10:50:43.225" v="394" actId="478"/>
          <ac:spMkLst>
            <pc:docMk/>
            <pc:sldMk cId="1087447998" sldId="2147481072"/>
            <ac:spMk id="31" creationId="{0E27BBBE-0573-5477-C300-CB1EB66DB70D}"/>
          </ac:spMkLst>
        </pc:spChg>
        <pc:spChg chg="del">
          <ac:chgData name="Manas Singh (IND_PUN)" userId="ee69a424-c787-4788-bac8-5790ad11f21d" providerId="ADAL" clId="{4556DD79-04EA-4666-8625-D17CC79CABEB}" dt="2026-03-31T10:50:43.225" v="394" actId="478"/>
          <ac:spMkLst>
            <pc:docMk/>
            <pc:sldMk cId="1087447998" sldId="2147481072"/>
            <ac:spMk id="34" creationId="{2CC13FB7-2E61-FE62-AB94-66DEF6AC3BAF}"/>
          </ac:spMkLst>
        </pc:spChg>
        <pc:spChg chg="del">
          <ac:chgData name="Manas Singh (IND_PUN)" userId="ee69a424-c787-4788-bac8-5790ad11f21d" providerId="ADAL" clId="{4556DD79-04EA-4666-8625-D17CC79CABEB}" dt="2026-03-31T10:50:43.225" v="394" actId="478"/>
          <ac:spMkLst>
            <pc:docMk/>
            <pc:sldMk cId="1087447998" sldId="2147481072"/>
            <ac:spMk id="41" creationId="{143764A2-8B3F-185A-F22D-BB1C185FBE45}"/>
          </ac:spMkLst>
        </pc:spChg>
        <pc:spChg chg="del">
          <ac:chgData name="Manas Singh (IND_PUN)" userId="ee69a424-c787-4788-bac8-5790ad11f21d" providerId="ADAL" clId="{4556DD79-04EA-4666-8625-D17CC79CABEB}" dt="2026-03-31T10:50:43.225" v="394" actId="478"/>
          <ac:spMkLst>
            <pc:docMk/>
            <pc:sldMk cId="1087447998" sldId="2147481072"/>
            <ac:spMk id="50" creationId="{15AB2649-F487-F409-78C4-EC82F08FBD87}"/>
          </ac:spMkLst>
        </pc:spChg>
        <pc:spChg chg="del">
          <ac:chgData name="Manas Singh (IND_PUN)" userId="ee69a424-c787-4788-bac8-5790ad11f21d" providerId="ADAL" clId="{4556DD79-04EA-4666-8625-D17CC79CABEB}" dt="2026-03-31T10:50:43.225" v="394" actId="478"/>
          <ac:spMkLst>
            <pc:docMk/>
            <pc:sldMk cId="1087447998" sldId="2147481072"/>
            <ac:spMk id="55" creationId="{65324E45-0068-BB91-D55B-582ECA8739F0}"/>
          </ac:spMkLst>
        </pc:spChg>
        <pc:graphicFrameChg chg="add mod">
          <ac:chgData name="Manas Singh (IND_PUN)" userId="ee69a424-c787-4788-bac8-5790ad11f21d" providerId="ADAL" clId="{4556DD79-04EA-4666-8625-D17CC79CABEB}" dt="2026-03-31T10:51:12.910" v="395"/>
          <ac:graphicFrameMkLst>
            <pc:docMk/>
            <pc:sldMk cId="1087447998" sldId="2147481072"/>
            <ac:graphicFrameMk id="6" creationId="{EBB7D3E8-37BF-904D-D824-14763930AA43}"/>
          </ac:graphicFrameMkLst>
        </pc:graphicFrameChg>
        <pc:graphicFrameChg chg="add mod">
          <ac:chgData name="Manas Singh (IND_PUN)" userId="ee69a424-c787-4788-bac8-5790ad11f21d" providerId="ADAL" clId="{4556DD79-04EA-4666-8625-D17CC79CABEB}" dt="2026-03-31T10:51:41.956" v="401"/>
          <ac:graphicFrameMkLst>
            <pc:docMk/>
            <pc:sldMk cId="1087447998" sldId="2147481072"/>
            <ac:graphicFrameMk id="7" creationId="{A11D228E-84A3-5A2A-D582-AD42452A67B5}"/>
          </ac:graphicFrameMkLst>
        </pc:graphicFrameChg>
        <pc:graphicFrameChg chg="add mod">
          <ac:chgData name="Manas Singh (IND_PUN)" userId="ee69a424-c787-4788-bac8-5790ad11f21d" providerId="ADAL" clId="{4556DD79-04EA-4666-8625-D17CC79CABEB}" dt="2026-03-31T10:52:29.722" v="414"/>
          <ac:graphicFrameMkLst>
            <pc:docMk/>
            <pc:sldMk cId="1087447998" sldId="2147481072"/>
            <ac:graphicFrameMk id="9" creationId="{98E80438-25DC-5569-E11D-B8C0AA082586}"/>
          </ac:graphicFrameMkLst>
        </pc:graphicFrameChg>
        <pc:graphicFrameChg chg="add mod">
          <ac:chgData name="Manas Singh (IND_PUN)" userId="ee69a424-c787-4788-bac8-5790ad11f21d" providerId="ADAL" clId="{4556DD79-04EA-4666-8625-D17CC79CABEB}" dt="2026-03-31T10:53:10.589" v="424"/>
          <ac:graphicFrameMkLst>
            <pc:docMk/>
            <pc:sldMk cId="1087447998" sldId="2147481072"/>
            <ac:graphicFrameMk id="10" creationId="{03F14AC2-141B-3477-481E-8134E4B280A1}"/>
          </ac:graphicFrameMkLst>
        </pc:graphicFrameChg>
        <pc:graphicFrameChg chg="add mod">
          <ac:chgData name="Manas Singh (IND_PUN)" userId="ee69a424-c787-4788-bac8-5790ad11f21d" providerId="ADAL" clId="{4556DD79-04EA-4666-8625-D17CC79CABEB}" dt="2026-03-31T10:54:16.181" v="440"/>
          <ac:graphicFrameMkLst>
            <pc:docMk/>
            <pc:sldMk cId="1087447998" sldId="2147481072"/>
            <ac:graphicFrameMk id="11" creationId="{979015DB-A5EE-28D9-A802-B0B818D2E31C}"/>
          </ac:graphicFrameMkLst>
        </pc:graphicFrameChg>
        <pc:graphicFrameChg chg="add mod">
          <ac:chgData name="Manas Singh (IND_PUN)" userId="ee69a424-c787-4788-bac8-5790ad11f21d" providerId="ADAL" clId="{4556DD79-04EA-4666-8625-D17CC79CABEB}" dt="2026-03-31T10:54:49.627" v="448"/>
          <ac:graphicFrameMkLst>
            <pc:docMk/>
            <pc:sldMk cId="1087447998" sldId="2147481072"/>
            <ac:graphicFrameMk id="12" creationId="{5B39AFBE-781E-5C7C-FB51-3ED9DDA4A956}"/>
          </ac:graphicFrameMkLst>
        </pc:graphicFrameChg>
        <pc:picChg chg="del">
          <ac:chgData name="Manas Singh (IND_PUN)" userId="ee69a424-c787-4788-bac8-5790ad11f21d" providerId="ADAL" clId="{4556DD79-04EA-4666-8625-D17CC79CABEB}" dt="2026-03-31T10:50:43.225" v="394" actId="478"/>
          <ac:picMkLst>
            <pc:docMk/>
            <pc:sldMk cId="1087447998" sldId="2147481072"/>
            <ac:picMk id="3" creationId="{E14276A6-14DE-415B-262B-3F4C6E9CD3BA}"/>
          </ac:picMkLst>
        </pc:picChg>
      </pc:sldChg>
      <pc:sldChg chg="addSp delSp modSp mod ord">
        <pc:chgData name="Manas Singh (IND_PUN)" userId="ee69a424-c787-4788-bac8-5790ad11f21d" providerId="ADAL" clId="{4556DD79-04EA-4666-8625-D17CC79CABEB}" dt="2026-04-01T01:41:06.459" v="4726" actId="1035"/>
        <pc:sldMkLst>
          <pc:docMk/>
          <pc:sldMk cId="185584466" sldId="2147481073"/>
        </pc:sldMkLst>
        <pc:spChg chg="mod">
          <ac:chgData name="Manas Singh (IND_PUN)" userId="ee69a424-c787-4788-bac8-5790ad11f21d" providerId="ADAL" clId="{4556DD79-04EA-4666-8625-D17CC79CABEB}" dt="2026-04-01T01:37:34.041" v="4503" actId="20577"/>
          <ac:spMkLst>
            <pc:docMk/>
            <pc:sldMk cId="185584466" sldId="2147481073"/>
            <ac:spMk id="4" creationId="{7D30014C-8259-3671-1567-AE643DEC9354}"/>
          </ac:spMkLst>
        </pc:spChg>
        <pc:spChg chg="add del mod">
          <ac:chgData name="Manas Singh (IND_PUN)" userId="ee69a424-c787-4788-bac8-5790ad11f21d" providerId="ADAL" clId="{4556DD79-04EA-4666-8625-D17CC79CABEB}" dt="2026-04-01T01:41:01.537" v="4715" actId="1036"/>
          <ac:spMkLst>
            <pc:docMk/>
            <pc:sldMk cId="185584466" sldId="2147481073"/>
            <ac:spMk id="5" creationId="{B0717FB0-A8BE-04F9-955E-C328CF0E2908}"/>
          </ac:spMkLst>
        </pc:spChg>
        <pc:spChg chg="mod">
          <ac:chgData name="Manas Singh (IND_PUN)" userId="ee69a424-c787-4788-bac8-5790ad11f21d" providerId="ADAL" clId="{4556DD79-04EA-4666-8625-D17CC79CABEB}" dt="2026-04-01T01:38:30.376" v="4568" actId="20577"/>
          <ac:spMkLst>
            <pc:docMk/>
            <pc:sldMk cId="185584466" sldId="2147481073"/>
            <ac:spMk id="6" creationId="{4333B3AD-A53B-2A62-187B-F4C001CE4BDE}"/>
          </ac:spMkLst>
        </pc:spChg>
        <pc:spChg chg="del">
          <ac:chgData name="Manas Singh (IND_PUN)" userId="ee69a424-c787-4788-bac8-5790ad11f21d" providerId="ADAL" clId="{4556DD79-04EA-4666-8625-D17CC79CABEB}" dt="2026-04-01T01:36:55.784" v="4414" actId="478"/>
          <ac:spMkLst>
            <pc:docMk/>
            <pc:sldMk cId="185584466" sldId="2147481073"/>
            <ac:spMk id="7" creationId="{31CCB594-E029-8B56-34D1-7D9ADAA5B090}"/>
          </ac:spMkLst>
        </pc:spChg>
        <pc:spChg chg="del">
          <ac:chgData name="Manas Singh (IND_PUN)" userId="ee69a424-c787-4788-bac8-5790ad11f21d" providerId="ADAL" clId="{4556DD79-04EA-4666-8625-D17CC79CABEB}" dt="2026-04-01T01:40:45.673" v="4677" actId="478"/>
          <ac:spMkLst>
            <pc:docMk/>
            <pc:sldMk cId="185584466" sldId="2147481073"/>
            <ac:spMk id="8" creationId="{0C3141F0-933C-D572-07B1-03BDCFD6E731}"/>
          </ac:spMkLst>
        </pc:spChg>
        <pc:spChg chg="mod">
          <ac:chgData name="Manas Singh (IND_PUN)" userId="ee69a424-c787-4788-bac8-5790ad11f21d" providerId="ADAL" clId="{4556DD79-04EA-4666-8625-D17CC79CABEB}" dt="2026-03-31T17:30:00.228" v="3758" actId="27803"/>
          <ac:spMkLst>
            <pc:docMk/>
            <pc:sldMk cId="185584466" sldId="2147481073"/>
            <ac:spMk id="21" creationId="{E452D411-E1D4-1097-9A62-679A641458AB}"/>
          </ac:spMkLst>
        </pc:spChg>
        <pc:spChg chg="mod">
          <ac:chgData name="Manas Singh (IND_PUN)" userId="ee69a424-c787-4788-bac8-5790ad11f21d" providerId="ADAL" clId="{4556DD79-04EA-4666-8625-D17CC79CABEB}" dt="2026-03-31T17:30:00.228" v="3758" actId="27803"/>
          <ac:spMkLst>
            <pc:docMk/>
            <pc:sldMk cId="185584466" sldId="2147481073"/>
            <ac:spMk id="33" creationId="{A38CAB7F-5041-1348-249E-E4A9B07D9BA9}"/>
          </ac:spMkLst>
        </pc:spChg>
        <pc:spChg chg="mod">
          <ac:chgData name="Manas Singh (IND_PUN)" userId="ee69a424-c787-4788-bac8-5790ad11f21d" providerId="ADAL" clId="{4556DD79-04EA-4666-8625-D17CC79CABEB}" dt="2026-03-31T17:30:00.228" v="3758" actId="27803"/>
          <ac:spMkLst>
            <pc:docMk/>
            <pc:sldMk cId="185584466" sldId="2147481073"/>
            <ac:spMk id="39" creationId="{3781780E-91CF-8B00-A01C-9356B8797CD4}"/>
          </ac:spMkLst>
        </pc:spChg>
        <pc:spChg chg="mod">
          <ac:chgData name="Manas Singh (IND_PUN)" userId="ee69a424-c787-4788-bac8-5790ad11f21d" providerId="ADAL" clId="{4556DD79-04EA-4666-8625-D17CC79CABEB}" dt="2026-03-31T17:30:00.228" v="3758" actId="27803"/>
          <ac:spMkLst>
            <pc:docMk/>
            <pc:sldMk cId="185584466" sldId="2147481073"/>
            <ac:spMk id="55" creationId="{5E43EF94-B5D7-4CFB-E928-91A7702ABE3B}"/>
          </ac:spMkLst>
        </pc:spChg>
        <pc:spChg chg="mod">
          <ac:chgData name="Manas Singh (IND_PUN)" userId="ee69a424-c787-4788-bac8-5790ad11f21d" providerId="ADAL" clId="{4556DD79-04EA-4666-8625-D17CC79CABEB}" dt="2026-03-31T17:30:00.228" v="3758" actId="27803"/>
          <ac:spMkLst>
            <pc:docMk/>
            <pc:sldMk cId="185584466" sldId="2147481073"/>
            <ac:spMk id="75" creationId="{0B008988-2C89-FFCA-4BB5-E3D72315C903}"/>
          </ac:spMkLst>
        </pc:spChg>
        <pc:spChg chg="mod">
          <ac:chgData name="Manas Singh (IND_PUN)" userId="ee69a424-c787-4788-bac8-5790ad11f21d" providerId="ADAL" clId="{4556DD79-04EA-4666-8625-D17CC79CABEB}" dt="2026-03-31T17:30:00.228" v="3758" actId="27803"/>
          <ac:spMkLst>
            <pc:docMk/>
            <pc:sldMk cId="185584466" sldId="2147481073"/>
            <ac:spMk id="81" creationId="{9D3F53CE-FFBF-8172-FB11-519151D43DEC}"/>
          </ac:spMkLst>
        </pc:spChg>
        <pc:spChg chg="mod">
          <ac:chgData name="Manas Singh (IND_PUN)" userId="ee69a424-c787-4788-bac8-5790ad11f21d" providerId="ADAL" clId="{4556DD79-04EA-4666-8625-D17CC79CABEB}" dt="2026-03-31T17:30:00.228" v="3758" actId="27803"/>
          <ac:spMkLst>
            <pc:docMk/>
            <pc:sldMk cId="185584466" sldId="2147481073"/>
            <ac:spMk id="97" creationId="{838DE7DF-347B-45CE-4C31-7ED58D993E26}"/>
          </ac:spMkLst>
        </pc:spChg>
        <pc:spChg chg="del">
          <ac:chgData name="Manas Singh (IND_PUN)" userId="ee69a424-c787-4788-bac8-5790ad11f21d" providerId="ADAL" clId="{4556DD79-04EA-4666-8625-D17CC79CABEB}" dt="2026-03-31T17:31:28.998" v="3804" actId="478"/>
          <ac:spMkLst>
            <pc:docMk/>
            <pc:sldMk cId="185584466" sldId="2147481073"/>
            <ac:spMk id="101" creationId="{ADE42284-D6CC-6A67-B1BE-20F42EF6822C}"/>
          </ac:spMkLst>
        </pc:spChg>
        <pc:spChg chg="mod">
          <ac:chgData name="Manas Singh (IND_PUN)" userId="ee69a424-c787-4788-bac8-5790ad11f21d" providerId="ADAL" clId="{4556DD79-04EA-4666-8625-D17CC79CABEB}" dt="2026-03-31T17:30:00.228" v="3758" actId="27803"/>
          <ac:spMkLst>
            <pc:docMk/>
            <pc:sldMk cId="185584466" sldId="2147481073"/>
            <ac:spMk id="108" creationId="{0842F480-6E18-BDE5-F3A2-395D2EBD14B2}"/>
          </ac:spMkLst>
        </pc:spChg>
        <pc:spChg chg="mod">
          <ac:chgData name="Manas Singh (IND_PUN)" userId="ee69a424-c787-4788-bac8-5790ad11f21d" providerId="ADAL" clId="{4556DD79-04EA-4666-8625-D17CC79CABEB}" dt="2026-03-31T17:30:00.228" v="3758" actId="27803"/>
          <ac:spMkLst>
            <pc:docMk/>
            <pc:sldMk cId="185584466" sldId="2147481073"/>
            <ac:spMk id="116" creationId="{336C725D-BB42-6893-B7B9-1792A043A634}"/>
          </ac:spMkLst>
        </pc:spChg>
        <pc:spChg chg="mod">
          <ac:chgData name="Manas Singh (IND_PUN)" userId="ee69a424-c787-4788-bac8-5790ad11f21d" providerId="ADAL" clId="{4556DD79-04EA-4666-8625-D17CC79CABEB}" dt="2026-03-31T17:30:00.228" v="3758" actId="27803"/>
          <ac:spMkLst>
            <pc:docMk/>
            <pc:sldMk cId="185584466" sldId="2147481073"/>
            <ac:spMk id="124" creationId="{E6F28706-4340-7473-0F3F-D25052B64F7F}"/>
          </ac:spMkLst>
        </pc:spChg>
        <pc:spChg chg="del">
          <ac:chgData name="Manas Singh (IND_PUN)" userId="ee69a424-c787-4788-bac8-5790ad11f21d" providerId="ADAL" clId="{4556DD79-04EA-4666-8625-D17CC79CABEB}" dt="2026-03-31T17:31:14.733" v="3778" actId="478"/>
          <ac:spMkLst>
            <pc:docMk/>
            <pc:sldMk cId="185584466" sldId="2147481073"/>
            <ac:spMk id="130" creationId="{96DA769F-6B12-DAC4-DCFD-0A7C42EECF11}"/>
          </ac:spMkLst>
        </pc:spChg>
        <pc:grpChg chg="del">
          <ac:chgData name="Manas Singh (IND_PUN)" userId="ee69a424-c787-4788-bac8-5790ad11f21d" providerId="ADAL" clId="{4556DD79-04EA-4666-8625-D17CC79CABEB}" dt="2026-03-31T17:33:57.530" v="3806" actId="478"/>
          <ac:grpSpMkLst>
            <pc:docMk/>
            <pc:sldMk cId="185584466" sldId="2147481073"/>
            <ac:grpSpMk id="12" creationId="{988A5BE2-263A-87B6-1103-9ED97BB31953}"/>
          </ac:grpSpMkLst>
        </pc:grpChg>
        <pc:picChg chg="add mod">
          <ac:chgData name="Manas Singh (IND_PUN)" userId="ee69a424-c787-4788-bac8-5790ad11f21d" providerId="ADAL" clId="{4556DD79-04EA-4666-8625-D17CC79CABEB}" dt="2026-03-31T16:24:55.164" v="1000" actId="1076"/>
          <ac:picMkLst>
            <pc:docMk/>
            <pc:sldMk cId="185584466" sldId="2147481073"/>
            <ac:picMk id="9" creationId="{8D2D5EAA-1641-F0DE-6BA3-93253884E0BC}"/>
          </ac:picMkLst>
        </pc:picChg>
        <pc:picChg chg="add del mod">
          <ac:chgData name="Manas Singh (IND_PUN)" userId="ee69a424-c787-4788-bac8-5790ad11f21d" providerId="ADAL" clId="{4556DD79-04EA-4666-8625-D17CC79CABEB}" dt="2026-03-31T17:25:55.564" v="3757" actId="478"/>
          <ac:picMkLst>
            <pc:docMk/>
            <pc:sldMk cId="185584466" sldId="2147481073"/>
            <ac:picMk id="11" creationId="{C9494749-0E59-BDB4-4B7F-D54A3EFFF69F}"/>
          </ac:picMkLst>
        </pc:picChg>
        <pc:picChg chg="del">
          <ac:chgData name="Manas Singh (IND_PUN)" userId="ee69a424-c787-4788-bac8-5790ad11f21d" providerId="ADAL" clId="{4556DD79-04EA-4666-8625-D17CC79CABEB}" dt="2026-03-31T16:24:22.287" v="993" actId="478"/>
          <ac:picMkLst>
            <pc:docMk/>
            <pc:sldMk cId="185584466" sldId="2147481073"/>
            <ac:picMk id="16" creationId="{BF7BD719-009B-69CC-3105-BED447A39EC1}"/>
          </ac:picMkLst>
        </pc:picChg>
        <pc:picChg chg="add del">
          <ac:chgData name="Manas Singh (IND_PUN)" userId="ee69a424-c787-4788-bac8-5790ad11f21d" providerId="ADAL" clId="{4556DD79-04EA-4666-8625-D17CC79CABEB}" dt="2026-03-31T16:24:44.172" v="999" actId="478"/>
          <ac:picMkLst>
            <pc:docMk/>
            <pc:sldMk cId="185584466" sldId="2147481073"/>
            <ac:picMk id="17" creationId="{74C6D31D-89E6-F31F-205A-AD0EAC0179D7}"/>
          </ac:picMkLst>
        </pc:picChg>
        <pc:picChg chg="add del mod">
          <ac:chgData name="Manas Singh (IND_PUN)" userId="ee69a424-c787-4788-bac8-5790ad11f21d" providerId="ADAL" clId="{4556DD79-04EA-4666-8625-D17CC79CABEB}" dt="2026-03-31T17:34:41.119" v="3811" actId="478"/>
          <ac:picMkLst>
            <pc:docMk/>
            <pc:sldMk cId="185584466" sldId="2147481073"/>
            <ac:picMk id="141" creationId="{A7906FCD-D91D-59FF-15CF-8F0ABBD37FCB}"/>
          </ac:picMkLst>
        </pc:picChg>
        <pc:picChg chg="add mod">
          <ac:chgData name="Manas Singh (IND_PUN)" userId="ee69a424-c787-4788-bac8-5790ad11f21d" providerId="ADAL" clId="{4556DD79-04EA-4666-8625-D17CC79CABEB}" dt="2026-03-31T17:39:17.203" v="3816" actId="14100"/>
          <ac:picMkLst>
            <pc:docMk/>
            <pc:sldMk cId="185584466" sldId="2147481073"/>
            <ac:picMk id="143" creationId="{81E6FD20-6C8E-2AAD-7BA9-7D75F654D17C}"/>
          </ac:picMkLst>
        </pc:picChg>
        <pc:cxnChg chg="del">
          <ac:chgData name="Manas Singh (IND_PUN)" userId="ee69a424-c787-4788-bac8-5790ad11f21d" providerId="ADAL" clId="{4556DD79-04EA-4666-8625-D17CC79CABEB}" dt="2026-04-01T01:36:18.377" v="4411" actId="478"/>
          <ac:cxnSpMkLst>
            <pc:docMk/>
            <pc:sldMk cId="185584466" sldId="2147481073"/>
            <ac:cxnSpMk id="14" creationId="{997E8F1F-7C62-A7D7-C9F0-67DF51A9BED0}"/>
          </ac:cxnSpMkLst>
        </pc:cxnChg>
        <pc:cxnChg chg="mod">
          <ac:chgData name="Manas Singh (IND_PUN)" userId="ee69a424-c787-4788-bac8-5790ad11f21d" providerId="ADAL" clId="{4556DD79-04EA-4666-8625-D17CC79CABEB}" dt="2026-04-01T01:37:39.321" v="4515" actId="1035"/>
          <ac:cxnSpMkLst>
            <pc:docMk/>
            <pc:sldMk cId="185584466" sldId="2147481073"/>
            <ac:cxnSpMk id="18" creationId="{39735A8E-5807-5D79-238B-605DF586B734}"/>
          </ac:cxnSpMkLst>
        </pc:cxnChg>
        <pc:cxnChg chg="mod">
          <ac:chgData name="Manas Singh (IND_PUN)" userId="ee69a424-c787-4788-bac8-5790ad11f21d" providerId="ADAL" clId="{4556DD79-04EA-4666-8625-D17CC79CABEB}" dt="2026-04-01T01:40:55.238" v="4699" actId="1036"/>
          <ac:cxnSpMkLst>
            <pc:docMk/>
            <pc:sldMk cId="185584466" sldId="2147481073"/>
            <ac:cxnSpMk id="19" creationId="{5A163B66-1978-123F-20AB-F6424CFD4767}"/>
          </ac:cxnSpMkLst>
        </pc:cxnChg>
        <pc:cxnChg chg="mod">
          <ac:chgData name="Manas Singh (IND_PUN)" userId="ee69a424-c787-4788-bac8-5790ad11f21d" providerId="ADAL" clId="{4556DD79-04EA-4666-8625-D17CC79CABEB}" dt="2026-04-01T01:41:06.459" v="4726" actId="1035"/>
          <ac:cxnSpMkLst>
            <pc:docMk/>
            <pc:sldMk cId="185584466" sldId="2147481073"/>
            <ac:cxnSpMk id="20" creationId="{3B5F397E-71E8-B942-777F-91BC34831E7C}"/>
          </ac:cxnSpMkLst>
        </pc:cxnChg>
        <pc:cxnChg chg="add del mod">
          <ac:chgData name="Manas Singh (IND_PUN)" userId="ee69a424-c787-4788-bac8-5790ad11f21d" providerId="ADAL" clId="{4556DD79-04EA-4666-8625-D17CC79CABEB}" dt="2026-03-31T17:34:00.754" v="3807" actId="478"/>
          <ac:cxnSpMkLst>
            <pc:docMk/>
            <pc:sldMk cId="185584466" sldId="2147481073"/>
            <ac:cxnSpMk id="137" creationId="{0437C69B-9DB7-C36E-EDCA-1A15F8F912E3}"/>
          </ac:cxnSpMkLst>
        </pc:cxnChg>
        <pc:cxnChg chg="add del">
          <ac:chgData name="Manas Singh (IND_PUN)" userId="ee69a424-c787-4788-bac8-5790ad11f21d" providerId="ADAL" clId="{4556DD79-04EA-4666-8625-D17CC79CABEB}" dt="2026-03-31T17:34:00.754" v="3807" actId="478"/>
          <ac:cxnSpMkLst>
            <pc:docMk/>
            <pc:sldMk cId="185584466" sldId="2147481073"/>
            <ac:cxnSpMk id="139" creationId="{739EE502-58B1-CB93-B2BB-4B8686055DCE}"/>
          </ac:cxnSpMkLst>
        </pc:cxnChg>
      </pc:sldChg>
      <pc:sldChg chg="del">
        <pc:chgData name="Manas Singh (IND_PUN)" userId="ee69a424-c787-4788-bac8-5790ad11f21d" providerId="ADAL" clId="{4556DD79-04EA-4666-8625-D17CC79CABEB}" dt="2026-04-01T01:28:54.173" v="4052" actId="47"/>
        <pc:sldMkLst>
          <pc:docMk/>
          <pc:sldMk cId="1375775900" sldId="2147481075"/>
        </pc:sldMkLst>
      </pc:sldChg>
      <pc:sldChg chg="del">
        <pc:chgData name="Manas Singh (IND_PUN)" userId="ee69a424-c787-4788-bac8-5790ad11f21d" providerId="ADAL" clId="{4556DD79-04EA-4666-8625-D17CC79CABEB}" dt="2026-04-01T01:28:54.173" v="4052" actId="47"/>
        <pc:sldMkLst>
          <pc:docMk/>
          <pc:sldMk cId="4130803762" sldId="2147481076"/>
        </pc:sldMkLst>
      </pc:sldChg>
      <pc:sldChg chg="del">
        <pc:chgData name="Manas Singh (IND_PUN)" userId="ee69a424-c787-4788-bac8-5790ad11f21d" providerId="ADAL" clId="{4556DD79-04EA-4666-8625-D17CC79CABEB}" dt="2026-04-01T01:28:54.173" v="4052" actId="47"/>
        <pc:sldMkLst>
          <pc:docMk/>
          <pc:sldMk cId="1092066499" sldId="2147481078"/>
        </pc:sldMkLst>
      </pc:sldChg>
      <pc:sldChg chg="del">
        <pc:chgData name="Manas Singh (IND_PUN)" userId="ee69a424-c787-4788-bac8-5790ad11f21d" providerId="ADAL" clId="{4556DD79-04EA-4666-8625-D17CC79CABEB}" dt="2026-04-01T01:28:54.173" v="4052" actId="47"/>
        <pc:sldMkLst>
          <pc:docMk/>
          <pc:sldMk cId="1682510669" sldId="2147481079"/>
        </pc:sldMkLst>
      </pc:sldChg>
      <pc:sldChg chg="addSp delSp modSp add mod ord">
        <pc:chgData name="Manas Singh (IND_PUN)" userId="ee69a424-c787-4788-bac8-5790ad11f21d" providerId="ADAL" clId="{4556DD79-04EA-4666-8625-D17CC79CABEB}" dt="2026-04-01T01:30:42.565" v="4130" actId="1036"/>
        <pc:sldMkLst>
          <pc:docMk/>
          <pc:sldMk cId="1673557198" sldId="2147481080"/>
        </pc:sldMkLst>
        <pc:spChg chg="mod">
          <ac:chgData name="Manas Singh (IND_PUN)" userId="ee69a424-c787-4788-bac8-5790ad11f21d" providerId="ADAL" clId="{4556DD79-04EA-4666-8625-D17CC79CABEB}" dt="2026-04-01T01:30:22.806" v="4117" actId="20577"/>
          <ac:spMkLst>
            <pc:docMk/>
            <pc:sldMk cId="1673557198" sldId="2147481080"/>
            <ac:spMk id="4" creationId="{BCC400A5-0FF6-6E69-F896-4B1A49FD7F6D}"/>
          </ac:spMkLst>
        </pc:spChg>
        <pc:spChg chg="mod">
          <ac:chgData name="Manas Singh (IND_PUN)" userId="ee69a424-c787-4788-bac8-5790ad11f21d" providerId="ADAL" clId="{4556DD79-04EA-4666-8625-D17CC79CABEB}" dt="2026-03-31T16:27:45.072" v="1108" actId="1035"/>
          <ac:spMkLst>
            <pc:docMk/>
            <pc:sldMk cId="1673557198" sldId="2147481080"/>
            <ac:spMk id="7" creationId="{C244FBAD-47FF-BAC6-830B-4B568E96F909}"/>
          </ac:spMkLst>
        </pc:spChg>
        <pc:spChg chg="mod">
          <ac:chgData name="Manas Singh (IND_PUN)" userId="ee69a424-c787-4788-bac8-5790ad11f21d" providerId="ADAL" clId="{4556DD79-04EA-4666-8625-D17CC79CABEB}" dt="2026-03-31T16:28:07.513" v="1132" actId="255"/>
          <ac:spMkLst>
            <pc:docMk/>
            <pc:sldMk cId="1673557198" sldId="2147481080"/>
            <ac:spMk id="10" creationId="{94DC5BE5-7387-E181-E36D-FA76948A648F}"/>
          </ac:spMkLst>
        </pc:spChg>
        <pc:picChg chg="add del mod">
          <ac:chgData name="Manas Singh (IND_PUN)" userId="ee69a424-c787-4788-bac8-5790ad11f21d" providerId="ADAL" clId="{4556DD79-04EA-4666-8625-D17CC79CABEB}" dt="2026-03-31T11:37:12.483" v="976" actId="478"/>
          <ac:picMkLst>
            <pc:docMk/>
            <pc:sldMk cId="1673557198" sldId="2147481080"/>
            <ac:picMk id="5" creationId="{B40919A0-DF18-6C05-1468-325AE33FCDA9}"/>
          </ac:picMkLst>
        </pc:picChg>
        <pc:picChg chg="add mod">
          <ac:chgData name="Manas Singh (IND_PUN)" userId="ee69a424-c787-4788-bac8-5790ad11f21d" providerId="ADAL" clId="{4556DD79-04EA-4666-8625-D17CC79CABEB}" dt="2026-03-31T11:38:01.189" v="989" actId="1076"/>
          <ac:picMkLst>
            <pc:docMk/>
            <pc:sldMk cId="1673557198" sldId="2147481080"/>
            <ac:picMk id="8" creationId="{8C4398CA-6B1F-E77A-5BFC-9729D7BAAB30}"/>
          </ac:picMkLst>
        </pc:picChg>
        <pc:picChg chg="del">
          <ac:chgData name="Manas Singh (IND_PUN)" userId="ee69a424-c787-4788-bac8-5790ad11f21d" providerId="ADAL" clId="{4556DD79-04EA-4666-8625-D17CC79CABEB}" dt="2026-03-31T11:37:34.460" v="979" actId="478"/>
          <ac:picMkLst>
            <pc:docMk/>
            <pc:sldMk cId="1673557198" sldId="2147481080"/>
            <ac:picMk id="15" creationId="{26070EC7-D2CA-FFE0-E679-4C7BB7168143}"/>
          </ac:picMkLst>
        </pc:picChg>
        <pc:cxnChg chg="mod">
          <ac:chgData name="Manas Singh (IND_PUN)" userId="ee69a424-c787-4788-bac8-5790ad11f21d" providerId="ADAL" clId="{4556DD79-04EA-4666-8625-D17CC79CABEB}" dt="2026-04-01T01:30:42.565" v="4130" actId="1036"/>
          <ac:cxnSpMkLst>
            <pc:docMk/>
            <pc:sldMk cId="1673557198" sldId="2147481080"/>
            <ac:cxnSpMk id="18" creationId="{EE32016F-35AD-9B49-F769-C326C8472FF5}"/>
          </ac:cxnSpMkLst>
        </pc:cxnChg>
        <pc:cxnChg chg="mod">
          <ac:chgData name="Manas Singh (IND_PUN)" userId="ee69a424-c787-4788-bac8-5790ad11f21d" providerId="ADAL" clId="{4556DD79-04EA-4666-8625-D17CC79CABEB}" dt="2026-03-31T16:27:49.400" v="1120" actId="1035"/>
          <ac:cxnSpMkLst>
            <pc:docMk/>
            <pc:sldMk cId="1673557198" sldId="2147481080"/>
            <ac:cxnSpMk id="21" creationId="{1E782EC7-899D-3E9D-70F4-8BE8B613AECF}"/>
          </ac:cxnSpMkLst>
        </pc:cxnChg>
        <pc:cxnChg chg="del">
          <ac:chgData name="Manas Singh (IND_PUN)" userId="ee69a424-c787-4788-bac8-5790ad11f21d" providerId="ADAL" clId="{4556DD79-04EA-4666-8625-D17CC79CABEB}" dt="2026-03-31T16:28:24.798" v="1133" actId="478"/>
          <ac:cxnSpMkLst>
            <pc:docMk/>
            <pc:sldMk cId="1673557198" sldId="2147481080"/>
            <ac:cxnSpMk id="23" creationId="{BABEFBD8-55E3-85B3-DDA5-7BF7049AC604}"/>
          </ac:cxnSpMkLst>
        </pc:cxnChg>
      </pc:sldChg>
      <pc:sldChg chg="add del">
        <pc:chgData name="Manas Singh (IND_PUN)" userId="ee69a424-c787-4788-bac8-5790ad11f21d" providerId="ADAL" clId="{4556DD79-04EA-4666-8625-D17CC79CABEB}" dt="2026-04-01T01:29:06.060" v="4053" actId="47"/>
        <pc:sldMkLst>
          <pc:docMk/>
          <pc:sldMk cId="33727784" sldId="2147481081"/>
        </pc:sldMkLst>
      </pc:sldChg>
      <pc:sldChg chg="addSp delSp modSp add mod">
        <pc:chgData name="Manas Singh (IND_PUN)" userId="ee69a424-c787-4788-bac8-5790ad11f21d" providerId="ADAL" clId="{4556DD79-04EA-4666-8625-D17CC79CABEB}" dt="2026-04-01T01:29:26.055" v="4054" actId="20577"/>
        <pc:sldMkLst>
          <pc:docMk/>
          <pc:sldMk cId="639110583" sldId="2147481082"/>
        </pc:sldMkLst>
        <pc:spChg chg="add">
          <ac:chgData name="Manas Singh (IND_PUN)" userId="ee69a424-c787-4788-bac8-5790ad11f21d" providerId="ADAL" clId="{4556DD79-04EA-4666-8625-D17CC79CABEB}" dt="2026-03-31T11:01:57.957" v="548"/>
          <ac:spMkLst>
            <pc:docMk/>
            <pc:sldMk cId="639110583" sldId="2147481082"/>
            <ac:spMk id="3" creationId="{9DE3E913-907B-2817-DFF4-18F219C8ACE3}"/>
          </ac:spMkLst>
        </pc:spChg>
        <pc:spChg chg="add mod">
          <ac:chgData name="Manas Singh (IND_PUN)" userId="ee69a424-c787-4788-bac8-5790ad11f21d" providerId="ADAL" clId="{4556DD79-04EA-4666-8625-D17CC79CABEB}" dt="2026-03-31T11:21:22.238" v="971" actId="113"/>
          <ac:spMkLst>
            <pc:docMk/>
            <pc:sldMk cId="639110583" sldId="2147481082"/>
            <ac:spMk id="4" creationId="{613200CB-6029-8227-138B-D67D4B7C6F6E}"/>
          </ac:spMkLst>
        </pc:spChg>
        <pc:spChg chg="add mod">
          <ac:chgData name="Manas Singh (IND_PUN)" userId="ee69a424-c787-4788-bac8-5790ad11f21d" providerId="ADAL" clId="{4556DD79-04EA-4666-8625-D17CC79CABEB}" dt="2026-03-31T11:11:56.629" v="918" actId="20577"/>
          <ac:spMkLst>
            <pc:docMk/>
            <pc:sldMk cId="639110583" sldId="2147481082"/>
            <ac:spMk id="5" creationId="{61890B0B-EB74-4B8C-BA91-291845A7E038}"/>
          </ac:spMkLst>
        </pc:spChg>
        <pc:spChg chg="mod">
          <ac:chgData name="Manas Singh (IND_PUN)" userId="ee69a424-c787-4788-bac8-5790ad11f21d" providerId="ADAL" clId="{4556DD79-04EA-4666-8625-D17CC79CABEB}" dt="2026-04-01T01:29:26.055" v="4054" actId="20577"/>
          <ac:spMkLst>
            <pc:docMk/>
            <pc:sldMk cId="639110583" sldId="2147481082"/>
            <ac:spMk id="6" creationId="{9CE3A362-C9B2-F7C0-103A-9E9CEF922E70}"/>
          </ac:spMkLst>
        </pc:spChg>
        <pc:spChg chg="add mod">
          <ac:chgData name="Manas Singh (IND_PUN)" userId="ee69a424-c787-4788-bac8-5790ad11f21d" providerId="ADAL" clId="{4556DD79-04EA-4666-8625-D17CC79CABEB}" dt="2026-03-31T11:11:18.962" v="902"/>
          <ac:spMkLst>
            <pc:docMk/>
            <pc:sldMk cId="639110583" sldId="2147481082"/>
            <ac:spMk id="7" creationId="{9709495C-ADA6-EFDD-4D77-C89892F2965A}"/>
          </ac:spMkLst>
        </pc:spChg>
        <pc:spChg chg="add">
          <ac:chgData name="Manas Singh (IND_PUN)" userId="ee69a424-c787-4788-bac8-5790ad11f21d" providerId="ADAL" clId="{4556DD79-04EA-4666-8625-D17CC79CABEB}" dt="2026-03-31T11:13:42.520" v="926"/>
          <ac:spMkLst>
            <pc:docMk/>
            <pc:sldMk cId="639110583" sldId="2147481082"/>
            <ac:spMk id="8" creationId="{099D2D18-EFC8-4D96-176A-B0DFB6961C64}"/>
          </ac:spMkLst>
        </pc:spChg>
        <pc:spChg chg="add mod">
          <ac:chgData name="Manas Singh (IND_PUN)" userId="ee69a424-c787-4788-bac8-5790ad11f21d" providerId="ADAL" clId="{4556DD79-04EA-4666-8625-D17CC79CABEB}" dt="2026-03-31T11:13:47.023" v="928"/>
          <ac:spMkLst>
            <pc:docMk/>
            <pc:sldMk cId="639110583" sldId="2147481082"/>
            <ac:spMk id="9" creationId="{030F3EBF-D89A-33BC-AA1C-5BBC18787B85}"/>
          </ac:spMkLst>
        </pc:spChg>
        <pc:spChg chg="mod">
          <ac:chgData name="Manas Singh (IND_PUN)" userId="ee69a424-c787-4788-bac8-5790ad11f21d" providerId="ADAL" clId="{4556DD79-04EA-4666-8625-D17CC79CABEB}" dt="2026-03-31T11:21:34.393" v="973"/>
          <ac:spMkLst>
            <pc:docMk/>
            <pc:sldMk cId="639110583" sldId="2147481082"/>
            <ac:spMk id="10" creationId="{81ECB828-CAF2-6D98-CEC1-ACA65DFC0DBA}"/>
          </ac:spMkLst>
        </pc:spChg>
        <pc:spChg chg="add">
          <ac:chgData name="Manas Singh (IND_PUN)" userId="ee69a424-c787-4788-bac8-5790ad11f21d" providerId="ADAL" clId="{4556DD79-04EA-4666-8625-D17CC79CABEB}" dt="2026-03-31T11:17:34.007" v="943"/>
          <ac:spMkLst>
            <pc:docMk/>
            <pc:sldMk cId="639110583" sldId="2147481082"/>
            <ac:spMk id="11" creationId="{7B50BC84-E0FD-EF32-2B92-ADDC575D5C5B}"/>
          </ac:spMkLst>
        </pc:spChg>
        <pc:spChg chg="mod">
          <ac:chgData name="Manas Singh (IND_PUN)" userId="ee69a424-c787-4788-bac8-5790ad11f21d" providerId="ADAL" clId="{4556DD79-04EA-4666-8625-D17CC79CABEB}" dt="2026-03-31T11:10:58.396" v="901" actId="404"/>
          <ac:spMkLst>
            <pc:docMk/>
            <pc:sldMk cId="639110583" sldId="2147481082"/>
            <ac:spMk id="12" creationId="{19C333CD-232A-A46A-DBD7-58ED6D77F363}"/>
          </ac:spMkLst>
        </pc:spChg>
        <pc:spChg chg="del">
          <ac:chgData name="Manas Singh (IND_PUN)" userId="ee69a424-c787-4788-bac8-5790ad11f21d" providerId="ADAL" clId="{4556DD79-04EA-4666-8625-D17CC79CABEB}" dt="2026-03-31T10:58:52.745" v="500" actId="478"/>
          <ac:spMkLst>
            <pc:docMk/>
            <pc:sldMk cId="639110583" sldId="2147481082"/>
            <ac:spMk id="13" creationId="{4F473527-49E5-CC47-89D2-033CCAADE74B}"/>
          </ac:spMkLst>
        </pc:spChg>
        <pc:spChg chg="del">
          <ac:chgData name="Manas Singh (IND_PUN)" userId="ee69a424-c787-4788-bac8-5790ad11f21d" providerId="ADAL" clId="{4556DD79-04EA-4666-8625-D17CC79CABEB}" dt="2026-03-31T10:58:52.745" v="500" actId="478"/>
          <ac:spMkLst>
            <pc:docMk/>
            <pc:sldMk cId="639110583" sldId="2147481082"/>
            <ac:spMk id="16" creationId="{71B2108D-F958-38E6-9B4E-08EDB071758D}"/>
          </ac:spMkLst>
        </pc:spChg>
        <pc:spChg chg="del">
          <ac:chgData name="Manas Singh (IND_PUN)" userId="ee69a424-c787-4788-bac8-5790ad11f21d" providerId="ADAL" clId="{4556DD79-04EA-4666-8625-D17CC79CABEB}" dt="2026-03-31T10:58:52.745" v="500" actId="478"/>
          <ac:spMkLst>
            <pc:docMk/>
            <pc:sldMk cId="639110583" sldId="2147481082"/>
            <ac:spMk id="47" creationId="{9D59C95D-1A77-D238-6396-A56D264DC511}"/>
          </ac:spMkLst>
        </pc:spChg>
        <pc:graphicFrameChg chg="add mod">
          <ac:chgData name="Manas Singh (IND_PUN)" userId="ee69a424-c787-4788-bac8-5790ad11f21d" providerId="ADAL" clId="{4556DD79-04EA-4666-8625-D17CC79CABEB}" dt="2026-03-31T10:56:36.242" v="485"/>
          <ac:graphicFrameMkLst>
            <pc:docMk/>
            <pc:sldMk cId="639110583" sldId="2147481082"/>
            <ac:graphicFrameMk id="2" creationId="{284C1D0E-871D-4BEC-ADD7-C36FF65C7FA3}"/>
          </ac:graphicFrameMkLst>
        </pc:graphicFrameChg>
      </pc:sldChg>
      <pc:sldChg chg="add del">
        <pc:chgData name="Manas Singh (IND_PUN)" userId="ee69a424-c787-4788-bac8-5790ad11f21d" providerId="ADAL" clId="{4556DD79-04EA-4666-8625-D17CC79CABEB}" dt="2026-04-01T01:28:54.173" v="4052" actId="47"/>
        <pc:sldMkLst>
          <pc:docMk/>
          <pc:sldMk cId="2761364320" sldId="2147481083"/>
        </pc:sldMkLst>
      </pc:sldChg>
      <pc:sldChg chg="addSp delSp modSp add mod">
        <pc:chgData name="Manas Singh (IND_PUN)" userId="ee69a424-c787-4788-bac8-5790ad11f21d" providerId="ADAL" clId="{4556DD79-04EA-4666-8625-D17CC79CABEB}" dt="2026-03-31T17:23:41.787" v="3750" actId="20577"/>
        <pc:sldMkLst>
          <pc:docMk/>
          <pc:sldMk cId="405805551" sldId="2147481084"/>
        </pc:sldMkLst>
        <pc:spChg chg="del mod">
          <ac:chgData name="Manas Singh (IND_PUN)" userId="ee69a424-c787-4788-bac8-5790ad11f21d" providerId="ADAL" clId="{4556DD79-04EA-4666-8625-D17CC79CABEB}" dt="2026-03-31T17:17:26.358" v="3433" actId="478"/>
          <ac:spMkLst>
            <pc:docMk/>
            <pc:sldMk cId="405805551" sldId="2147481084"/>
            <ac:spMk id="3" creationId="{BA82DD26-0DA8-6BF4-FC39-8D6AB9B43119}"/>
          </ac:spMkLst>
        </pc:spChg>
        <pc:spChg chg="mod">
          <ac:chgData name="Manas Singh (IND_PUN)" userId="ee69a424-c787-4788-bac8-5790ad11f21d" providerId="ADAL" clId="{4556DD79-04EA-4666-8625-D17CC79CABEB}" dt="2026-03-31T17:21:44.431" v="3735" actId="20577"/>
          <ac:spMkLst>
            <pc:docMk/>
            <pc:sldMk cId="405805551" sldId="2147481084"/>
            <ac:spMk id="4" creationId="{285A4309-A142-3A54-056C-9DA826F26587}"/>
          </ac:spMkLst>
        </pc:spChg>
        <pc:spChg chg="del">
          <ac:chgData name="Manas Singh (IND_PUN)" userId="ee69a424-c787-4788-bac8-5790ad11f21d" providerId="ADAL" clId="{4556DD79-04EA-4666-8625-D17CC79CABEB}" dt="2026-03-31T17:17:26.358" v="3433" actId="478"/>
          <ac:spMkLst>
            <pc:docMk/>
            <pc:sldMk cId="405805551" sldId="2147481084"/>
            <ac:spMk id="6" creationId="{9AD0D3AB-6B0E-0B5F-DEDB-1071183FA5D8}"/>
          </ac:spMkLst>
        </pc:spChg>
        <pc:spChg chg="add mod">
          <ac:chgData name="Manas Singh (IND_PUN)" userId="ee69a424-c787-4788-bac8-5790ad11f21d" providerId="ADAL" clId="{4556DD79-04EA-4666-8625-D17CC79CABEB}" dt="2026-03-31T17:21:29.347" v="3723" actId="1076"/>
          <ac:spMkLst>
            <pc:docMk/>
            <pc:sldMk cId="405805551" sldId="2147481084"/>
            <ac:spMk id="7" creationId="{4C396C42-ED16-D936-06CC-ED3421A347EB}"/>
          </ac:spMkLst>
        </pc:spChg>
        <pc:spChg chg="mod">
          <ac:chgData name="Manas Singh (IND_PUN)" userId="ee69a424-c787-4788-bac8-5790ad11f21d" providerId="ADAL" clId="{4556DD79-04EA-4666-8625-D17CC79CABEB}" dt="2026-03-31T17:19:03.452" v="3585" actId="1036"/>
          <ac:spMkLst>
            <pc:docMk/>
            <pc:sldMk cId="405805551" sldId="2147481084"/>
            <ac:spMk id="8" creationId="{D53CCFF5-EE24-1073-7E31-981B13EA2E1D}"/>
          </ac:spMkLst>
        </pc:spChg>
        <pc:spChg chg="mod">
          <ac:chgData name="Manas Singh (IND_PUN)" userId="ee69a424-c787-4788-bac8-5790ad11f21d" providerId="ADAL" clId="{4556DD79-04EA-4666-8625-D17CC79CABEB}" dt="2026-03-31T17:21:34.445" v="3732" actId="1038"/>
          <ac:spMkLst>
            <pc:docMk/>
            <pc:sldMk cId="405805551" sldId="2147481084"/>
            <ac:spMk id="9" creationId="{345C1C38-B0A7-8570-D02E-BF0BE589D985}"/>
          </ac:spMkLst>
        </pc:spChg>
        <pc:spChg chg="mod">
          <ac:chgData name="Manas Singh (IND_PUN)" userId="ee69a424-c787-4788-bac8-5790ad11f21d" providerId="ADAL" clId="{4556DD79-04EA-4666-8625-D17CC79CABEB}" dt="2026-03-31T17:19:37.357" v="3704" actId="1037"/>
          <ac:spMkLst>
            <pc:docMk/>
            <pc:sldMk cId="405805551" sldId="2147481084"/>
            <ac:spMk id="10" creationId="{68418ACC-8964-4A8E-FBB2-2758EEA81AAE}"/>
          </ac:spMkLst>
        </pc:spChg>
        <pc:spChg chg="del">
          <ac:chgData name="Manas Singh (IND_PUN)" userId="ee69a424-c787-4788-bac8-5790ad11f21d" providerId="ADAL" clId="{4556DD79-04EA-4666-8625-D17CC79CABEB}" dt="2026-03-31T17:17:15.012" v="3431" actId="478"/>
          <ac:spMkLst>
            <pc:docMk/>
            <pc:sldMk cId="405805551" sldId="2147481084"/>
            <ac:spMk id="11" creationId="{C31CD897-2033-9397-614F-A86EDADFCC7F}"/>
          </ac:spMkLst>
        </pc:spChg>
        <pc:spChg chg="del mod">
          <ac:chgData name="Manas Singh (IND_PUN)" userId="ee69a424-c787-4788-bac8-5790ad11f21d" providerId="ADAL" clId="{4556DD79-04EA-4666-8625-D17CC79CABEB}" dt="2026-03-31T17:18:48.471" v="3575" actId="478"/>
          <ac:spMkLst>
            <pc:docMk/>
            <pc:sldMk cId="405805551" sldId="2147481084"/>
            <ac:spMk id="15" creationId="{F7446EA6-9FC6-BB7C-0E0F-B5103951E391}"/>
          </ac:spMkLst>
        </pc:spChg>
        <pc:spChg chg="mod">
          <ac:chgData name="Manas Singh (IND_PUN)" userId="ee69a424-c787-4788-bac8-5790ad11f21d" providerId="ADAL" clId="{4556DD79-04EA-4666-8625-D17CC79CABEB}" dt="2026-03-31T17:19:37.357" v="3704" actId="1037"/>
          <ac:spMkLst>
            <pc:docMk/>
            <pc:sldMk cId="405805551" sldId="2147481084"/>
            <ac:spMk id="41" creationId="{DC1147EB-9605-8C81-956C-D5FA7DB2E82C}"/>
          </ac:spMkLst>
        </pc:spChg>
        <pc:spChg chg="mod">
          <ac:chgData name="Manas Singh (IND_PUN)" userId="ee69a424-c787-4788-bac8-5790ad11f21d" providerId="ADAL" clId="{4556DD79-04EA-4666-8625-D17CC79CABEB}" dt="2026-03-31T17:19:37.357" v="3704" actId="1037"/>
          <ac:spMkLst>
            <pc:docMk/>
            <pc:sldMk cId="405805551" sldId="2147481084"/>
            <ac:spMk id="43" creationId="{772BA2B7-661E-3D0B-AB5A-32C1C89C5FC2}"/>
          </ac:spMkLst>
        </pc:spChg>
        <pc:spChg chg="mod">
          <ac:chgData name="Manas Singh (IND_PUN)" userId="ee69a424-c787-4788-bac8-5790ad11f21d" providerId="ADAL" clId="{4556DD79-04EA-4666-8625-D17CC79CABEB}" dt="2026-03-31T17:19:29.938" v="3652" actId="1037"/>
          <ac:spMkLst>
            <pc:docMk/>
            <pc:sldMk cId="405805551" sldId="2147481084"/>
            <ac:spMk id="45" creationId="{851676F4-6C76-A521-8CA9-8C9FCE1FD948}"/>
          </ac:spMkLst>
        </pc:spChg>
        <pc:spChg chg="mod">
          <ac:chgData name="Manas Singh (IND_PUN)" userId="ee69a424-c787-4788-bac8-5790ad11f21d" providerId="ADAL" clId="{4556DD79-04EA-4666-8625-D17CC79CABEB}" dt="2026-03-31T17:19:29.938" v="3652" actId="1037"/>
          <ac:spMkLst>
            <pc:docMk/>
            <pc:sldMk cId="405805551" sldId="2147481084"/>
            <ac:spMk id="47" creationId="{AB902850-9861-BA20-1853-19806E50517C}"/>
          </ac:spMkLst>
        </pc:spChg>
        <pc:spChg chg="mod">
          <ac:chgData name="Manas Singh (IND_PUN)" userId="ee69a424-c787-4788-bac8-5790ad11f21d" providerId="ADAL" clId="{4556DD79-04EA-4666-8625-D17CC79CABEB}" dt="2026-03-31T17:23:41.787" v="3750" actId="20577"/>
          <ac:spMkLst>
            <pc:docMk/>
            <pc:sldMk cId="405805551" sldId="2147481084"/>
            <ac:spMk id="49" creationId="{75C131CA-EAE7-C4F8-CBF7-BAD748EA4642}"/>
          </ac:spMkLst>
        </pc:spChg>
        <pc:spChg chg="mod">
          <ac:chgData name="Manas Singh (IND_PUN)" userId="ee69a424-c787-4788-bac8-5790ad11f21d" providerId="ADAL" clId="{4556DD79-04EA-4666-8625-D17CC79CABEB}" dt="2026-03-31T17:19:12.067" v="3586" actId="14100"/>
          <ac:spMkLst>
            <pc:docMk/>
            <pc:sldMk cId="405805551" sldId="2147481084"/>
            <ac:spMk id="51" creationId="{C260BA54-6124-18BA-E4F1-10A0A61EB0F6}"/>
          </ac:spMkLst>
        </pc:spChg>
        <pc:spChg chg="del mod">
          <ac:chgData name="Manas Singh (IND_PUN)" userId="ee69a424-c787-4788-bac8-5790ad11f21d" providerId="ADAL" clId="{4556DD79-04EA-4666-8625-D17CC79CABEB}" dt="2026-03-31T17:17:26.358" v="3433" actId="478"/>
          <ac:spMkLst>
            <pc:docMk/>
            <pc:sldMk cId="405805551" sldId="2147481084"/>
            <ac:spMk id="53" creationId="{E38EAEB9-BAE5-8298-9E58-F7C98BE08739}"/>
          </ac:spMkLst>
        </pc:spChg>
        <pc:spChg chg="del mod">
          <ac:chgData name="Manas Singh (IND_PUN)" userId="ee69a424-c787-4788-bac8-5790ad11f21d" providerId="ADAL" clId="{4556DD79-04EA-4666-8625-D17CC79CABEB}" dt="2026-03-31T17:21:21.361" v="3722" actId="478"/>
          <ac:spMkLst>
            <pc:docMk/>
            <pc:sldMk cId="405805551" sldId="2147481084"/>
            <ac:spMk id="57" creationId="{0B625644-F09C-EBE0-4CFA-85CEDA630809}"/>
          </ac:spMkLst>
        </pc:spChg>
        <pc:spChg chg="mod">
          <ac:chgData name="Manas Singh (IND_PUN)" userId="ee69a424-c787-4788-bac8-5790ad11f21d" providerId="ADAL" clId="{4556DD79-04EA-4666-8625-D17CC79CABEB}" dt="2026-03-31T17:19:29.938" v="3652" actId="1037"/>
          <ac:spMkLst>
            <pc:docMk/>
            <pc:sldMk cId="405805551" sldId="2147481084"/>
            <ac:spMk id="59" creationId="{E29BD531-009A-2AD9-EADF-C6DB483681C0}"/>
          </ac:spMkLst>
        </pc:spChg>
        <pc:spChg chg="del mod">
          <ac:chgData name="Manas Singh (IND_PUN)" userId="ee69a424-c787-4788-bac8-5790ad11f21d" providerId="ADAL" clId="{4556DD79-04EA-4666-8625-D17CC79CABEB}" dt="2026-03-31T17:17:15.012" v="3431" actId="478"/>
          <ac:spMkLst>
            <pc:docMk/>
            <pc:sldMk cId="405805551" sldId="2147481084"/>
            <ac:spMk id="65" creationId="{5F58C033-2C4A-2D65-AC2D-1C7373E823A1}"/>
          </ac:spMkLst>
        </pc:spChg>
        <pc:spChg chg="del">
          <ac:chgData name="Manas Singh (IND_PUN)" userId="ee69a424-c787-4788-bac8-5790ad11f21d" providerId="ADAL" clId="{4556DD79-04EA-4666-8625-D17CC79CABEB}" dt="2026-03-31T17:17:15.012" v="3431" actId="478"/>
          <ac:spMkLst>
            <pc:docMk/>
            <pc:sldMk cId="405805551" sldId="2147481084"/>
            <ac:spMk id="66" creationId="{0BCEEB16-E846-50F3-0474-71AC8D7FAAB9}"/>
          </ac:spMkLst>
        </pc:spChg>
        <pc:spChg chg="del">
          <ac:chgData name="Manas Singh (IND_PUN)" userId="ee69a424-c787-4788-bac8-5790ad11f21d" providerId="ADAL" clId="{4556DD79-04EA-4666-8625-D17CC79CABEB}" dt="2026-03-31T17:17:18.598" v="3432" actId="478"/>
          <ac:spMkLst>
            <pc:docMk/>
            <pc:sldMk cId="405805551" sldId="2147481084"/>
            <ac:spMk id="100" creationId="{0592C330-15F3-C03D-CEFE-FADC156BFD60}"/>
          </ac:spMkLst>
        </pc:spChg>
        <pc:spChg chg="del mod">
          <ac:chgData name="Manas Singh (IND_PUN)" userId="ee69a424-c787-4788-bac8-5790ad11f21d" providerId="ADAL" clId="{4556DD79-04EA-4666-8625-D17CC79CABEB}" dt="2026-03-31T17:17:15.012" v="3431" actId="478"/>
          <ac:spMkLst>
            <pc:docMk/>
            <pc:sldMk cId="405805551" sldId="2147481084"/>
            <ac:spMk id="102" creationId="{F63FA796-0AB2-79D3-6F34-E49C3E089274}"/>
          </ac:spMkLst>
        </pc:spChg>
        <pc:spChg chg="del">
          <ac:chgData name="Manas Singh (IND_PUN)" userId="ee69a424-c787-4788-bac8-5790ad11f21d" providerId="ADAL" clId="{4556DD79-04EA-4666-8625-D17CC79CABEB}" dt="2026-03-31T17:17:15.012" v="3431" actId="478"/>
          <ac:spMkLst>
            <pc:docMk/>
            <pc:sldMk cId="405805551" sldId="2147481084"/>
            <ac:spMk id="103" creationId="{3EBDFFD4-FC00-48B2-8044-68D44E1CB227}"/>
          </ac:spMkLst>
        </pc:spChg>
        <pc:spChg chg="del mod">
          <ac:chgData name="Manas Singh (IND_PUN)" userId="ee69a424-c787-4788-bac8-5790ad11f21d" providerId="ADAL" clId="{4556DD79-04EA-4666-8625-D17CC79CABEB}" dt="2026-03-31T17:17:15.012" v="3431" actId="478"/>
          <ac:spMkLst>
            <pc:docMk/>
            <pc:sldMk cId="405805551" sldId="2147481084"/>
            <ac:spMk id="105" creationId="{7AE09729-B653-0C6E-0897-A245306831B1}"/>
          </ac:spMkLst>
        </pc:spChg>
        <pc:spChg chg="del">
          <ac:chgData name="Manas Singh (IND_PUN)" userId="ee69a424-c787-4788-bac8-5790ad11f21d" providerId="ADAL" clId="{4556DD79-04EA-4666-8625-D17CC79CABEB}" dt="2026-03-31T17:17:15.012" v="3431" actId="478"/>
          <ac:spMkLst>
            <pc:docMk/>
            <pc:sldMk cId="405805551" sldId="2147481084"/>
            <ac:spMk id="106" creationId="{22FEA7C3-30D4-5872-283F-22C3F3AF738E}"/>
          </ac:spMkLst>
        </pc:spChg>
        <pc:spChg chg="del mod">
          <ac:chgData name="Manas Singh (IND_PUN)" userId="ee69a424-c787-4788-bac8-5790ad11f21d" providerId="ADAL" clId="{4556DD79-04EA-4666-8625-D17CC79CABEB}" dt="2026-03-31T17:17:15.012" v="3431" actId="478"/>
          <ac:spMkLst>
            <pc:docMk/>
            <pc:sldMk cId="405805551" sldId="2147481084"/>
            <ac:spMk id="123" creationId="{DAD94DA2-738D-52FA-E208-4BAB9AF79A3E}"/>
          </ac:spMkLst>
        </pc:spChg>
        <pc:spChg chg="mod">
          <ac:chgData name="Manas Singh (IND_PUN)" userId="ee69a424-c787-4788-bac8-5790ad11f21d" providerId="ADAL" clId="{4556DD79-04EA-4666-8625-D17CC79CABEB}" dt="2026-03-31T17:15:05.623" v="3395" actId="1036"/>
          <ac:spMkLst>
            <pc:docMk/>
            <pc:sldMk cId="405805551" sldId="2147481084"/>
            <ac:spMk id="199" creationId="{9F01F1D0-FE2E-DAB6-CD1C-FFE217FB22C4}"/>
          </ac:spMkLst>
        </pc:spChg>
        <pc:spChg chg="mod">
          <ac:chgData name="Manas Singh (IND_PUN)" userId="ee69a424-c787-4788-bac8-5790ad11f21d" providerId="ADAL" clId="{4556DD79-04EA-4666-8625-D17CC79CABEB}" dt="2026-03-31T17:15:05.623" v="3395" actId="1036"/>
          <ac:spMkLst>
            <pc:docMk/>
            <pc:sldMk cId="405805551" sldId="2147481084"/>
            <ac:spMk id="200" creationId="{260F93B7-1060-C9C0-6D59-3F44A5DEA378}"/>
          </ac:spMkLst>
        </pc:spChg>
        <pc:spChg chg="mod">
          <ac:chgData name="Manas Singh (IND_PUN)" userId="ee69a424-c787-4788-bac8-5790ad11f21d" providerId="ADAL" clId="{4556DD79-04EA-4666-8625-D17CC79CABEB}" dt="2026-03-31T17:15:05.623" v="3395" actId="1036"/>
          <ac:spMkLst>
            <pc:docMk/>
            <pc:sldMk cId="405805551" sldId="2147481084"/>
            <ac:spMk id="202" creationId="{1C73ED55-E447-5F86-8596-BB491962A0C5}"/>
          </ac:spMkLst>
        </pc:spChg>
        <pc:spChg chg="mod">
          <ac:chgData name="Manas Singh (IND_PUN)" userId="ee69a424-c787-4788-bac8-5790ad11f21d" providerId="ADAL" clId="{4556DD79-04EA-4666-8625-D17CC79CABEB}" dt="2026-03-31T17:20:32.737" v="3719" actId="20577"/>
          <ac:spMkLst>
            <pc:docMk/>
            <pc:sldMk cId="405805551" sldId="2147481084"/>
            <ac:spMk id="203" creationId="{4FCB61A2-F676-2B81-53FE-5CC593472E9D}"/>
          </ac:spMkLst>
        </pc:spChg>
        <pc:graphicFrameChg chg="add mod">
          <ac:chgData name="Manas Singh (IND_PUN)" userId="ee69a424-c787-4788-bac8-5790ad11f21d" providerId="ADAL" clId="{4556DD79-04EA-4666-8625-D17CC79CABEB}" dt="2026-03-31T17:15:42.129" v="3408"/>
          <ac:graphicFrameMkLst>
            <pc:docMk/>
            <pc:sldMk cId="405805551" sldId="2147481084"/>
            <ac:graphicFrameMk id="5" creationId="{86C975D9-ED16-453A-F540-71ADC62B4F8F}"/>
          </ac:graphicFrameMkLst>
        </pc:graphicFrameChg>
        <pc:graphicFrameChg chg="mod modGraphic">
          <ac:chgData name="Manas Singh (IND_PUN)" userId="ee69a424-c787-4788-bac8-5790ad11f21d" providerId="ADAL" clId="{4556DD79-04EA-4666-8625-D17CC79CABEB}" dt="2026-03-31T17:12:11.848" v="3213" actId="20577"/>
          <ac:graphicFrameMkLst>
            <pc:docMk/>
            <pc:sldMk cId="405805551" sldId="2147481084"/>
            <ac:graphicFrameMk id="16" creationId="{3FD8D27B-9B45-9849-45E2-ECDE97C0DB99}"/>
          </ac:graphicFrameMkLst>
        </pc:graphicFrameChg>
        <pc:cxnChg chg="del">
          <ac:chgData name="Manas Singh (IND_PUN)" userId="ee69a424-c787-4788-bac8-5790ad11f21d" providerId="ADAL" clId="{4556DD79-04EA-4666-8625-D17CC79CABEB}" dt="2026-03-31T17:17:15.012" v="3431" actId="478"/>
          <ac:cxnSpMkLst>
            <pc:docMk/>
            <pc:sldMk cId="405805551" sldId="2147481084"/>
            <ac:cxnSpMk id="12" creationId="{279DF1E4-F0CC-F537-07A1-696D78E0CDFA}"/>
          </ac:cxnSpMkLst>
        </pc:cxnChg>
        <pc:cxnChg chg="del">
          <ac:chgData name="Manas Singh (IND_PUN)" userId="ee69a424-c787-4788-bac8-5790ad11f21d" providerId="ADAL" clId="{4556DD79-04EA-4666-8625-D17CC79CABEB}" dt="2026-03-31T17:17:02.519" v="3430" actId="478"/>
          <ac:cxnSpMkLst>
            <pc:docMk/>
            <pc:sldMk cId="405805551" sldId="2147481084"/>
            <ac:cxnSpMk id="56" creationId="{FC781820-2D3D-202C-48DB-E249311E3EA3}"/>
          </ac:cxnSpMkLst>
        </pc:cxnChg>
      </pc:sldChg>
      <pc:sldChg chg="addSp delSp modSp add mod">
        <pc:chgData name="Manas Singh (IND_PUN)" userId="ee69a424-c787-4788-bac8-5790ad11f21d" providerId="ADAL" clId="{4556DD79-04EA-4666-8625-D17CC79CABEB}" dt="2026-04-01T04:38:40.957" v="6330" actId="1037"/>
        <pc:sldMkLst>
          <pc:docMk/>
          <pc:sldMk cId="53790240" sldId="2147481085"/>
        </pc:sldMkLst>
        <pc:spChg chg="mod">
          <ac:chgData name="Manas Singh (IND_PUN)" userId="ee69a424-c787-4788-bac8-5790ad11f21d" providerId="ADAL" clId="{4556DD79-04EA-4666-8625-D17CC79CABEB}" dt="2026-04-01T04:31:41.233" v="5860" actId="1076"/>
          <ac:spMkLst>
            <pc:docMk/>
            <pc:sldMk cId="53790240" sldId="2147481085"/>
            <ac:spMk id="2" creationId="{35CAD67D-4D74-7807-E450-1F29D693C5B2}"/>
          </ac:spMkLst>
        </pc:spChg>
        <pc:spChg chg="mod">
          <ac:chgData name="Manas Singh (IND_PUN)" userId="ee69a424-c787-4788-bac8-5790ad11f21d" providerId="ADAL" clId="{4556DD79-04EA-4666-8625-D17CC79CABEB}" dt="2026-04-01T04:31:53.012" v="5861" actId="255"/>
          <ac:spMkLst>
            <pc:docMk/>
            <pc:sldMk cId="53790240" sldId="2147481085"/>
            <ac:spMk id="4" creationId="{21168C5D-A8A6-4298-CE81-B922B31E623E}"/>
          </ac:spMkLst>
        </pc:spChg>
        <pc:spChg chg="mod">
          <ac:chgData name="Manas Singh (IND_PUN)" userId="ee69a424-c787-4788-bac8-5790ad11f21d" providerId="ADAL" clId="{4556DD79-04EA-4666-8625-D17CC79CABEB}" dt="2026-04-01T04:32:16.276" v="5910" actId="1036"/>
          <ac:spMkLst>
            <pc:docMk/>
            <pc:sldMk cId="53790240" sldId="2147481085"/>
            <ac:spMk id="5" creationId="{AE1F4BA9-6D6B-89B6-8894-40C0C2713D66}"/>
          </ac:spMkLst>
        </pc:spChg>
        <pc:spChg chg="del mod">
          <ac:chgData name="Manas Singh (IND_PUN)" userId="ee69a424-c787-4788-bac8-5790ad11f21d" providerId="ADAL" clId="{4556DD79-04EA-4666-8625-D17CC79CABEB}" dt="2026-04-01T04:25:12.072" v="5420" actId="478"/>
          <ac:spMkLst>
            <pc:docMk/>
            <pc:sldMk cId="53790240" sldId="2147481085"/>
            <ac:spMk id="6" creationId="{075DB4A6-8DB0-065E-9702-03F7C0F1E0A6}"/>
          </ac:spMkLst>
        </pc:spChg>
        <pc:spChg chg="add mod">
          <ac:chgData name="Manas Singh (IND_PUN)" userId="ee69a424-c787-4788-bac8-5790ad11f21d" providerId="ADAL" clId="{4556DD79-04EA-4666-8625-D17CC79CABEB}" dt="2026-04-01T04:32:10.506" v="5874" actId="1035"/>
          <ac:spMkLst>
            <pc:docMk/>
            <pc:sldMk cId="53790240" sldId="2147481085"/>
            <ac:spMk id="14" creationId="{6CF9754C-8997-A300-9632-D88528C2F853}"/>
          </ac:spMkLst>
        </pc:spChg>
        <pc:spChg chg="add mod">
          <ac:chgData name="Manas Singh (IND_PUN)" userId="ee69a424-c787-4788-bac8-5790ad11f21d" providerId="ADAL" clId="{4556DD79-04EA-4666-8625-D17CC79CABEB}" dt="2026-04-01T04:25:23.378" v="5423" actId="571"/>
          <ac:spMkLst>
            <pc:docMk/>
            <pc:sldMk cId="53790240" sldId="2147481085"/>
            <ac:spMk id="16" creationId="{6338B3DA-FD9D-9670-7F4B-C9B7F9AF2D4C}"/>
          </ac:spMkLst>
        </pc:spChg>
        <pc:spChg chg="add mod">
          <ac:chgData name="Manas Singh (IND_PUN)" userId="ee69a424-c787-4788-bac8-5790ad11f21d" providerId="ADAL" clId="{4556DD79-04EA-4666-8625-D17CC79CABEB}" dt="2026-04-01T04:32:22.490" v="5946" actId="1035"/>
          <ac:spMkLst>
            <pc:docMk/>
            <pc:sldMk cId="53790240" sldId="2147481085"/>
            <ac:spMk id="17" creationId="{AFC2C9C1-CFDB-0A16-0DC2-5374D5C77709}"/>
          </ac:spMkLst>
        </pc:spChg>
        <pc:spChg chg="add mod">
          <ac:chgData name="Manas Singh (IND_PUN)" userId="ee69a424-c787-4788-bac8-5790ad11f21d" providerId="ADAL" clId="{4556DD79-04EA-4666-8625-D17CC79CABEB}" dt="2026-04-01T04:33:08.012" v="6033" actId="20577"/>
          <ac:spMkLst>
            <pc:docMk/>
            <pc:sldMk cId="53790240" sldId="2147481085"/>
            <ac:spMk id="21" creationId="{8276A963-5FF9-8C3C-A05C-6F915A1A299A}"/>
          </ac:spMkLst>
        </pc:spChg>
        <pc:spChg chg="add mod">
          <ac:chgData name="Manas Singh (IND_PUN)" userId="ee69a424-c787-4788-bac8-5790ad11f21d" providerId="ADAL" clId="{4556DD79-04EA-4666-8625-D17CC79CABEB}" dt="2026-04-01T04:38:40.957" v="6330" actId="1037"/>
          <ac:spMkLst>
            <pc:docMk/>
            <pc:sldMk cId="53790240" sldId="2147481085"/>
            <ac:spMk id="22" creationId="{E3B2FABF-D9CB-4165-5618-3B9A0CAAA8EB}"/>
          </ac:spMkLst>
        </pc:spChg>
        <pc:picChg chg="add del mod">
          <ac:chgData name="Manas Singh (IND_PUN)" userId="ee69a424-c787-4788-bac8-5790ad11f21d" providerId="ADAL" clId="{4556DD79-04EA-4666-8625-D17CC79CABEB}" dt="2026-04-01T01:46:35.202" v="4789" actId="478"/>
          <ac:picMkLst>
            <pc:docMk/>
            <pc:sldMk cId="53790240" sldId="2147481085"/>
            <ac:picMk id="7" creationId="{627FF5DC-8C6F-3960-50B0-20814CD403AE}"/>
          </ac:picMkLst>
        </pc:picChg>
        <pc:picChg chg="add del mod">
          <ac:chgData name="Manas Singh (IND_PUN)" userId="ee69a424-c787-4788-bac8-5790ad11f21d" providerId="ADAL" clId="{4556DD79-04EA-4666-8625-D17CC79CABEB}" dt="2026-04-01T02:07:58.436" v="5010" actId="478"/>
          <ac:picMkLst>
            <pc:docMk/>
            <pc:sldMk cId="53790240" sldId="2147481085"/>
            <ac:picMk id="9" creationId="{D11D39F0-16A3-9C51-FD3A-13D0C411CB74}"/>
          </ac:picMkLst>
        </pc:picChg>
        <pc:picChg chg="add del mod">
          <ac:chgData name="Manas Singh (IND_PUN)" userId="ee69a424-c787-4788-bac8-5790ad11f21d" providerId="ADAL" clId="{4556DD79-04EA-4666-8625-D17CC79CABEB}" dt="2026-04-01T02:08:51.718" v="5011" actId="478"/>
          <ac:picMkLst>
            <pc:docMk/>
            <pc:sldMk cId="53790240" sldId="2147481085"/>
            <ac:picMk id="11" creationId="{6DC1AAEC-8791-80F1-CE1B-A53C544D2F85}"/>
          </ac:picMkLst>
        </pc:picChg>
        <pc:picChg chg="add mod">
          <ac:chgData name="Manas Singh (IND_PUN)" userId="ee69a424-c787-4788-bac8-5790ad11f21d" providerId="ADAL" clId="{4556DD79-04EA-4666-8625-D17CC79CABEB}" dt="2026-04-01T02:09:01.576" v="5013" actId="1076"/>
          <ac:picMkLst>
            <pc:docMk/>
            <pc:sldMk cId="53790240" sldId="2147481085"/>
            <ac:picMk id="13" creationId="{34ACC7FB-80F7-B722-661B-257F3D7F898A}"/>
          </ac:picMkLst>
        </pc:picChg>
        <pc:picChg chg="del">
          <ac:chgData name="Manas Singh (IND_PUN)" userId="ee69a424-c787-4788-bac8-5790ad11f21d" providerId="ADAL" clId="{4556DD79-04EA-4666-8625-D17CC79CABEB}" dt="2026-04-01T01:44:22.654" v="4739" actId="478"/>
          <ac:picMkLst>
            <pc:docMk/>
            <pc:sldMk cId="53790240" sldId="2147481085"/>
            <ac:picMk id="143" creationId="{A2DD2CCF-E24A-458E-FF02-8E10D0F65608}"/>
          </ac:picMkLst>
        </pc:picChg>
        <pc:cxnChg chg="add mod">
          <ac:chgData name="Manas Singh (IND_PUN)" userId="ee69a424-c787-4788-bac8-5790ad11f21d" providerId="ADAL" clId="{4556DD79-04EA-4666-8625-D17CC79CABEB}" dt="2026-04-01T04:25:23.378" v="5423" actId="571"/>
          <ac:cxnSpMkLst>
            <pc:docMk/>
            <pc:sldMk cId="53790240" sldId="2147481085"/>
            <ac:cxnSpMk id="15" creationId="{12E4724D-14EA-00E6-3EF8-5661394AC9DE}"/>
          </ac:cxnSpMkLst>
        </pc:cxnChg>
        <pc:cxnChg chg="del mod">
          <ac:chgData name="Manas Singh (IND_PUN)" userId="ee69a424-c787-4788-bac8-5790ad11f21d" providerId="ADAL" clId="{4556DD79-04EA-4666-8625-D17CC79CABEB}" dt="2026-04-01T04:26:08.343" v="5465" actId="478"/>
          <ac:cxnSpMkLst>
            <pc:docMk/>
            <pc:sldMk cId="53790240" sldId="2147481085"/>
            <ac:cxnSpMk id="18" creationId="{EDDB56F0-ACEA-3856-10E1-704482EC0931}"/>
          </ac:cxnSpMkLst>
        </pc:cxnChg>
        <pc:cxnChg chg="del mod">
          <ac:chgData name="Manas Singh (IND_PUN)" userId="ee69a424-c787-4788-bac8-5790ad11f21d" providerId="ADAL" clId="{4556DD79-04EA-4666-8625-D17CC79CABEB}" dt="2026-04-01T04:26:02.711" v="5464" actId="478"/>
          <ac:cxnSpMkLst>
            <pc:docMk/>
            <pc:sldMk cId="53790240" sldId="2147481085"/>
            <ac:cxnSpMk id="19" creationId="{774A0EC0-4B79-7832-0857-3404AC339837}"/>
          </ac:cxnSpMkLst>
        </pc:cxnChg>
        <pc:cxnChg chg="del mod">
          <ac:chgData name="Manas Singh (IND_PUN)" userId="ee69a424-c787-4788-bac8-5790ad11f21d" providerId="ADAL" clId="{4556DD79-04EA-4666-8625-D17CC79CABEB}" dt="2026-04-01T04:28:15.493" v="5698" actId="478"/>
          <ac:cxnSpMkLst>
            <pc:docMk/>
            <pc:sldMk cId="53790240" sldId="2147481085"/>
            <ac:cxnSpMk id="20" creationId="{B50CDBA8-BF28-D0BE-FD5B-5AA109489154}"/>
          </ac:cxnSpMkLst>
        </pc:cxnChg>
      </pc:sldChg>
      <pc:sldMasterChg chg="modSldLayout">
        <pc:chgData name="Manas Singh (IND_PUN)" userId="ee69a424-c787-4788-bac8-5790ad11f21d" providerId="ADAL" clId="{4556DD79-04EA-4666-8625-D17CC79CABEB}" dt="2026-03-31T16:30:47.586" v="1137" actId="20577"/>
        <pc:sldMasterMkLst>
          <pc:docMk/>
          <pc:sldMasterMk cId="765099453" sldId="2147483836"/>
        </pc:sldMasterMkLst>
        <pc:sldLayoutChg chg="modSp mod">
          <pc:chgData name="Manas Singh (IND_PUN)" userId="ee69a424-c787-4788-bac8-5790ad11f21d" providerId="ADAL" clId="{4556DD79-04EA-4666-8625-D17CC79CABEB}" dt="2026-03-31T16:29:50.642" v="1135" actId="20577"/>
          <pc:sldLayoutMkLst>
            <pc:docMk/>
            <pc:sldMasterMk cId="765099453" sldId="2147483836"/>
            <pc:sldLayoutMk cId="836957392" sldId="2147483850"/>
          </pc:sldLayoutMkLst>
          <pc:spChg chg="mod">
            <ac:chgData name="Manas Singh (IND_PUN)" userId="ee69a424-c787-4788-bac8-5790ad11f21d" providerId="ADAL" clId="{4556DD79-04EA-4666-8625-D17CC79CABEB}" dt="2026-03-31T16:29:50.642" v="1135" actId="20577"/>
            <ac:spMkLst>
              <pc:docMk/>
              <pc:sldMasterMk cId="765099453" sldId="2147483836"/>
              <pc:sldLayoutMk cId="836957392" sldId="2147483850"/>
              <ac:spMk id="7" creationId="{3EF3844C-2020-DD51-9F4F-CB5325AFCA49}"/>
            </ac:spMkLst>
          </pc:spChg>
        </pc:sldLayoutChg>
        <pc:sldLayoutChg chg="modSp mod">
          <pc:chgData name="Manas Singh (IND_PUN)" userId="ee69a424-c787-4788-bac8-5790ad11f21d" providerId="ADAL" clId="{4556DD79-04EA-4666-8625-D17CC79CABEB}" dt="2026-03-31T16:30:47.586" v="1137" actId="20577"/>
          <pc:sldLayoutMkLst>
            <pc:docMk/>
            <pc:sldMasterMk cId="765099453" sldId="2147483836"/>
            <pc:sldLayoutMk cId="1416098682" sldId="2147483905"/>
          </pc:sldLayoutMkLst>
          <pc:spChg chg="mod">
            <ac:chgData name="Manas Singh (IND_PUN)" userId="ee69a424-c787-4788-bac8-5790ad11f21d" providerId="ADAL" clId="{4556DD79-04EA-4666-8625-D17CC79CABEB}" dt="2026-03-31T16:30:47.586" v="1137" actId="20577"/>
            <ac:spMkLst>
              <pc:docMk/>
              <pc:sldMasterMk cId="765099453" sldId="2147483836"/>
              <pc:sldLayoutMk cId="1416098682" sldId="2147483905"/>
              <ac:spMk id="7" creationId="{F09D8371-819A-C4B0-42A9-EC6C8FB6EBE3}"/>
            </ac:spMkLst>
          </pc:spChg>
        </pc:sldLayoutChg>
        <pc:sldLayoutChg chg="modSp mod">
          <pc:chgData name="Manas Singh (IND_PUN)" userId="ee69a424-c787-4788-bac8-5790ad11f21d" providerId="ADAL" clId="{4556DD79-04EA-4666-8625-D17CC79CABEB}" dt="2026-03-31T16:26:08.547" v="1002" actId="20577"/>
          <pc:sldLayoutMkLst>
            <pc:docMk/>
            <pc:sldMasterMk cId="765099453" sldId="2147483836"/>
            <pc:sldLayoutMk cId="905509531" sldId="2147483909"/>
          </pc:sldLayoutMkLst>
          <pc:spChg chg="mod">
            <ac:chgData name="Manas Singh (IND_PUN)" userId="ee69a424-c787-4788-bac8-5790ad11f21d" providerId="ADAL" clId="{4556DD79-04EA-4666-8625-D17CC79CABEB}" dt="2026-03-31T16:26:08.547" v="1002" actId="20577"/>
            <ac:spMkLst>
              <pc:docMk/>
              <pc:sldMasterMk cId="765099453" sldId="2147483836"/>
              <pc:sldLayoutMk cId="905509531" sldId="2147483909"/>
              <ac:spMk id="5" creationId="{4BA5E140-E11D-FD0B-18C3-45D53CF9075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37108-B6F8-4E1E-87EE-E5991F035A8A}" type="datetimeFigureOut">
              <a:rPr lang="en-IN" smtClean="0"/>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777D84-5F4D-48F9-B940-310F3F36BEF8}" type="slidenum">
              <a:rPr lang="en-IN" smtClean="0"/>
              <a:t>‹#›</a:t>
            </a:fld>
            <a:endParaRPr lang="en-IN"/>
          </a:p>
        </p:txBody>
      </p:sp>
    </p:spTree>
    <p:extLst>
      <p:ext uri="{BB962C8B-B14F-4D97-AF65-F5344CB8AC3E}">
        <p14:creationId xmlns:p14="http://schemas.microsoft.com/office/powerpoint/2010/main" val="73044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B24C7-F7EB-7249-BE73-50ADD9FEA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73C6B-D631-D610-B89C-E0E02147A6C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720C275-47A4-47B7-89E8-99E60CEA48A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11EC303-96E8-D213-1B8C-5C962C68EF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777D84-5F4D-48F9-B940-310F3F36BEF8}"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5496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633826-CDC0-4F18-9ED7-1B9F00271011}"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2551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3CA57-9A96-BB4B-445F-8F8C20FB4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86895-A2A0-A2FB-514A-3DBC4466E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4288E-83F0-54C6-C4B3-968C96824FE5}"/>
              </a:ext>
            </a:extLst>
          </p:cNvPr>
          <p:cNvSpPr>
            <a:spLocks noGrp="1"/>
          </p:cNvSpPr>
          <p:nvPr>
            <p:ph type="body" idx="1"/>
          </p:nvPr>
        </p:nvSpPr>
        <p:spPr/>
        <p:txBody>
          <a:bodyPr/>
          <a:lstStyle/>
          <a:p>
            <a:r>
              <a:rPr lang="en-US"/>
              <a:t>Text</a:t>
            </a:r>
          </a:p>
        </p:txBody>
      </p:sp>
      <p:sp>
        <p:nvSpPr>
          <p:cNvPr id="4" name="Slide Number Placeholder 3">
            <a:extLst>
              <a:ext uri="{FF2B5EF4-FFF2-40B4-BE49-F238E27FC236}">
                <a16:creationId xmlns:a16="http://schemas.microsoft.com/office/drawing/2014/main" id="{78922023-E4FD-7027-7F11-CB7273F11B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633826-CDC0-4F18-9ED7-1B9F00271011}"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3282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opustechnologies" TargetMode="External"/><Relationship Id="rId13" Type="http://schemas.openxmlformats.org/officeDocument/2006/relationships/image" Target="../media/image1.png"/><Relationship Id="rId3" Type="http://schemas.openxmlformats.org/officeDocument/2006/relationships/image" Target="../media/image7.png"/><Relationship Id="rId7" Type="http://schemas.openxmlformats.org/officeDocument/2006/relationships/image" Target="../media/image10.svg"/><Relationship Id="rId12" Type="http://schemas.openxmlformats.org/officeDocument/2006/relationships/hyperlink" Target="http://www.opustechglobal.com/" TargetMode="External"/><Relationship Id="rId2" Type="http://schemas.openxmlformats.org/officeDocument/2006/relationships/hyperlink" Target="mailto:info@opustechglobal.com" TargetMode="External"/><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https://x.com/OpusTechGlobal" TargetMode="External"/><Relationship Id="rId5" Type="http://schemas.openxmlformats.org/officeDocument/2006/relationships/hyperlink" Target="https://www.facebook.com/opustechglobal" TargetMode="External"/><Relationship Id="rId10" Type="http://schemas.openxmlformats.org/officeDocument/2006/relationships/image" Target="../media/image12.svg"/><Relationship Id="rId4" Type="http://schemas.openxmlformats.org/officeDocument/2006/relationships/image" Target="../media/image8.svg"/><Relationship Id="rId9" Type="http://schemas.openxmlformats.org/officeDocument/2006/relationships/image" Target="../media/image11.png"/><Relationship Id="rId14"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8" Type="http://schemas.openxmlformats.org/officeDocument/2006/relationships/hyperlink" Target="http://www.linkedin.com/company/opustechnologies" TargetMode="External"/><Relationship Id="rId13" Type="http://schemas.openxmlformats.org/officeDocument/2006/relationships/image" Target="../media/image1.png"/><Relationship Id="rId3" Type="http://schemas.openxmlformats.org/officeDocument/2006/relationships/image" Target="../media/image7.png"/><Relationship Id="rId7" Type="http://schemas.openxmlformats.org/officeDocument/2006/relationships/image" Target="../media/image10.svg"/><Relationship Id="rId12" Type="http://schemas.openxmlformats.org/officeDocument/2006/relationships/hyperlink" Target="http://www.opustechglobal.com/" TargetMode="External"/><Relationship Id="rId2" Type="http://schemas.openxmlformats.org/officeDocument/2006/relationships/hyperlink" Target="mailto:info@opustechglobal.com" TargetMode="External"/><Relationship Id="rId1" Type="http://schemas.openxmlformats.org/officeDocument/2006/relationships/slideMaster" Target="../slideMasters/slideMaster2.xml"/><Relationship Id="rId6" Type="http://schemas.openxmlformats.org/officeDocument/2006/relationships/image" Target="../media/image9.png"/><Relationship Id="rId11" Type="http://schemas.openxmlformats.org/officeDocument/2006/relationships/hyperlink" Target="https://x.com/OpusTechGlobal" TargetMode="External"/><Relationship Id="rId5" Type="http://schemas.openxmlformats.org/officeDocument/2006/relationships/hyperlink" Target="https://www.facebook.com/opustechglobal" TargetMode="External"/><Relationship Id="rId10" Type="http://schemas.openxmlformats.org/officeDocument/2006/relationships/image" Target="../media/image12.svg"/><Relationship Id="rId4" Type="http://schemas.openxmlformats.org/officeDocument/2006/relationships/image" Target="../media/image8.svg"/><Relationship Id="rId9" Type="http://schemas.openxmlformats.org/officeDocument/2006/relationships/image" Target="../media/image11.png"/><Relationship Id="rId14" Type="http://schemas.openxmlformats.org/officeDocument/2006/relationships/image" Target="../media/image2.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AE2498F-2B7F-5545-A824-382A4D8A0682}"/>
              </a:ext>
            </a:extLst>
          </p:cNvPr>
          <p:cNvSpPr/>
          <p:nvPr userDrawn="1"/>
        </p:nvSpPr>
        <p:spPr>
          <a:xfrm>
            <a:off x="0" y="3111280"/>
            <a:ext cx="12192000" cy="374672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grpSp>
        <p:nvGrpSpPr>
          <p:cNvPr id="35" name="Group 34">
            <a:extLst>
              <a:ext uri="{FF2B5EF4-FFF2-40B4-BE49-F238E27FC236}">
                <a16:creationId xmlns:a16="http://schemas.microsoft.com/office/drawing/2014/main" id="{853F8106-D81F-5D82-2669-71B1ADB3AC7F}"/>
              </a:ext>
            </a:extLst>
          </p:cNvPr>
          <p:cNvGrpSpPr/>
          <p:nvPr userDrawn="1"/>
        </p:nvGrpSpPr>
        <p:grpSpPr>
          <a:xfrm>
            <a:off x="10482856" y="3587860"/>
            <a:ext cx="1709145" cy="2793561"/>
            <a:chOff x="10482856" y="3746447"/>
            <a:chExt cx="1709145" cy="2793561"/>
          </a:xfrm>
          <a:solidFill>
            <a:schemeClr val="bg1">
              <a:alpha val="10000"/>
            </a:schemeClr>
          </a:solidFill>
        </p:grpSpPr>
        <p:sp>
          <p:nvSpPr>
            <p:cNvPr id="34" name="Freeform: Shape 33">
              <a:extLst>
                <a:ext uri="{FF2B5EF4-FFF2-40B4-BE49-F238E27FC236}">
                  <a16:creationId xmlns:a16="http://schemas.microsoft.com/office/drawing/2014/main" id="{D5226128-D4B5-CA3D-1F59-91B3EF79A5EF}"/>
                </a:ext>
              </a:extLst>
            </p:cNvPr>
            <p:cNvSpPr/>
            <p:nvPr/>
          </p:nvSpPr>
          <p:spPr>
            <a:xfrm flipV="1">
              <a:off x="11220073" y="6148052"/>
              <a:ext cx="971926" cy="391956"/>
            </a:xfrm>
            <a:custGeom>
              <a:avLst/>
              <a:gdLst>
                <a:gd name="connsiteX0" fmla="*/ 0 w 971926"/>
                <a:gd name="connsiteY0" fmla="*/ 391956 h 391956"/>
                <a:gd name="connsiteX1" fmla="*/ 971926 w 971926"/>
                <a:gd name="connsiteY1" fmla="*/ 391956 h 391956"/>
                <a:gd name="connsiteX2" fmla="*/ 971926 w 971926"/>
                <a:gd name="connsiteY2" fmla="*/ 0 h 391956"/>
                <a:gd name="connsiteX3" fmla="*/ 0 w 971926"/>
                <a:gd name="connsiteY3" fmla="*/ 0 h 391956"/>
              </a:gdLst>
              <a:ahLst/>
              <a:cxnLst>
                <a:cxn ang="0">
                  <a:pos x="connsiteX0" y="connsiteY0"/>
                </a:cxn>
                <a:cxn ang="0">
                  <a:pos x="connsiteX1" y="connsiteY1"/>
                </a:cxn>
                <a:cxn ang="0">
                  <a:pos x="connsiteX2" y="connsiteY2"/>
                </a:cxn>
                <a:cxn ang="0">
                  <a:pos x="connsiteX3" y="connsiteY3"/>
                </a:cxn>
              </a:cxnLst>
              <a:rect l="l" t="t" r="r" b="b"/>
              <a:pathLst>
                <a:path w="971926" h="391956">
                  <a:moveTo>
                    <a:pt x="0" y="391956"/>
                  </a:moveTo>
                  <a:lnTo>
                    <a:pt x="971926" y="391956"/>
                  </a:lnTo>
                  <a:lnTo>
                    <a:pt x="971926" y="0"/>
                  </a:lnTo>
                  <a:lnTo>
                    <a:pt x="0" y="0"/>
                  </a:lnTo>
                  <a:close/>
                </a:path>
              </a:pathLst>
            </a:custGeom>
            <a:grpFill/>
            <a:ln w="8151" cap="flat">
              <a:noFill/>
              <a:prstDash val="solid"/>
              <a:miter/>
            </a:ln>
          </p:spPr>
          <p:txBody>
            <a:bodyPr wrap="square" rtlCol="0" anchor="ctr">
              <a:noAutofit/>
            </a:bodyPr>
            <a:lstStyle/>
            <a:p>
              <a:endParaRPr lang="en-IN"/>
            </a:p>
          </p:txBody>
        </p:sp>
        <p:sp>
          <p:nvSpPr>
            <p:cNvPr id="32" name="Freeform: Shape 31">
              <a:extLst>
                <a:ext uri="{FF2B5EF4-FFF2-40B4-BE49-F238E27FC236}">
                  <a16:creationId xmlns:a16="http://schemas.microsoft.com/office/drawing/2014/main" id="{1E347603-2903-472D-C6E1-4A1A1FA18C8F}"/>
                </a:ext>
              </a:extLst>
            </p:cNvPr>
            <p:cNvSpPr/>
            <p:nvPr/>
          </p:nvSpPr>
          <p:spPr>
            <a:xfrm flipV="1">
              <a:off x="10482856" y="3746447"/>
              <a:ext cx="1709145" cy="2010736"/>
            </a:xfrm>
            <a:custGeom>
              <a:avLst/>
              <a:gdLst>
                <a:gd name="connsiteX0" fmla="*/ 868405 w 1709145"/>
                <a:gd name="connsiteY0" fmla="*/ 2010628 h 2010736"/>
                <a:gd name="connsiteX1" fmla="*/ 1709145 w 1709145"/>
                <a:gd name="connsiteY1" fmla="*/ 2010628 h 2010736"/>
                <a:gd name="connsiteX2" fmla="*/ 1709145 w 1709145"/>
                <a:gd name="connsiteY2" fmla="*/ 1619967 h 2010736"/>
                <a:gd name="connsiteX3" fmla="*/ 978493 w 1709145"/>
                <a:gd name="connsiteY3" fmla="*/ 1619967 h 2010736"/>
                <a:gd name="connsiteX4" fmla="*/ 773539 w 1709145"/>
                <a:gd name="connsiteY4" fmla="*/ 1566702 h 2010736"/>
                <a:gd name="connsiteX5" fmla="*/ 619265 w 1709145"/>
                <a:gd name="connsiteY5" fmla="*/ 1425946 h 2010736"/>
                <a:gd name="connsiteX6" fmla="*/ 520037 w 1709145"/>
                <a:gd name="connsiteY6" fmla="*/ 1228673 h 2010736"/>
                <a:gd name="connsiteX7" fmla="*/ 485284 w 1709145"/>
                <a:gd name="connsiteY7" fmla="*/ 1013590 h 2010736"/>
                <a:gd name="connsiteX8" fmla="*/ 485284 w 1709145"/>
                <a:gd name="connsiteY8" fmla="*/ 993230 h 2010736"/>
                <a:gd name="connsiteX9" fmla="*/ 520037 w 1709145"/>
                <a:gd name="connsiteY9" fmla="*/ 780138 h 2010736"/>
                <a:gd name="connsiteX10" fmla="*/ 619265 w 1709145"/>
                <a:gd name="connsiteY10" fmla="*/ 582831 h 2010736"/>
                <a:gd name="connsiteX11" fmla="*/ 773539 w 1709145"/>
                <a:gd name="connsiteY11" fmla="*/ 442113 h 2010736"/>
                <a:gd name="connsiteX12" fmla="*/ 978493 w 1709145"/>
                <a:gd name="connsiteY12" fmla="*/ 388810 h 2010736"/>
                <a:gd name="connsiteX13" fmla="*/ 1709145 w 1709145"/>
                <a:gd name="connsiteY13" fmla="*/ 388810 h 2010736"/>
                <a:gd name="connsiteX14" fmla="*/ 1709145 w 1709145"/>
                <a:gd name="connsiteY14" fmla="*/ 139 h 2010736"/>
                <a:gd name="connsiteX15" fmla="*/ 868405 w 1709145"/>
                <a:gd name="connsiteY15" fmla="*/ 139 h 2010736"/>
                <a:gd name="connsiteX16" fmla="*/ 489616 w 1709145"/>
                <a:gd name="connsiteY16" fmla="*/ 99474 h 2010736"/>
                <a:gd name="connsiteX17" fmla="*/ 218017 w 1709145"/>
                <a:gd name="connsiteY17" fmla="*/ 344769 h 2010736"/>
                <a:gd name="connsiteX18" fmla="*/ 55046 w 1709145"/>
                <a:gd name="connsiteY18" fmla="*/ 657157 h 2010736"/>
                <a:gd name="connsiteX19" fmla="*/ 0 w 1709145"/>
                <a:gd name="connsiteY19" fmla="*/ 957707 h 2010736"/>
                <a:gd name="connsiteX20" fmla="*/ 0 w 1709145"/>
                <a:gd name="connsiteY20" fmla="*/ 1053060 h 2010736"/>
                <a:gd name="connsiteX21" fmla="*/ 55046 w 1709145"/>
                <a:gd name="connsiteY21" fmla="*/ 1353610 h 2010736"/>
                <a:gd name="connsiteX22" fmla="*/ 218017 w 1709145"/>
                <a:gd name="connsiteY22" fmla="*/ 1666003 h 2010736"/>
                <a:gd name="connsiteX23" fmla="*/ 489616 w 1709145"/>
                <a:gd name="connsiteY23" fmla="*/ 1911298 h 2010736"/>
                <a:gd name="connsiteX24" fmla="*/ 868405 w 1709145"/>
                <a:gd name="connsiteY24" fmla="*/ 2010628 h 201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09145" h="2010736">
                  <a:moveTo>
                    <a:pt x="868405" y="2010628"/>
                  </a:moveTo>
                  <a:lnTo>
                    <a:pt x="1709145" y="2010628"/>
                  </a:lnTo>
                  <a:lnTo>
                    <a:pt x="1709145" y="1619967"/>
                  </a:lnTo>
                  <a:lnTo>
                    <a:pt x="978493" y="1619967"/>
                  </a:lnTo>
                  <a:cubicBezTo>
                    <a:pt x="905914" y="1620838"/>
                    <a:pt x="834630" y="1602327"/>
                    <a:pt x="773539" y="1566702"/>
                  </a:cubicBezTo>
                  <a:cubicBezTo>
                    <a:pt x="712136" y="1529783"/>
                    <a:pt x="659641" y="1481897"/>
                    <a:pt x="619265" y="1425946"/>
                  </a:cubicBezTo>
                  <a:cubicBezTo>
                    <a:pt x="575293" y="1365171"/>
                    <a:pt x="541829" y="1298633"/>
                    <a:pt x="520037" y="1228673"/>
                  </a:cubicBezTo>
                  <a:cubicBezTo>
                    <a:pt x="497263" y="1158820"/>
                    <a:pt x="485562" y="1086417"/>
                    <a:pt x="485284" y="1013590"/>
                  </a:cubicBezTo>
                  <a:lnTo>
                    <a:pt x="485284" y="993230"/>
                  </a:lnTo>
                  <a:cubicBezTo>
                    <a:pt x="485459" y="921035"/>
                    <a:pt x="497160" y="849260"/>
                    <a:pt x="520037" y="780138"/>
                  </a:cubicBezTo>
                  <a:cubicBezTo>
                    <a:pt x="541936" y="710178"/>
                    <a:pt x="575395" y="643678"/>
                    <a:pt x="619265" y="582831"/>
                  </a:cubicBezTo>
                  <a:cubicBezTo>
                    <a:pt x="659432" y="526738"/>
                    <a:pt x="711961" y="478818"/>
                    <a:pt x="773539" y="442113"/>
                  </a:cubicBezTo>
                  <a:cubicBezTo>
                    <a:pt x="834630" y="406483"/>
                    <a:pt x="905914" y="387938"/>
                    <a:pt x="978493" y="388810"/>
                  </a:cubicBezTo>
                  <a:lnTo>
                    <a:pt x="1709145" y="388810"/>
                  </a:lnTo>
                  <a:lnTo>
                    <a:pt x="1709145" y="139"/>
                  </a:lnTo>
                  <a:lnTo>
                    <a:pt x="868405" y="139"/>
                  </a:lnTo>
                  <a:cubicBezTo>
                    <a:pt x="733967" y="-2480"/>
                    <a:pt x="601835" y="32167"/>
                    <a:pt x="489616" y="99474"/>
                  </a:cubicBezTo>
                  <a:cubicBezTo>
                    <a:pt x="382109" y="164089"/>
                    <a:pt x="289759" y="247493"/>
                    <a:pt x="218017" y="344769"/>
                  </a:cubicBezTo>
                  <a:cubicBezTo>
                    <a:pt x="147011" y="441027"/>
                    <a:pt x="92068" y="546300"/>
                    <a:pt x="55046" y="657157"/>
                  </a:cubicBezTo>
                  <a:cubicBezTo>
                    <a:pt x="20745" y="754398"/>
                    <a:pt x="2200" y="855617"/>
                    <a:pt x="0" y="957707"/>
                  </a:cubicBezTo>
                  <a:lnTo>
                    <a:pt x="0" y="1053060"/>
                  </a:lnTo>
                  <a:cubicBezTo>
                    <a:pt x="2200" y="1155155"/>
                    <a:pt x="20745" y="1256373"/>
                    <a:pt x="55046" y="1353610"/>
                  </a:cubicBezTo>
                  <a:cubicBezTo>
                    <a:pt x="92068" y="1464471"/>
                    <a:pt x="147011" y="1569740"/>
                    <a:pt x="218017" y="1666003"/>
                  </a:cubicBezTo>
                  <a:cubicBezTo>
                    <a:pt x="289759" y="1763274"/>
                    <a:pt x="382109" y="1846678"/>
                    <a:pt x="489616" y="1911298"/>
                  </a:cubicBezTo>
                  <a:cubicBezTo>
                    <a:pt x="601976" y="1978323"/>
                    <a:pt x="734001" y="2012935"/>
                    <a:pt x="868405" y="2010628"/>
                  </a:cubicBezTo>
                  <a:close/>
                </a:path>
              </a:pathLst>
            </a:custGeom>
            <a:grpFill/>
            <a:ln w="8151" cap="flat">
              <a:noFill/>
              <a:prstDash val="solid"/>
              <a:miter/>
            </a:ln>
          </p:spPr>
          <p:txBody>
            <a:bodyPr wrap="square" rtlCol="0" anchor="ctr">
              <a:noAutofit/>
            </a:bodyPr>
            <a:lstStyle/>
            <a:p>
              <a:endParaRPr lang="en-IN"/>
            </a:p>
          </p:txBody>
        </p:sp>
      </p:grpSp>
      <p:pic>
        <p:nvPicPr>
          <p:cNvPr id="25" name="Graphic 24">
            <a:extLst>
              <a:ext uri="{FF2B5EF4-FFF2-40B4-BE49-F238E27FC236}">
                <a16:creationId xmlns:a16="http://schemas.microsoft.com/office/drawing/2014/main" id="{5FE7E134-766F-478A-C2B8-2938E6EC6A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2095030"/>
            <a:ext cx="2415012" cy="540000"/>
          </a:xfrm>
          <a:prstGeom prst="rect">
            <a:avLst/>
          </a:prstGeom>
        </p:spPr>
      </p:pic>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3329252"/>
            <a:ext cx="5760720" cy="1354217"/>
          </a:xfrm>
        </p:spPr>
        <p:txBody>
          <a:bodyPr anchor="t" anchorCtr="0">
            <a:spAutoFit/>
          </a:bodyPr>
          <a:lstStyle>
            <a:lvl1pPr algn="l">
              <a:defRPr sz="4400">
                <a:solidFill>
                  <a:schemeClr val="bg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4912423"/>
            <a:ext cx="5760720" cy="276999"/>
          </a:xfrm>
          <a:prstGeom prst="rect">
            <a:avLst/>
          </a:prstGeom>
        </p:spPr>
        <p:txBody>
          <a:bodyPr anchor="t" anchorCtr="0"/>
          <a:lstStyle>
            <a:lvl1pPr marL="0" indent="0" algn="l">
              <a:lnSpc>
                <a:spcPct val="100000"/>
              </a:lnSpc>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3667806"/>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496668"/>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5FE7E134-766F-478A-C2B8-2938E6EC6A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1662983"/>
            <a:ext cx="2415012" cy="540000"/>
          </a:xfrm>
          <a:prstGeom prst="rect">
            <a:avLst/>
          </a:prstGeom>
        </p:spPr>
      </p:pic>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2897205"/>
            <a:ext cx="5760720" cy="1354217"/>
          </a:xfrm>
        </p:spPr>
        <p:txBody>
          <a:bodyPr anchor="t" anchorCtr="0">
            <a:spAutoFit/>
          </a:bodyPr>
          <a:lstStyle>
            <a:lvl1pPr algn="l">
              <a:defRPr sz="4400">
                <a:solidFill>
                  <a:schemeClr val="accent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4480376"/>
            <a:ext cx="5760720" cy="276999"/>
          </a:xfrm>
          <a:prstGeom prst="rect">
            <a:avLst/>
          </a:prstGeom>
        </p:spPr>
        <p:txBody>
          <a:bodyPr anchor="t" anchorCtr="0"/>
          <a:lstStyle>
            <a:lvl1pPr marL="0" indent="0" algn="l">
              <a:lnSpc>
                <a:spcPct val="100000"/>
              </a:lnSpc>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3235759"/>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A13F96-F1DF-3243-C728-75B6409EE21D}"/>
              </a:ext>
            </a:extLst>
          </p:cNvPr>
          <p:cNvSpPr/>
          <p:nvPr userDrawn="1"/>
        </p:nvSpPr>
        <p:spPr>
          <a:xfrm>
            <a:off x="0" y="5212080"/>
            <a:ext cx="12192000" cy="164592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Tree>
    <p:extLst>
      <p:ext uri="{BB962C8B-B14F-4D97-AF65-F5344CB8AC3E}">
        <p14:creationId xmlns:p14="http://schemas.microsoft.com/office/powerpoint/2010/main" val="1474933826"/>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B4E06B-9DB9-E91E-7353-77285E7F7238}"/>
              </a:ext>
            </a:extLst>
          </p:cNvPr>
          <p:cNvSpPr/>
          <p:nvPr userDrawn="1"/>
        </p:nvSpPr>
        <p:spPr>
          <a:xfrm>
            <a:off x="0" y="1645920"/>
            <a:ext cx="12192000" cy="521208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2395089"/>
            <a:ext cx="5760720" cy="1354217"/>
          </a:xfrm>
        </p:spPr>
        <p:txBody>
          <a:bodyPr anchor="t" anchorCtr="0">
            <a:spAutoFit/>
          </a:bodyPr>
          <a:lstStyle>
            <a:lvl1pPr algn="l">
              <a:defRPr sz="4400">
                <a:solidFill>
                  <a:schemeClr val="bg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3978260"/>
            <a:ext cx="5760720" cy="276999"/>
          </a:xfrm>
          <a:prstGeom prst="rect">
            <a:avLst/>
          </a:prstGeom>
        </p:spPr>
        <p:txBody>
          <a:bodyPr anchor="t" anchorCtr="0"/>
          <a:lstStyle>
            <a:lvl1pPr marL="0" indent="0" algn="l">
              <a:lnSpc>
                <a:spcPct val="100000"/>
              </a:lnSpc>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2733643"/>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9DC0B46-1FED-759A-B837-C1CA05F29B21}"/>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7EF281C4-E9F1-74BE-C3E4-7CCE75F7D7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578160"/>
            <a:ext cx="2415012" cy="540000"/>
          </a:xfrm>
          <a:prstGeom prst="rect">
            <a:avLst/>
          </a:prstGeom>
        </p:spPr>
      </p:pic>
    </p:spTree>
    <p:extLst>
      <p:ext uri="{BB962C8B-B14F-4D97-AF65-F5344CB8AC3E}">
        <p14:creationId xmlns:p14="http://schemas.microsoft.com/office/powerpoint/2010/main" val="2798058110"/>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348FFD-C00C-7FA6-743E-05B26CBF2BFB}"/>
              </a:ext>
            </a:extLst>
          </p:cNvPr>
          <p:cNvPicPr>
            <a:picLocks noChangeAspect="1"/>
          </p:cNvPicPr>
          <p:nvPr userDrawn="1"/>
        </p:nvPicPr>
        <p:blipFill>
          <a:blip r:embed="rId2">
            <a:extLst>
              <a:ext uri="{28A0092B-C50C-407E-A947-70E740481C1C}">
                <a14:useLocalDpi xmlns:a14="http://schemas.microsoft.com/office/drawing/2010/main" val="0"/>
              </a:ext>
            </a:extLst>
          </a:blip>
          <a:srcRect r="355"/>
          <a:stretch>
            <a:fillRect/>
          </a:stretch>
        </p:blipFill>
        <p:spPr>
          <a:xfrm>
            <a:off x="0" y="0"/>
            <a:ext cx="12191998" cy="6858000"/>
          </a:xfrm>
          <a:prstGeom prst="rect">
            <a:avLst/>
          </a:prstGeom>
        </p:spPr>
      </p:pic>
      <p:sp>
        <p:nvSpPr>
          <p:cNvPr id="7" name="Rectangle 6">
            <a:extLst>
              <a:ext uri="{FF2B5EF4-FFF2-40B4-BE49-F238E27FC236}">
                <a16:creationId xmlns:a16="http://schemas.microsoft.com/office/drawing/2014/main" id="{2AF3E9AF-BAA9-4DBD-D6BA-B2C8833EF7E5}"/>
              </a:ext>
            </a:extLst>
          </p:cNvPr>
          <p:cNvSpPr/>
          <p:nvPr userDrawn="1"/>
        </p:nvSpPr>
        <p:spPr>
          <a:xfrm>
            <a:off x="-2" y="0"/>
            <a:ext cx="12192000" cy="6858000"/>
          </a:xfrm>
          <a:prstGeom prst="rect">
            <a:avLst/>
          </a:prstGeom>
          <a:gradFill>
            <a:gsLst>
              <a:gs pos="90000">
                <a:schemeClr val="accent2">
                  <a:alpha val="35000"/>
                </a:schemeClr>
              </a:gs>
              <a:gs pos="12000">
                <a:schemeClr val="accent1">
                  <a:lumMod val="50000"/>
                </a:schemeClr>
              </a:gs>
              <a:gs pos="50000">
                <a:schemeClr val="accent1">
                  <a:alpha val="74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76116" y="3156306"/>
            <a:ext cx="6480000" cy="1218795"/>
          </a:xfrm>
        </p:spPr>
        <p:txBody>
          <a:bodyPr vert="horz" wrap="square" lIns="0" tIns="0" rIns="0" bIns="0" rtlCol="0" anchor="b" anchorCtr="0">
            <a:spAutoFit/>
          </a:bodyPr>
          <a:lstStyle>
            <a:lvl1pPr>
              <a:defRPr lang="en-IN" sz="4400" dirty="0">
                <a:solidFill>
                  <a:schemeClr val="bg1"/>
                </a:solidFill>
              </a:defRPr>
            </a:lvl1pPr>
          </a:lstStyle>
          <a:p>
            <a:pPr lvl="0">
              <a:lnSpc>
                <a:spcPct val="90000"/>
              </a:lnSpc>
            </a:pPr>
            <a:r>
              <a:rPr lang="en-US"/>
              <a:t>Click to edit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1306217" y="4866249"/>
            <a:ext cx="6480000" cy="276999"/>
          </a:xfrm>
          <a:prstGeom prst="rect">
            <a:avLst/>
          </a:prstGeom>
        </p:spPr>
        <p:txBody>
          <a:bodyPr vert="horz" wrap="square" lIns="0" tIns="0" rIns="0" bIns="0" rtlCol="0" anchor="t" anchorCtr="0">
            <a:spAutoFit/>
          </a:bodyPr>
          <a:lstStyle>
            <a:lvl1pPr>
              <a:lnSpc>
                <a:spcPct val="100000"/>
              </a:lnSpc>
              <a:defRPr lang="en-IN" sz="1800">
                <a:solidFill>
                  <a:schemeClr val="bg1"/>
                </a:solidFill>
              </a:defRPr>
            </a:lvl1pPr>
          </a:lstStyle>
          <a:p>
            <a:pPr lvl="0">
              <a:lnSpc>
                <a:spcPct val="100000"/>
              </a:lnSpc>
              <a:spcAft>
                <a:spcPts val="300"/>
              </a:spcAft>
              <a:buFont typeface="Arial" panose="020B0604020202020204" pitchFamily="34" charset="0"/>
            </a:pPr>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1306216" y="5614661"/>
            <a:ext cx="6480000" cy="215444"/>
          </a:xfrm>
          <a:prstGeom prst="rect">
            <a:avLst/>
          </a:prstGeom>
        </p:spPr>
        <p:txBody>
          <a:bodyPr/>
          <a:lstStyle>
            <a:lvl1pPr marL="0" indent="0">
              <a:lnSpc>
                <a:spcPct val="100000"/>
              </a:lnSpc>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pic>
        <p:nvPicPr>
          <p:cNvPr id="30" name="Graphic 29">
            <a:extLst>
              <a:ext uri="{FF2B5EF4-FFF2-40B4-BE49-F238E27FC236}">
                <a16:creationId xmlns:a16="http://schemas.microsoft.com/office/drawing/2014/main" id="{A8EC16CE-CF0B-76F3-0579-B4A19435DF9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82663" y="720144"/>
            <a:ext cx="2576000" cy="576000"/>
          </a:xfrm>
          <a:prstGeom prst="rect">
            <a:avLst/>
          </a:prstGeom>
        </p:spPr>
      </p:pic>
      <p:cxnSp>
        <p:nvCxnSpPr>
          <p:cNvPr id="31" name="Straight Connector 30">
            <a:extLst>
              <a:ext uri="{FF2B5EF4-FFF2-40B4-BE49-F238E27FC236}">
                <a16:creationId xmlns:a16="http://schemas.microsoft.com/office/drawing/2014/main" id="{276F4F94-23B9-EF9A-093C-4A63FD1DA9D7}"/>
              </a:ext>
            </a:extLst>
          </p:cNvPr>
          <p:cNvCxnSpPr>
            <a:cxnSpLocks/>
          </p:cNvCxnSpPr>
          <p:nvPr userDrawn="1"/>
        </p:nvCxnSpPr>
        <p:spPr>
          <a:xfrm>
            <a:off x="976116" y="4565225"/>
            <a:ext cx="0" cy="2292773"/>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83440AAC-7AD8-FC90-F9B2-230855352C89}"/>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5DF0365-3D9B-DA6A-9289-C456C4A64B95}"/>
              </a:ext>
            </a:extLst>
          </p:cNvPr>
          <p:cNvSpPr>
            <a:spLocks/>
          </p:cNvSpPr>
          <p:nvPr userDrawn="1"/>
        </p:nvSpPr>
        <p:spPr>
          <a:xfrm>
            <a:off x="8116314" y="2782314"/>
            <a:ext cx="4075685" cy="4075685"/>
          </a:xfrm>
          <a:prstGeom prst="rect">
            <a:avLst/>
          </a:prstGeom>
          <a:gradFill flip="none" rotWithShape="1">
            <a:gsLst>
              <a:gs pos="0">
                <a:schemeClr val="accent2"/>
              </a:gs>
              <a:gs pos="33000">
                <a:srgbClr val="F6A81C">
                  <a:alpha val="43000"/>
                </a:srgbClr>
              </a:gs>
              <a:gs pos="64000">
                <a:schemeClr val="accent2">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lt1"/>
              </a:solidFill>
            </a:endParaRPr>
          </a:p>
        </p:txBody>
      </p:sp>
    </p:spTree>
    <p:extLst>
      <p:ext uri="{BB962C8B-B14F-4D97-AF65-F5344CB8AC3E}">
        <p14:creationId xmlns:p14="http://schemas.microsoft.com/office/powerpoint/2010/main" val="2417487567"/>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 Text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31EEEA-D065-776D-81AA-648D6AF6FCF5}"/>
              </a:ext>
            </a:extLst>
          </p:cNvPr>
          <p:cNvSpPr/>
          <p:nvPr userDrawn="1"/>
        </p:nvSpPr>
        <p:spPr>
          <a:xfrm>
            <a:off x="819600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13" name="Rectangle 12">
            <a:extLst>
              <a:ext uri="{FF2B5EF4-FFF2-40B4-BE49-F238E27FC236}">
                <a16:creationId xmlns:a16="http://schemas.microsoft.com/office/drawing/2014/main" id="{19C3AEE8-E236-8CEC-12A8-66D2EAC1DA1B}"/>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userDrawn="1">
            <p:ph type="title" hasCustomPrompt="1"/>
          </p:nvPr>
        </p:nvSpPr>
        <p:spPr>
          <a:xfrm>
            <a:off x="381000" y="490520"/>
            <a:ext cx="7354822" cy="430887"/>
          </a:xfrm>
        </p:spPr>
        <p:txBody>
          <a:bodyPr vert="horz" wrap="square" lIns="0" tIns="0" rIns="0" bIns="0" rtlCol="0" anchor="t" anchorCtr="0">
            <a:spAutoFit/>
          </a:bodyPr>
          <a:lstStyle>
            <a:lvl1pPr>
              <a:defRPr lang="en-IN"/>
            </a:lvl1pPr>
          </a:lstStyle>
          <a:p>
            <a:pPr lvl="0"/>
            <a:r>
              <a:rPr lang="en-US"/>
              <a:t>Click to edit Slide title style</a:t>
            </a:r>
            <a:endParaRPr lang="en-IN"/>
          </a:p>
        </p:txBody>
      </p:sp>
      <p:sp>
        <p:nvSpPr>
          <p:cNvPr id="4" name="Freeform 7">
            <a:extLst>
              <a:ext uri="{FF2B5EF4-FFF2-40B4-BE49-F238E27FC236}">
                <a16:creationId xmlns:a16="http://schemas.microsoft.com/office/drawing/2014/main" id="{4E1FDE32-C265-7F93-6159-4E311492FF7C}"/>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9A91E6DC-A366-E505-7805-029974CF71F2}"/>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7" name="TextBox 6">
            <a:extLst>
              <a:ext uri="{FF2B5EF4-FFF2-40B4-BE49-F238E27FC236}">
                <a16:creationId xmlns:a16="http://schemas.microsoft.com/office/drawing/2014/main" id="{3EF3844C-2020-DD51-9F4F-CB5325AFCA49}"/>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dirty="0">
                <a:solidFill>
                  <a:schemeClr val="bg1"/>
                </a:solidFill>
                <a:effectLst/>
              </a:rPr>
              <a:t>© 2026, Opus Technologies</a:t>
            </a:r>
            <a:endParaRPr lang="en-US" sz="900" dirty="0">
              <a:solidFill>
                <a:schemeClr val="bg1"/>
              </a:solidFill>
            </a:endParaRPr>
          </a:p>
        </p:txBody>
      </p:sp>
    </p:spTree>
    <p:extLst>
      <p:ext uri="{BB962C8B-B14F-4D97-AF65-F5344CB8AC3E}">
        <p14:creationId xmlns:p14="http://schemas.microsoft.com/office/powerpoint/2010/main" val="836957392"/>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 Text with Image">
    <p:spTree>
      <p:nvGrpSpPr>
        <p:cNvPr id="1" name=""/>
        <p:cNvGrpSpPr/>
        <p:nvPr/>
      </p:nvGrpSpPr>
      <p:grpSpPr>
        <a:xfrm>
          <a:off x="0" y="0"/>
          <a:ext cx="0" cy="0"/>
          <a:chOff x="0" y="0"/>
          <a:chExt cx="0" cy="0"/>
        </a:xfrm>
      </p:grpSpPr>
      <p:pic>
        <p:nvPicPr>
          <p:cNvPr id="4" name="Picture 3" descr="A person holding a phone with a globe&#10;&#10;AI-generated content may be incorrect.">
            <a:extLst>
              <a:ext uri="{FF2B5EF4-FFF2-40B4-BE49-F238E27FC236}">
                <a16:creationId xmlns:a16="http://schemas.microsoft.com/office/drawing/2014/main" id="{11239FD5-58E5-7925-E5DC-171AEAF7B2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8196000" y="0"/>
            <a:ext cx="3996000" cy="6858000"/>
          </a:xfrm>
          <a:prstGeom prst="rect">
            <a:avLst/>
          </a:prstGeom>
        </p:spPr>
      </p:pic>
      <p:sp>
        <p:nvSpPr>
          <p:cNvPr id="6" name="Rectangle 5">
            <a:extLst>
              <a:ext uri="{FF2B5EF4-FFF2-40B4-BE49-F238E27FC236}">
                <a16:creationId xmlns:a16="http://schemas.microsoft.com/office/drawing/2014/main" id="{63E97D26-0EDF-138D-0A47-A6BF0E2268D1}"/>
              </a:ext>
            </a:extLst>
          </p:cNvPr>
          <p:cNvSpPr/>
          <p:nvPr userDrawn="1"/>
        </p:nvSpPr>
        <p:spPr>
          <a:xfrm>
            <a:off x="8196000" y="0"/>
            <a:ext cx="3996000" cy="2916000"/>
          </a:xfrm>
          <a:prstGeom prst="rect">
            <a:avLst/>
          </a:prstGeom>
          <a:gradFill>
            <a:gsLst>
              <a:gs pos="99000">
                <a:schemeClr val="accent3">
                  <a:alpha val="0"/>
                </a:schemeClr>
              </a:gs>
              <a:gs pos="37000">
                <a:schemeClr val="accent1">
                  <a:alpha val="59000"/>
                </a:schemeClr>
              </a:gs>
              <a:gs pos="0">
                <a:schemeClr val="tx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AC590E0-08A7-64B5-B995-A92D4FE48838}"/>
              </a:ext>
            </a:extLst>
          </p:cNvPr>
          <p:cNvSpPr>
            <a:spLocks/>
          </p:cNvSpPr>
          <p:nvPr userDrawn="1"/>
        </p:nvSpPr>
        <p:spPr>
          <a:xfrm>
            <a:off x="8196000" y="2862000"/>
            <a:ext cx="3996000" cy="3996000"/>
          </a:xfrm>
          <a:prstGeom prst="rect">
            <a:avLst/>
          </a:prstGeom>
          <a:gradFill flip="none" rotWithShape="1">
            <a:gsLst>
              <a:gs pos="0">
                <a:schemeClr val="accent2"/>
              </a:gs>
              <a:gs pos="45000">
                <a:srgbClr val="F6A81C">
                  <a:alpha val="32000"/>
                </a:srgbClr>
              </a:gs>
              <a:gs pos="68000">
                <a:schemeClr val="accent2">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lt1"/>
              </a:solidFill>
            </a:endParaRPr>
          </a:p>
        </p:txBody>
      </p:sp>
      <p:sp>
        <p:nvSpPr>
          <p:cNvPr id="13" name="Rectangle 12">
            <a:extLst>
              <a:ext uri="{FF2B5EF4-FFF2-40B4-BE49-F238E27FC236}">
                <a16:creationId xmlns:a16="http://schemas.microsoft.com/office/drawing/2014/main" id="{19C3AEE8-E236-8CEC-12A8-66D2EAC1DA1B}"/>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userDrawn="1">
            <p:ph type="title" hasCustomPrompt="1"/>
          </p:nvPr>
        </p:nvSpPr>
        <p:spPr>
          <a:xfrm>
            <a:off x="381000" y="490520"/>
            <a:ext cx="7354823" cy="430887"/>
          </a:xfrm>
        </p:spPr>
        <p:txBody>
          <a:bodyPr vert="horz" wrap="square" lIns="0" tIns="0" rIns="0" bIns="0" rtlCol="0" anchor="t" anchorCtr="0">
            <a:spAutoFit/>
          </a:bodyPr>
          <a:lstStyle>
            <a:lvl1pPr>
              <a:defRPr lang="en-IN"/>
            </a:lvl1pPr>
          </a:lstStyle>
          <a:p>
            <a:pPr lvl="0"/>
            <a:r>
              <a:rPr lang="en-US"/>
              <a:t>Click to edit Slide title style</a:t>
            </a:r>
            <a:endParaRPr lang="en-IN"/>
          </a:p>
        </p:txBody>
      </p:sp>
      <p:sp>
        <p:nvSpPr>
          <p:cNvPr id="3" name="Freeform 7">
            <a:extLst>
              <a:ext uri="{FF2B5EF4-FFF2-40B4-BE49-F238E27FC236}">
                <a16:creationId xmlns:a16="http://schemas.microsoft.com/office/drawing/2014/main" id="{6CE3FE5F-CC04-41E3-E703-30AB9A9632EE}"/>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C4E76D9C-0CDF-C3BF-0E63-526219C555D2}"/>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1" name="TextBox 10">
            <a:extLst>
              <a:ext uri="{FF2B5EF4-FFF2-40B4-BE49-F238E27FC236}">
                <a16:creationId xmlns:a16="http://schemas.microsoft.com/office/drawing/2014/main" id="{7BE8ABC2-EC0B-F6D7-BD02-BE392E4712DE}"/>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1705263400"/>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 Title &amp;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256D93-7F9F-CF82-A863-95C4C448C754}"/>
              </a:ext>
            </a:extLst>
          </p:cNvPr>
          <p:cNvSpPr/>
          <p:nvPr userDrawn="1"/>
        </p:nvSpPr>
        <p:spPr>
          <a:xfrm>
            <a:off x="-2" y="0"/>
            <a:ext cx="504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8" name="Rectangle 7">
            <a:extLst>
              <a:ext uri="{FF2B5EF4-FFF2-40B4-BE49-F238E27FC236}">
                <a16:creationId xmlns:a16="http://schemas.microsoft.com/office/drawing/2014/main" id="{9BB83914-2DC1-9D6E-AA6D-527BC8C56870}"/>
              </a:ext>
            </a:extLst>
          </p:cNvPr>
          <p:cNvSpPr/>
          <p:nvPr userDrawn="1"/>
        </p:nvSpPr>
        <p:spPr>
          <a:xfrm>
            <a:off x="-2"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5694962" y="2503714"/>
            <a:ext cx="4741810" cy="1231106"/>
          </a:xfrm>
        </p:spPr>
        <p:txBody>
          <a:bodyPr wrap="square" anchor="b">
            <a:spAutoFit/>
          </a:bodyPr>
          <a:lstStyle>
            <a:lvl1pPr>
              <a:defRPr sz="4000">
                <a:solidFill>
                  <a:schemeClr val="accent1"/>
                </a:solidFill>
              </a:defRPr>
            </a:lvl1pPr>
          </a:lstStyle>
          <a:p>
            <a:r>
              <a:rPr lang="en-US"/>
              <a:t>Click to Section title</a:t>
            </a:r>
            <a:endParaRPr lang="en-IN"/>
          </a:p>
        </p:txBody>
      </p:sp>
      <p:pic>
        <p:nvPicPr>
          <p:cNvPr id="4" name="Graphic 3">
            <a:extLst>
              <a:ext uri="{FF2B5EF4-FFF2-40B4-BE49-F238E27FC236}">
                <a16:creationId xmlns:a16="http://schemas.microsoft.com/office/drawing/2014/main" id="{D4449515-E9D3-1D0C-0B53-9100B5B235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000" y="5805288"/>
            <a:ext cx="1932000" cy="432000"/>
          </a:xfrm>
          <a:prstGeom prst="rect">
            <a:avLst/>
          </a:prstGeom>
        </p:spPr>
      </p:pic>
      <p:sp>
        <p:nvSpPr>
          <p:cNvPr id="6" name="Text Placeholder 5">
            <a:extLst>
              <a:ext uri="{FF2B5EF4-FFF2-40B4-BE49-F238E27FC236}">
                <a16:creationId xmlns:a16="http://schemas.microsoft.com/office/drawing/2014/main" id="{8DDC96E5-3781-70CB-38C0-0695B696FC2D}"/>
              </a:ext>
            </a:extLst>
          </p:cNvPr>
          <p:cNvSpPr>
            <a:spLocks noGrp="1"/>
          </p:cNvSpPr>
          <p:nvPr>
            <p:ph type="body" sz="quarter" idx="10"/>
          </p:nvPr>
        </p:nvSpPr>
        <p:spPr>
          <a:xfrm>
            <a:off x="5694363" y="4077287"/>
            <a:ext cx="4741862" cy="276999"/>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2011071938"/>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 Title to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256D93-7F9F-CF82-A863-95C4C448C754}"/>
              </a:ext>
            </a:extLst>
          </p:cNvPr>
          <p:cNvSpPr/>
          <p:nvPr userDrawn="1"/>
        </p:nvSpPr>
        <p:spPr>
          <a:xfrm>
            <a:off x="-2" y="0"/>
            <a:ext cx="504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8" name="Rectangle 7">
            <a:extLst>
              <a:ext uri="{FF2B5EF4-FFF2-40B4-BE49-F238E27FC236}">
                <a16:creationId xmlns:a16="http://schemas.microsoft.com/office/drawing/2014/main" id="{9BB83914-2DC1-9D6E-AA6D-527BC8C56870}"/>
              </a:ext>
            </a:extLst>
          </p:cNvPr>
          <p:cNvSpPr/>
          <p:nvPr userDrawn="1"/>
        </p:nvSpPr>
        <p:spPr>
          <a:xfrm>
            <a:off x="-2"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5694962" y="1268413"/>
            <a:ext cx="4181643" cy="1231106"/>
          </a:xfrm>
        </p:spPr>
        <p:txBody>
          <a:bodyPr/>
          <a:lstStyle>
            <a:lvl1pPr>
              <a:defRPr sz="4000">
                <a:solidFill>
                  <a:schemeClr val="accent1"/>
                </a:solidFill>
              </a:defRPr>
            </a:lvl1pPr>
          </a:lstStyle>
          <a:p>
            <a:r>
              <a:rPr lang="en-US"/>
              <a:t>Click to Section title</a:t>
            </a:r>
            <a:endParaRPr lang="en-IN"/>
          </a:p>
        </p:txBody>
      </p:sp>
      <p:pic>
        <p:nvPicPr>
          <p:cNvPr id="4" name="Graphic 3">
            <a:extLst>
              <a:ext uri="{FF2B5EF4-FFF2-40B4-BE49-F238E27FC236}">
                <a16:creationId xmlns:a16="http://schemas.microsoft.com/office/drawing/2014/main" id="{A479298E-1366-EF08-06CD-C63F9D4B54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000" y="5805288"/>
            <a:ext cx="1932000" cy="432000"/>
          </a:xfrm>
          <a:prstGeom prst="rect">
            <a:avLst/>
          </a:prstGeom>
        </p:spPr>
      </p:pic>
    </p:spTree>
    <p:extLst>
      <p:ext uri="{BB962C8B-B14F-4D97-AF65-F5344CB8AC3E}">
        <p14:creationId xmlns:p14="http://schemas.microsoft.com/office/powerpoint/2010/main" val="1181808090"/>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2E4AA84A-64E4-0652-5676-D5AF439ED5F8}"/>
              </a:ext>
            </a:extLst>
          </p:cNvPr>
          <p:cNvCxnSpPr>
            <a:cxnSpLocks/>
            <a:endCxn id="12" idx="1"/>
          </p:cNvCxnSpPr>
          <p:nvPr userDrawn="1"/>
        </p:nvCxnSpPr>
        <p:spPr>
          <a:xfrm>
            <a:off x="0" y="5224019"/>
            <a:ext cx="5414696" cy="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027B31F4-EE6A-984F-6762-17DE9ED383D1}"/>
              </a:ext>
            </a:extLst>
          </p:cNvPr>
          <p:cNvGrpSpPr/>
          <p:nvPr userDrawn="1"/>
        </p:nvGrpSpPr>
        <p:grpSpPr>
          <a:xfrm>
            <a:off x="8199986" y="4074172"/>
            <a:ext cx="3725577" cy="2783828"/>
            <a:chOff x="1791287" y="2277001"/>
            <a:chExt cx="1080000" cy="80699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6" name="Freeform: Shape 5">
              <a:extLst>
                <a:ext uri="{FF2B5EF4-FFF2-40B4-BE49-F238E27FC236}">
                  <a16:creationId xmlns:a16="http://schemas.microsoft.com/office/drawing/2014/main" id="{C2ED0689-8483-EE34-14FA-AF285CC49961}"/>
                </a:ext>
              </a:extLst>
            </p:cNvPr>
            <p:cNvSpPr/>
            <p:nvPr/>
          </p:nvSpPr>
          <p:spPr>
            <a:xfrm>
              <a:off x="1791287" y="2277001"/>
              <a:ext cx="1080000" cy="539999"/>
            </a:xfrm>
            <a:custGeom>
              <a:avLst/>
              <a:gdLst>
                <a:gd name="connsiteX0" fmla="*/ 540000 w 1080000"/>
                <a:gd name="connsiteY0" fmla="*/ 0 h 539999"/>
                <a:gd name="connsiteX1" fmla="*/ 1069029 w 1080000"/>
                <a:gd name="connsiteY1" fmla="*/ 431171 h 539999"/>
                <a:gd name="connsiteX2" fmla="*/ 1080000 w 1080000"/>
                <a:gd name="connsiteY2" fmla="*/ 539999 h 539999"/>
                <a:gd name="connsiteX3" fmla="*/ 0 w 1080000"/>
                <a:gd name="connsiteY3" fmla="*/ 539999 h 539999"/>
                <a:gd name="connsiteX4" fmla="*/ 10971 w 1080000"/>
                <a:gd name="connsiteY4" fmla="*/ 431171 h 539999"/>
                <a:gd name="connsiteX5" fmla="*/ 540000 w 1080000"/>
                <a:gd name="connsiteY5" fmla="*/ 0 h 5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0000" h="539999">
                  <a:moveTo>
                    <a:pt x="540000" y="0"/>
                  </a:moveTo>
                  <a:cubicBezTo>
                    <a:pt x="800955" y="0"/>
                    <a:pt x="1018676" y="185102"/>
                    <a:pt x="1069029" y="431171"/>
                  </a:cubicBezTo>
                  <a:lnTo>
                    <a:pt x="1080000" y="539999"/>
                  </a:lnTo>
                  <a:lnTo>
                    <a:pt x="0" y="539999"/>
                  </a:lnTo>
                  <a:lnTo>
                    <a:pt x="10971" y="431171"/>
                  </a:lnTo>
                  <a:cubicBezTo>
                    <a:pt x="61324" y="185102"/>
                    <a:pt x="279045" y="0"/>
                    <a:pt x="5400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a:p>
          </p:txBody>
        </p:sp>
        <p:sp>
          <p:nvSpPr>
            <p:cNvPr id="10" name="Rectangle 9">
              <a:extLst>
                <a:ext uri="{FF2B5EF4-FFF2-40B4-BE49-F238E27FC236}">
                  <a16:creationId xmlns:a16="http://schemas.microsoft.com/office/drawing/2014/main" id="{EC32F83D-0044-B085-010D-DCB9B7EA593E}"/>
                </a:ext>
              </a:extLst>
            </p:cNvPr>
            <p:cNvSpPr/>
            <p:nvPr/>
          </p:nvSpPr>
          <p:spPr>
            <a:xfrm>
              <a:off x="1791287" y="2813999"/>
              <a:ext cx="1080000" cy="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a:p>
          </p:txBody>
        </p:sp>
      </p:grpSp>
      <p:sp>
        <p:nvSpPr>
          <p:cNvPr id="16" name="Picture Placeholder 14">
            <a:extLst>
              <a:ext uri="{FF2B5EF4-FFF2-40B4-BE49-F238E27FC236}">
                <a16:creationId xmlns:a16="http://schemas.microsoft.com/office/drawing/2014/main" id="{07E7B029-F3B7-0289-4957-FFE497940C36}"/>
              </a:ext>
            </a:extLst>
          </p:cNvPr>
          <p:cNvSpPr>
            <a:spLocks noGrp="1"/>
          </p:cNvSpPr>
          <p:nvPr>
            <p:ph type="pic" sz="quarter" idx="14"/>
          </p:nvPr>
        </p:nvSpPr>
        <p:spPr>
          <a:xfrm>
            <a:off x="7800000" y="3114000"/>
            <a:ext cx="4392000" cy="3744000"/>
          </a:xfrm>
        </p:spPr>
        <p:txBody>
          <a:bodyPr/>
          <a:lstStyle/>
          <a:p>
            <a:r>
              <a:rPr lang="en-US"/>
              <a:t>Click icon to add picture</a:t>
            </a:r>
            <a:endParaRPr lang="en-IN"/>
          </a:p>
        </p:txBody>
      </p:sp>
      <p:sp>
        <p:nvSpPr>
          <p:cNvPr id="9" name="Rectangle 8">
            <a:extLst>
              <a:ext uri="{FF2B5EF4-FFF2-40B4-BE49-F238E27FC236}">
                <a16:creationId xmlns:a16="http://schemas.microsoft.com/office/drawing/2014/main" id="{C3FEE221-2DF4-0CA9-E534-9A2B0F83B56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772770" y="974440"/>
            <a:ext cx="7796186" cy="369332"/>
          </a:xfrm>
        </p:spPr>
        <p:txBody>
          <a:bodyPr anchor="t" anchorCtr="0"/>
          <a:lstStyle>
            <a:lvl1pPr>
              <a:lnSpc>
                <a:spcPct val="100000"/>
              </a:lnSpc>
              <a:spcAft>
                <a:spcPts val="600"/>
              </a:spcAft>
              <a:defRPr sz="2400" b="0">
                <a:solidFill>
                  <a:schemeClr val="tx1"/>
                </a:solidFill>
              </a:defRPr>
            </a:lvl1pPr>
          </a:lstStyle>
          <a:p>
            <a:r>
              <a:rPr lang="en-US"/>
              <a:t>Click to edit Quote text</a:t>
            </a:r>
            <a:endParaRPr lang="en-IN"/>
          </a:p>
        </p:txBody>
      </p:sp>
      <p:sp>
        <p:nvSpPr>
          <p:cNvPr id="12" name="Text Placeholder 7">
            <a:extLst>
              <a:ext uri="{FF2B5EF4-FFF2-40B4-BE49-F238E27FC236}">
                <a16:creationId xmlns:a16="http://schemas.microsoft.com/office/drawing/2014/main" id="{DBFBFB14-02C3-927B-A0B4-FC51A56AC10E}"/>
              </a:ext>
            </a:extLst>
          </p:cNvPr>
          <p:cNvSpPr>
            <a:spLocks noGrp="1"/>
          </p:cNvSpPr>
          <p:nvPr>
            <p:ph type="body" sz="quarter" idx="13" hasCustomPrompt="1"/>
          </p:nvPr>
        </p:nvSpPr>
        <p:spPr>
          <a:xfrm>
            <a:off x="5414696" y="5085520"/>
            <a:ext cx="2218657" cy="276999"/>
          </a:xfrm>
          <a:prstGeom prst="rect">
            <a:avLst/>
          </a:prstGeom>
          <a:solidFill>
            <a:schemeClr val="bg1"/>
          </a:solidFill>
        </p:spPr>
        <p:txBody>
          <a:bodyPr wrap="none" lIns="108000" rIns="108000"/>
          <a:lstStyle>
            <a:lvl1pPr marL="0" indent="0" algn="l" defTabSz="914400" rtl="0" eaLnBrk="1" latinLnBrk="0" hangingPunct="1">
              <a:lnSpc>
                <a:spcPct val="100000"/>
              </a:lnSpc>
              <a:spcBef>
                <a:spcPts val="0"/>
              </a:spcBef>
              <a:spcAft>
                <a:spcPts val="300"/>
              </a:spcAft>
              <a:buFont typeface="Arial" panose="020B0604020202020204" pitchFamily="34" charset="0"/>
              <a:buNone/>
              <a:defRPr lang="en-US" sz="1800" b="1" kern="1200" dirty="0" smtClean="0">
                <a:solidFill>
                  <a:schemeClr val="accent1"/>
                </a:solidFill>
                <a:latin typeface="+mn-lt"/>
                <a:ea typeface="+mn-ea"/>
                <a:cs typeface="Poppins Medium" panose="00000600000000000000" pitchFamily="2" charset="0"/>
              </a:defRPr>
            </a:lvl1pPr>
          </a:lstStyle>
          <a:p>
            <a:pPr lvl="0"/>
            <a:r>
              <a:rPr lang="en-US"/>
              <a:t>Click to edit Name</a:t>
            </a:r>
          </a:p>
        </p:txBody>
      </p:sp>
      <p:grpSp>
        <p:nvGrpSpPr>
          <p:cNvPr id="22" name="Group 21">
            <a:extLst>
              <a:ext uri="{FF2B5EF4-FFF2-40B4-BE49-F238E27FC236}">
                <a16:creationId xmlns:a16="http://schemas.microsoft.com/office/drawing/2014/main" id="{9680EDEE-FECB-6C2C-FD7A-69A6E85CC91A}"/>
              </a:ext>
            </a:extLst>
          </p:cNvPr>
          <p:cNvGrpSpPr>
            <a:grpSpLocks noChangeAspect="1"/>
          </p:cNvGrpSpPr>
          <p:nvPr userDrawn="1"/>
        </p:nvGrpSpPr>
        <p:grpSpPr>
          <a:xfrm>
            <a:off x="772772" y="407144"/>
            <a:ext cx="453629" cy="360000"/>
            <a:chOff x="1046150" y="843200"/>
            <a:chExt cx="562500" cy="446400"/>
          </a:xfrm>
          <a:solidFill>
            <a:schemeClr val="accent2"/>
          </a:solidFill>
        </p:grpSpPr>
        <p:sp>
          <p:nvSpPr>
            <p:cNvPr id="23" name="Freeform: Shape 22">
              <a:extLst>
                <a:ext uri="{FF2B5EF4-FFF2-40B4-BE49-F238E27FC236}">
                  <a16:creationId xmlns:a16="http://schemas.microsoft.com/office/drawing/2014/main" id="{6F839731-86DD-7742-F7B2-4E15E4C9E63E}"/>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3B32362D-0537-BE35-BABF-0C5A09765A72}"/>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grpSp>
        <p:nvGrpSpPr>
          <p:cNvPr id="3" name="Group 2">
            <a:extLst>
              <a:ext uri="{FF2B5EF4-FFF2-40B4-BE49-F238E27FC236}">
                <a16:creationId xmlns:a16="http://schemas.microsoft.com/office/drawing/2014/main" id="{CB2EDDF3-6B11-D022-09D7-A8B101A2AD3B}"/>
              </a:ext>
            </a:extLst>
          </p:cNvPr>
          <p:cNvGrpSpPr/>
          <p:nvPr userDrawn="1"/>
        </p:nvGrpSpPr>
        <p:grpSpPr>
          <a:xfrm>
            <a:off x="0" y="6465881"/>
            <a:ext cx="1628676" cy="392119"/>
            <a:chOff x="0" y="6465881"/>
            <a:chExt cx="1628676" cy="392119"/>
          </a:xfrm>
        </p:grpSpPr>
        <p:sp>
          <p:nvSpPr>
            <p:cNvPr id="4" name="Freeform: Shape 3">
              <a:extLst>
                <a:ext uri="{FF2B5EF4-FFF2-40B4-BE49-F238E27FC236}">
                  <a16:creationId xmlns:a16="http://schemas.microsoft.com/office/drawing/2014/main" id="{59AF7609-526C-C5DF-8103-8CC46282AE48}"/>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7" name="Graphic 6">
              <a:extLst>
                <a:ext uri="{FF2B5EF4-FFF2-40B4-BE49-F238E27FC236}">
                  <a16:creationId xmlns:a16="http://schemas.microsoft.com/office/drawing/2014/main" id="{348E13B2-219C-F49A-2027-EDB3BBE313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D127D7D6-EE9C-B535-1CD6-4E722F2A0704}"/>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348532591"/>
      </p:ext>
    </p:extLst>
  </p:cSld>
  <p:clrMapOvr>
    <a:masterClrMapping/>
  </p:clrMapOvr>
  <p:extLst>
    <p:ext uri="{DCECCB84-F9BA-43D5-87BE-67443E8EF086}">
      <p15:sldGuideLst xmlns:p15="http://schemas.microsoft.com/office/powerpoint/2012/main">
        <p15:guide id="1" orient="horz" pos="799">
          <p15:clr>
            <a:srgbClr val="FBAE40"/>
          </p15:clr>
        </p15:guide>
        <p15:guide id="2" pos="619">
          <p15:clr>
            <a:srgbClr val="FBAE40"/>
          </p15:clr>
        </p15:guide>
        <p15:guide id="3"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multip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FEE221-2DF4-0CA9-E534-9A2B0F83B56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3DC18029-8FD8-F8F2-D956-8ED576A3B4BA}"/>
              </a:ext>
            </a:extLst>
          </p:cNvPr>
          <p:cNvGrpSpPr>
            <a:grpSpLocks noChangeAspect="1"/>
          </p:cNvGrpSpPr>
          <p:nvPr userDrawn="1"/>
        </p:nvGrpSpPr>
        <p:grpSpPr>
          <a:xfrm flipH="1" flipV="1">
            <a:off x="7989770" y="5661708"/>
            <a:ext cx="1905240" cy="1512000"/>
            <a:chOff x="5857875" y="3241547"/>
            <a:chExt cx="476250" cy="377952"/>
          </a:xfrm>
          <a:solidFill>
            <a:schemeClr val="bg2"/>
          </a:solidFill>
        </p:grpSpPr>
        <p:sp>
          <p:nvSpPr>
            <p:cNvPr id="13" name="Freeform: Shape 12">
              <a:extLst>
                <a:ext uri="{FF2B5EF4-FFF2-40B4-BE49-F238E27FC236}">
                  <a16:creationId xmlns:a16="http://schemas.microsoft.com/office/drawing/2014/main" id="{CE787910-6800-C8DF-4166-DC2ECA7B7573}"/>
                </a:ext>
              </a:extLst>
            </p:cNvPr>
            <p:cNvSpPr/>
            <p:nvPr/>
          </p:nvSpPr>
          <p:spPr>
            <a:xfrm>
              <a:off x="614362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CD817A6-1AA3-7BBF-BBB2-494F3155C9DD}"/>
                </a:ext>
              </a:extLst>
            </p:cNvPr>
            <p:cNvSpPr/>
            <p:nvPr/>
          </p:nvSpPr>
          <p:spPr>
            <a:xfrm>
              <a:off x="585787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grpSp>
      <p:grpSp>
        <p:nvGrpSpPr>
          <p:cNvPr id="15" name="Group 14">
            <a:extLst>
              <a:ext uri="{FF2B5EF4-FFF2-40B4-BE49-F238E27FC236}">
                <a16:creationId xmlns:a16="http://schemas.microsoft.com/office/drawing/2014/main" id="{BBFE56F9-1C8C-6C7C-C043-6E617CD92A96}"/>
              </a:ext>
            </a:extLst>
          </p:cNvPr>
          <p:cNvGrpSpPr>
            <a:grpSpLocks noChangeAspect="1"/>
          </p:cNvGrpSpPr>
          <p:nvPr userDrawn="1"/>
        </p:nvGrpSpPr>
        <p:grpSpPr>
          <a:xfrm>
            <a:off x="1088431" y="-200610"/>
            <a:ext cx="1224797" cy="972000"/>
            <a:chOff x="5857875" y="3241547"/>
            <a:chExt cx="476250" cy="377952"/>
          </a:xfrm>
          <a:solidFill>
            <a:schemeClr val="accent2"/>
          </a:solidFill>
        </p:grpSpPr>
        <p:sp>
          <p:nvSpPr>
            <p:cNvPr id="18" name="Freeform: Shape 17">
              <a:extLst>
                <a:ext uri="{FF2B5EF4-FFF2-40B4-BE49-F238E27FC236}">
                  <a16:creationId xmlns:a16="http://schemas.microsoft.com/office/drawing/2014/main" id="{867E13ED-3345-5910-F66D-BFD9C5D78DEC}"/>
                </a:ext>
              </a:extLst>
            </p:cNvPr>
            <p:cNvSpPr/>
            <p:nvPr/>
          </p:nvSpPr>
          <p:spPr>
            <a:xfrm>
              <a:off x="614362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0C913993-AD97-54E9-7D6E-EFE5EFA94E1B}"/>
                </a:ext>
              </a:extLst>
            </p:cNvPr>
            <p:cNvSpPr/>
            <p:nvPr/>
          </p:nvSpPr>
          <p:spPr>
            <a:xfrm>
              <a:off x="585787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3738553838"/>
      </p:ext>
    </p:extLst>
  </p:cSld>
  <p:clrMapOvr>
    <a:masterClrMapping/>
  </p:clrMapOvr>
  <p:extLst>
    <p:ext uri="{DCECCB84-F9BA-43D5-87BE-67443E8EF086}">
      <p15:sldGuideLst xmlns:p15="http://schemas.microsoft.com/office/powerpoint/2012/main">
        <p15:guide id="1" orient="horz" pos="799">
          <p15:clr>
            <a:srgbClr val="FBAE40"/>
          </p15:clr>
        </p15:guide>
        <p15:guide id="2" pos="619">
          <p15:clr>
            <a:srgbClr val="FBAE40"/>
          </p15:clr>
        </p15:guide>
        <p15:guide id="3"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Full Gradient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A014417-5A7B-70DA-9FBE-82655CAED78C}"/>
              </a:ext>
            </a:extLst>
          </p:cNvPr>
          <p:cNvSpPr/>
          <p:nvPr userDrawn="1"/>
        </p:nvSpPr>
        <p:spPr>
          <a:xfrm>
            <a:off x="-2" y="0"/>
            <a:ext cx="12192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9" name="Rectangle 8">
            <a:extLst>
              <a:ext uri="{FF2B5EF4-FFF2-40B4-BE49-F238E27FC236}">
                <a16:creationId xmlns:a16="http://schemas.microsoft.com/office/drawing/2014/main" id="{C3FEE221-2DF4-0CA9-E534-9A2B0F83B56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7">
            <a:extLst>
              <a:ext uri="{FF2B5EF4-FFF2-40B4-BE49-F238E27FC236}">
                <a16:creationId xmlns:a16="http://schemas.microsoft.com/office/drawing/2014/main" id="{DB1A2C30-562D-9DBE-8CA9-83C6A30F52BC}"/>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lide Number Placeholder 3">
            <a:extLst>
              <a:ext uri="{FF2B5EF4-FFF2-40B4-BE49-F238E27FC236}">
                <a16:creationId xmlns:a16="http://schemas.microsoft.com/office/drawing/2014/main" id="{277A89C7-E0D7-7704-C905-7B1C8FA49B1C}"/>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4" name="TextBox 3">
            <a:extLst>
              <a:ext uri="{FF2B5EF4-FFF2-40B4-BE49-F238E27FC236}">
                <a16:creationId xmlns:a16="http://schemas.microsoft.com/office/drawing/2014/main" id="{5DD2740D-8629-C241-C329-FB62CC17FBBB}"/>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6" name="TextBox 5">
            <a:extLst>
              <a:ext uri="{FF2B5EF4-FFF2-40B4-BE49-F238E27FC236}">
                <a16:creationId xmlns:a16="http://schemas.microsoft.com/office/drawing/2014/main" id="{F4F3F7A0-9F48-2C9E-1142-C2E720F60E2A}"/>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1272927155"/>
      </p:ext>
    </p:extLst>
  </p:cSld>
  <p:clrMapOvr>
    <a:masterClrMapping/>
  </p:clrMapOvr>
  <p:extLst>
    <p:ext uri="{DCECCB84-F9BA-43D5-87BE-67443E8EF086}">
      <p15:sldGuideLst xmlns:p15="http://schemas.microsoft.com/office/powerpoint/2012/main">
        <p15:guide id="1" orient="horz" pos="799">
          <p15:clr>
            <a:srgbClr val="FBAE40"/>
          </p15:clr>
        </p15:guide>
        <p15:guide id="2" pos="619">
          <p15:clr>
            <a:srgbClr val="FBAE40"/>
          </p15:clr>
        </p15:guide>
        <p15:guide id="3"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Sty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accent1"/>
                </a:solidFill>
              </a:defRPr>
            </a:lvl1pPr>
          </a:lstStyle>
          <a:p>
            <a:r>
              <a:rPr lang="en-US" dirty="0"/>
              <a:t>Click to edit Master title style</a:t>
            </a:r>
            <a:endParaRPr lang="en-IN" dirty="0"/>
          </a:p>
        </p:txBody>
      </p:sp>
    </p:spTree>
    <p:extLst>
      <p:ext uri="{BB962C8B-B14F-4D97-AF65-F5344CB8AC3E}">
        <p14:creationId xmlns:p14="http://schemas.microsoft.com/office/powerpoint/2010/main" val="4234417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Sty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accent1"/>
                </a:solidFill>
              </a:defRPr>
            </a:lvl1pPr>
          </a:lstStyle>
          <a:p>
            <a:r>
              <a:rPr lang="en-US"/>
              <a:t>Click to edit Master title style</a:t>
            </a:r>
            <a:endParaRPr lang="en-IN"/>
          </a:p>
        </p:txBody>
      </p:sp>
      <p:sp>
        <p:nvSpPr>
          <p:cNvPr id="13" name="Rectangle: Single Corner Rounded 12">
            <a:extLst>
              <a:ext uri="{FF2B5EF4-FFF2-40B4-BE49-F238E27FC236}">
                <a16:creationId xmlns:a16="http://schemas.microsoft.com/office/drawing/2014/main" id="{89ED35C5-6BC1-7CCE-D92E-E2DF8744486E}"/>
              </a:ext>
            </a:extLst>
          </p:cNvPr>
          <p:cNvSpPr/>
          <p:nvPr userDrawn="1"/>
        </p:nvSpPr>
        <p:spPr>
          <a:xfrm flipH="1">
            <a:off x="7882359" y="921406"/>
            <a:ext cx="4309638" cy="5936593"/>
          </a:xfrm>
          <a:prstGeom prst="round1Rect">
            <a:avLst>
              <a:gd name="adj" fmla="val 789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reeform 7">
            <a:extLst>
              <a:ext uri="{FF2B5EF4-FFF2-40B4-BE49-F238E27FC236}">
                <a16:creationId xmlns:a16="http://schemas.microsoft.com/office/drawing/2014/main" id="{8FF2B0B5-8F1C-BCD5-F2D9-4AD0A42164D6}"/>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a:extLst>
              <a:ext uri="{FF2B5EF4-FFF2-40B4-BE49-F238E27FC236}">
                <a16:creationId xmlns:a16="http://schemas.microsoft.com/office/drawing/2014/main" id="{D8313986-8D44-868A-4303-A3433656DD5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5" name="TextBox 4">
            <a:extLst>
              <a:ext uri="{FF2B5EF4-FFF2-40B4-BE49-F238E27FC236}">
                <a16:creationId xmlns:a16="http://schemas.microsoft.com/office/drawing/2014/main" id="{4BA5E140-E11D-FD0B-18C3-45D53CF90757}"/>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dirty="0">
                <a:solidFill>
                  <a:schemeClr val="bg1">
                    <a:lumMod val="50000"/>
                  </a:schemeClr>
                </a:solidFill>
                <a:effectLst/>
              </a:rPr>
              <a:t>© 2026, Opus Technologies</a:t>
            </a:r>
            <a:endParaRPr lang="en-US" sz="900" dirty="0">
              <a:solidFill>
                <a:schemeClr val="bg1">
                  <a:lumMod val="50000"/>
                </a:schemeClr>
              </a:solidFill>
            </a:endParaRPr>
          </a:p>
        </p:txBody>
      </p:sp>
    </p:spTree>
    <p:extLst>
      <p:ext uri="{BB962C8B-B14F-4D97-AF65-F5344CB8AC3E}">
        <p14:creationId xmlns:p14="http://schemas.microsoft.com/office/powerpoint/2010/main" val="905509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tyle 1)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a:spAutoFit/>
          </a:bodyPr>
          <a:lstStyle>
            <a:lvl1pPr>
              <a:defRPr sz="2800">
                <a:solidFill>
                  <a:schemeClr val="accent1"/>
                </a:solidFill>
              </a:defRPr>
            </a:lvl1pPr>
          </a:lstStyle>
          <a:p>
            <a:r>
              <a:rPr lang="en-US"/>
              <a:t>Click to edit Master title style</a:t>
            </a:r>
            <a:endParaRPr lang="en-IN"/>
          </a:p>
        </p:txBody>
      </p:sp>
      <p:sp>
        <p:nvSpPr>
          <p:cNvPr id="7" name="Text Placeholder 6">
            <a:extLst>
              <a:ext uri="{FF2B5EF4-FFF2-40B4-BE49-F238E27FC236}">
                <a16:creationId xmlns:a16="http://schemas.microsoft.com/office/drawing/2014/main" id="{C28277C2-ACBC-0758-9F4D-73F54BE462ED}"/>
              </a:ext>
            </a:extLst>
          </p:cNvPr>
          <p:cNvSpPr>
            <a:spLocks noGrp="1"/>
          </p:cNvSpPr>
          <p:nvPr>
            <p:ph type="body" sz="quarter" idx="10"/>
          </p:nvPr>
        </p:nvSpPr>
        <p:spPr>
          <a:xfrm>
            <a:off x="381000" y="1485900"/>
            <a:ext cx="11439525" cy="107721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19935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Style 1) - Layou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4598F8-CCA1-2F6C-9143-6D1050BC0201}"/>
              </a:ext>
            </a:extLst>
          </p:cNvPr>
          <p:cNvSpPr/>
          <p:nvPr userDrawn="1"/>
        </p:nvSpPr>
        <p:spPr>
          <a:xfrm>
            <a:off x="819600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7315200" cy="430887"/>
          </a:xfrm>
        </p:spPr>
        <p:txBody>
          <a:bodyPr wrap="square">
            <a:spAutoFit/>
          </a:bodyPr>
          <a:lstStyle>
            <a:lvl1pPr>
              <a:defRPr sz="2800">
                <a:solidFill>
                  <a:schemeClr val="accent1"/>
                </a:solidFill>
              </a:defRPr>
            </a:lvl1pPr>
          </a:lstStyle>
          <a:p>
            <a:r>
              <a:rPr lang="en-US"/>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2389894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Style 1) - Layout 3">
    <p:spTree>
      <p:nvGrpSpPr>
        <p:cNvPr id="1" name=""/>
        <p:cNvGrpSpPr/>
        <p:nvPr/>
      </p:nvGrpSpPr>
      <p:grpSpPr>
        <a:xfrm>
          <a:off x="0" y="0"/>
          <a:ext cx="0" cy="0"/>
          <a:chOff x="0" y="0"/>
          <a:chExt cx="0" cy="0"/>
        </a:xfrm>
      </p:grpSpPr>
      <p:sp>
        <p:nvSpPr>
          <p:cNvPr id="3" name="Rectangle: Single Corner Rounded 2">
            <a:extLst>
              <a:ext uri="{FF2B5EF4-FFF2-40B4-BE49-F238E27FC236}">
                <a16:creationId xmlns:a16="http://schemas.microsoft.com/office/drawing/2014/main" id="{EF4598F8-CCA1-2F6C-9143-6D1050BC0201}"/>
              </a:ext>
            </a:extLst>
          </p:cNvPr>
          <p:cNvSpPr/>
          <p:nvPr userDrawn="1"/>
        </p:nvSpPr>
        <p:spPr>
          <a:xfrm flipH="1">
            <a:off x="9528000" y="829735"/>
            <a:ext cx="2664000" cy="6028266"/>
          </a:xfrm>
          <a:prstGeom prst="round1Rect">
            <a:avLst>
              <a:gd name="adj" fmla="val 23023"/>
            </a:avLst>
          </a:prstGeom>
          <a:gradFill>
            <a:gsLst>
              <a:gs pos="90000">
                <a:schemeClr val="accent2"/>
              </a:gs>
              <a:gs pos="9000">
                <a:schemeClr val="accent1">
                  <a:lumMod val="50000"/>
                </a:schemeClr>
              </a:gs>
              <a:gs pos="5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1397065"/>
            <a:ext cx="8229600" cy="430887"/>
          </a:xfrm>
        </p:spPr>
        <p:txBody>
          <a:bodyPr>
            <a:spAutoFit/>
          </a:bodyPr>
          <a:lstStyle>
            <a:lvl1pPr>
              <a:defRPr sz="2800">
                <a:solidFill>
                  <a:schemeClr val="accent1"/>
                </a:solidFill>
              </a:defRPr>
            </a:lvl1pPr>
          </a:lstStyle>
          <a:p>
            <a:r>
              <a:rPr lang="en-US"/>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3692542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Style 1) - Layout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4598F8-CCA1-2F6C-9143-6D1050BC0201}"/>
              </a:ext>
            </a:extLst>
          </p:cNvPr>
          <p:cNvSpPr/>
          <p:nvPr userDrawn="1"/>
        </p:nvSpPr>
        <p:spPr>
          <a:xfrm>
            <a:off x="9527998" y="1"/>
            <a:ext cx="2664001"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7315200" cy="430887"/>
          </a:xfrm>
        </p:spPr>
        <p:txBody>
          <a:bodyPr wrap="square">
            <a:spAutoFit/>
          </a:bodyPr>
          <a:lstStyle>
            <a:lvl1pPr>
              <a:defRPr sz="2800">
                <a:solidFill>
                  <a:schemeClr val="accent1"/>
                </a:solidFill>
              </a:defRPr>
            </a:lvl1pPr>
          </a:lstStyle>
          <a:p>
            <a:r>
              <a:rPr lang="en-US"/>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860806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Style 1)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DDF695-5599-0DC3-8558-CE38E36FD0B3}"/>
              </a:ext>
            </a:extLst>
          </p:cNvPr>
          <p:cNvSpPr/>
          <p:nvPr userDrawn="1"/>
        </p:nvSpPr>
        <p:spPr>
          <a:xfrm>
            <a:off x="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381000" y="930545"/>
            <a:ext cx="3207600" cy="861774"/>
          </a:xfrm>
        </p:spPr>
        <p:txBody>
          <a:bodyPr>
            <a:spAutoFit/>
          </a:bodyPr>
          <a:lstStyle>
            <a:lvl1pPr>
              <a:defRPr>
                <a:solidFill>
                  <a:schemeClr val="bg1"/>
                </a:solidFill>
              </a:defRPr>
            </a:lvl1pPr>
          </a:lstStyle>
          <a:p>
            <a:r>
              <a:rPr lang="en-US"/>
              <a:t>Click to edit Slide title style</a:t>
            </a:r>
            <a:endParaRPr lang="en-IN"/>
          </a:p>
        </p:txBody>
      </p:sp>
      <p:sp>
        <p:nvSpPr>
          <p:cNvPr id="6" name="Rectangle 5">
            <a:extLst>
              <a:ext uri="{FF2B5EF4-FFF2-40B4-BE49-F238E27FC236}">
                <a16:creationId xmlns:a16="http://schemas.microsoft.com/office/drawing/2014/main" id="{8ABC2B11-0855-B651-D25B-7723BA7D53AF}"/>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DDBFAAC9-4EEB-734A-ADB1-B7E96D7D2DD1}"/>
              </a:ext>
            </a:extLst>
          </p:cNvPr>
          <p:cNvGrpSpPr/>
          <p:nvPr userDrawn="1"/>
        </p:nvGrpSpPr>
        <p:grpSpPr>
          <a:xfrm>
            <a:off x="0" y="6465881"/>
            <a:ext cx="1628676" cy="392119"/>
            <a:chOff x="0" y="6465881"/>
            <a:chExt cx="1628676" cy="392119"/>
          </a:xfrm>
        </p:grpSpPr>
        <p:sp>
          <p:nvSpPr>
            <p:cNvPr id="5" name="Freeform: Shape 4">
              <a:extLst>
                <a:ext uri="{FF2B5EF4-FFF2-40B4-BE49-F238E27FC236}">
                  <a16:creationId xmlns:a16="http://schemas.microsoft.com/office/drawing/2014/main" id="{8A99DF36-99CA-C2D4-A4C2-FD16C2533DB3}"/>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0" name="Graphic 9">
              <a:extLst>
                <a:ext uri="{FF2B5EF4-FFF2-40B4-BE49-F238E27FC236}">
                  <a16:creationId xmlns:a16="http://schemas.microsoft.com/office/drawing/2014/main" id="{C358EC83-1CE6-BB52-6777-0070AEA0C5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Tree>
    <p:extLst>
      <p:ext uri="{BB962C8B-B14F-4D97-AF65-F5344CB8AC3E}">
        <p14:creationId xmlns:p14="http://schemas.microsoft.com/office/powerpoint/2010/main" val="3857763131"/>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Style 1) - Layout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4598F8-CCA1-2F6C-9143-6D1050BC0201}"/>
              </a:ext>
            </a:extLst>
          </p:cNvPr>
          <p:cNvSpPr/>
          <p:nvPr userDrawn="1"/>
        </p:nvSpPr>
        <p:spPr>
          <a:xfrm>
            <a:off x="9527998" y="1"/>
            <a:ext cx="2664001"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7315200" cy="430887"/>
          </a:xfrm>
        </p:spPr>
        <p:txBody>
          <a:bodyPr wrap="square">
            <a:spAutoFit/>
          </a:bodyPr>
          <a:lstStyle>
            <a:lvl1pPr>
              <a:defRPr sz="2800">
                <a:solidFill>
                  <a:schemeClr val="accent1"/>
                </a:solidFill>
              </a:defRPr>
            </a:lvl1pPr>
          </a:lstStyle>
          <a:p>
            <a:r>
              <a:rPr lang="en-US"/>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8608067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Style 1) - Layout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811F5C-82A4-FF83-F35E-2EAC4B62142E}"/>
              </a:ext>
            </a:extLst>
          </p:cNvPr>
          <p:cNvPicPr>
            <a:picLocks noChangeAspect="1"/>
          </p:cNvPicPr>
          <p:nvPr userDrawn="1"/>
        </p:nvPicPr>
        <p:blipFill>
          <a:blip r:embed="rId2">
            <a:extLst>
              <a:ext uri="{28A0092B-C50C-407E-A947-70E740481C1C}">
                <a14:useLocalDpi xmlns:a14="http://schemas.microsoft.com/office/drawing/2010/main" val="0"/>
              </a:ext>
            </a:extLst>
          </a:blip>
          <a:srcRect r="355"/>
          <a:stretch>
            <a:fillRect/>
          </a:stretch>
        </p:blipFill>
        <p:spPr>
          <a:xfrm>
            <a:off x="0" y="0"/>
            <a:ext cx="12191998" cy="6858000"/>
          </a:xfrm>
          <a:prstGeom prst="rect">
            <a:avLst/>
          </a:prstGeom>
        </p:spPr>
      </p:pic>
      <p:sp>
        <p:nvSpPr>
          <p:cNvPr id="6" name="Rectangle 5">
            <a:extLst>
              <a:ext uri="{FF2B5EF4-FFF2-40B4-BE49-F238E27FC236}">
                <a16:creationId xmlns:a16="http://schemas.microsoft.com/office/drawing/2014/main" id="{38FFBD7A-C6BA-D213-DE07-87F1CAC2D074}"/>
              </a:ext>
            </a:extLst>
          </p:cNvPr>
          <p:cNvSpPr/>
          <p:nvPr userDrawn="1"/>
        </p:nvSpPr>
        <p:spPr>
          <a:xfrm>
            <a:off x="-2" y="0"/>
            <a:ext cx="12192000" cy="6858000"/>
          </a:xfrm>
          <a:prstGeom prst="rect">
            <a:avLst/>
          </a:prstGeom>
          <a:gradFill>
            <a:gsLst>
              <a:gs pos="90000">
                <a:schemeClr val="accent2">
                  <a:alpha val="35000"/>
                </a:schemeClr>
              </a:gs>
              <a:gs pos="12000">
                <a:schemeClr val="accent1">
                  <a:lumMod val="50000"/>
                </a:schemeClr>
              </a:gs>
              <a:gs pos="50000">
                <a:schemeClr val="accent1">
                  <a:alpha val="74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7" name="Rectangle 6">
            <a:extLst>
              <a:ext uri="{FF2B5EF4-FFF2-40B4-BE49-F238E27FC236}">
                <a16:creationId xmlns:a16="http://schemas.microsoft.com/office/drawing/2014/main" id="{B01C98A5-1E37-166A-E5AC-A905DCFF3F5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E4F4AB01-86E5-5643-8B89-8BABF2B4E3D0}"/>
              </a:ext>
            </a:extLst>
          </p:cNvPr>
          <p:cNvSpPr>
            <a:spLocks/>
          </p:cNvSpPr>
          <p:nvPr userDrawn="1"/>
        </p:nvSpPr>
        <p:spPr>
          <a:xfrm>
            <a:off x="8116314" y="2782314"/>
            <a:ext cx="4075685" cy="4075685"/>
          </a:xfrm>
          <a:prstGeom prst="rect">
            <a:avLst/>
          </a:prstGeom>
          <a:gradFill flip="none" rotWithShape="1">
            <a:gsLst>
              <a:gs pos="0">
                <a:schemeClr val="accent2"/>
              </a:gs>
              <a:gs pos="33000">
                <a:srgbClr val="F6A81C">
                  <a:alpha val="43000"/>
                </a:srgbClr>
              </a:gs>
              <a:gs pos="64000">
                <a:schemeClr val="accent2">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lt1"/>
              </a:solidFill>
            </a:endParaRPr>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0999" y="490520"/>
            <a:ext cx="11439525" cy="430887"/>
          </a:xfrm>
        </p:spPr>
        <p:txBody>
          <a:bodyPr wrap="square">
            <a:spAutoFit/>
          </a:bodyPr>
          <a:lstStyle>
            <a:lvl1pPr>
              <a:defRPr sz="2800">
                <a:solidFill>
                  <a:schemeClr val="bg1"/>
                </a:solidFill>
              </a:defRPr>
            </a:lvl1pPr>
          </a:lstStyle>
          <a:p>
            <a:r>
              <a:rPr lang="en-US"/>
              <a:t>Click to edit Master title style</a:t>
            </a: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grpSp>
        <p:nvGrpSpPr>
          <p:cNvPr id="12" name="Group 11">
            <a:extLst>
              <a:ext uri="{FF2B5EF4-FFF2-40B4-BE49-F238E27FC236}">
                <a16:creationId xmlns:a16="http://schemas.microsoft.com/office/drawing/2014/main" id="{971A151B-5F31-FB4A-5A0E-070891B18E9E}"/>
              </a:ext>
            </a:extLst>
          </p:cNvPr>
          <p:cNvGrpSpPr/>
          <p:nvPr userDrawn="1"/>
        </p:nvGrpSpPr>
        <p:grpSpPr>
          <a:xfrm>
            <a:off x="0" y="6465881"/>
            <a:ext cx="1628676" cy="392119"/>
            <a:chOff x="0" y="6465881"/>
            <a:chExt cx="1628676" cy="392119"/>
          </a:xfrm>
        </p:grpSpPr>
        <p:sp>
          <p:nvSpPr>
            <p:cNvPr id="13" name="Freeform: Shape 12">
              <a:extLst>
                <a:ext uri="{FF2B5EF4-FFF2-40B4-BE49-F238E27FC236}">
                  <a16:creationId xmlns:a16="http://schemas.microsoft.com/office/drawing/2014/main" id="{45A976B7-724D-5C6B-736E-C16CF717DC49}"/>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4" name="Graphic 13">
              <a:extLst>
                <a:ext uri="{FF2B5EF4-FFF2-40B4-BE49-F238E27FC236}">
                  <a16:creationId xmlns:a16="http://schemas.microsoft.com/office/drawing/2014/main" id="{00FD98E5-078D-F312-A294-A50EC0A104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616" y="6605313"/>
              <a:ext cx="740603" cy="165600"/>
            </a:xfrm>
            <a:prstGeom prst="rect">
              <a:avLst/>
            </a:prstGeom>
          </p:spPr>
        </p:pic>
      </p:grpSp>
      <p:sp>
        <p:nvSpPr>
          <p:cNvPr id="15" name="TextBox 14">
            <a:extLst>
              <a:ext uri="{FF2B5EF4-FFF2-40B4-BE49-F238E27FC236}">
                <a16:creationId xmlns:a16="http://schemas.microsoft.com/office/drawing/2014/main" id="{203E14E5-BA45-DE66-DCF3-C01425AB7B3A}"/>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1488065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Sty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Tree>
    <p:extLst>
      <p:ext uri="{BB962C8B-B14F-4D97-AF65-F5344CB8AC3E}">
        <p14:creationId xmlns:p14="http://schemas.microsoft.com/office/powerpoint/2010/main" val="2461471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Sty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3" name="Rectangle: Single Corner Rounded 2">
            <a:extLst>
              <a:ext uri="{FF2B5EF4-FFF2-40B4-BE49-F238E27FC236}">
                <a16:creationId xmlns:a16="http://schemas.microsoft.com/office/drawing/2014/main" id="{7B1847A7-9691-8FDF-B93A-FA561ABD7B80}"/>
              </a:ext>
            </a:extLst>
          </p:cNvPr>
          <p:cNvSpPr/>
          <p:nvPr userDrawn="1"/>
        </p:nvSpPr>
        <p:spPr>
          <a:xfrm flipH="1">
            <a:off x="7882359" y="921406"/>
            <a:ext cx="4309638" cy="5936593"/>
          </a:xfrm>
          <a:prstGeom prst="round1Rect">
            <a:avLst>
              <a:gd name="adj" fmla="val 789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reeform 7">
            <a:extLst>
              <a:ext uri="{FF2B5EF4-FFF2-40B4-BE49-F238E27FC236}">
                <a16:creationId xmlns:a16="http://schemas.microsoft.com/office/drawing/2014/main" id="{4BE78C52-69FF-B948-5814-5FC9BB1876BC}"/>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E4963447-E58F-1218-1841-CA7E9239BE8C}"/>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7" name="TextBox 6">
            <a:extLst>
              <a:ext uri="{FF2B5EF4-FFF2-40B4-BE49-F238E27FC236}">
                <a16:creationId xmlns:a16="http://schemas.microsoft.com/office/drawing/2014/main" id="{61117841-7659-731C-93A5-9E5ECFD92ABA}"/>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spTree>
    <p:extLst>
      <p:ext uri="{BB962C8B-B14F-4D97-AF65-F5344CB8AC3E}">
        <p14:creationId xmlns:p14="http://schemas.microsoft.com/office/powerpoint/2010/main" val="16861359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Style 2)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4"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5" name="Text Placeholder 4">
            <a:extLst>
              <a:ext uri="{FF2B5EF4-FFF2-40B4-BE49-F238E27FC236}">
                <a16:creationId xmlns:a16="http://schemas.microsoft.com/office/drawing/2014/main" id="{843F7A27-6909-2D3E-CD7F-1C35C9EE2160}"/>
              </a:ext>
            </a:extLst>
          </p:cNvPr>
          <p:cNvSpPr>
            <a:spLocks noGrp="1"/>
          </p:cNvSpPr>
          <p:nvPr>
            <p:ph type="body" sz="quarter" idx="12" hasCustomPrompt="1"/>
          </p:nvPr>
        </p:nvSpPr>
        <p:spPr>
          <a:xfrm>
            <a:off x="380999" y="255600"/>
            <a:ext cx="11439525" cy="215444"/>
          </a:xfrm>
          <a:prstGeom prst="rect">
            <a:avLst/>
          </a:prstGeom>
        </p:spPr>
        <p:txBody>
          <a:bodyPr vert="horz" wrap="square" lIns="0" tIns="0" rIns="0" bIns="0" rtlCol="0">
            <a:spAutoFit/>
          </a:bodyPr>
          <a:lstStyle>
            <a:lvl1pPr>
              <a:defRPr lang="en-GB" b="1" spc="0" baseline="0" dirty="0">
                <a:solidFill>
                  <a:schemeClr val="accent2"/>
                </a:solidFill>
              </a:defRPr>
            </a:lvl1pPr>
          </a:lstStyle>
          <a:p>
            <a:pPr lvl="0">
              <a:lnSpc>
                <a:spcPct val="100000"/>
              </a:lnSpc>
            </a:pPr>
            <a:r>
              <a:rPr lang="en-GB"/>
              <a:t>CLICK TO EDIT MASTER TEXT STYLES</a:t>
            </a:r>
          </a:p>
        </p:txBody>
      </p:sp>
      <p:sp>
        <p:nvSpPr>
          <p:cNvPr id="4" name="Text Placeholder 3">
            <a:extLst>
              <a:ext uri="{FF2B5EF4-FFF2-40B4-BE49-F238E27FC236}">
                <a16:creationId xmlns:a16="http://schemas.microsoft.com/office/drawing/2014/main" id="{A2D363E2-FEE5-5143-5C0B-30E822801836}"/>
              </a:ext>
            </a:extLst>
          </p:cNvPr>
          <p:cNvSpPr>
            <a:spLocks noGrp="1"/>
          </p:cNvSpPr>
          <p:nvPr>
            <p:ph type="body" sz="quarter" idx="13"/>
          </p:nvPr>
        </p:nvSpPr>
        <p:spPr>
          <a:xfrm>
            <a:off x="381000" y="1485900"/>
            <a:ext cx="11439525" cy="107721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352192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Style 2) - Layou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DDF695-5599-0DC3-8558-CE38E36FD0B3}"/>
              </a:ext>
            </a:extLst>
          </p:cNvPr>
          <p:cNvSpPr/>
          <p:nvPr userDrawn="1"/>
        </p:nvSpPr>
        <p:spPr>
          <a:xfrm>
            <a:off x="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381000" y="930545"/>
            <a:ext cx="3207600" cy="861774"/>
          </a:xfrm>
        </p:spPr>
        <p:txBody>
          <a:bodyPr anchor="t"/>
          <a:lstStyle>
            <a:lvl1pPr>
              <a:defRPr>
                <a:solidFill>
                  <a:schemeClr val="bg1"/>
                </a:solidFill>
              </a:defRPr>
            </a:lvl1pPr>
          </a:lstStyle>
          <a:p>
            <a:r>
              <a:rPr lang="en-US"/>
              <a:t>Click to edit Slide title style</a:t>
            </a:r>
            <a:endParaRPr lang="en-IN"/>
          </a:p>
        </p:txBody>
      </p:sp>
      <p:sp>
        <p:nvSpPr>
          <p:cNvPr id="6" name="Rectangle 5">
            <a:extLst>
              <a:ext uri="{FF2B5EF4-FFF2-40B4-BE49-F238E27FC236}">
                <a16:creationId xmlns:a16="http://schemas.microsoft.com/office/drawing/2014/main" id="{8ABC2B11-0855-B651-D25B-7723BA7D53AF}"/>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7">
            <a:extLst>
              <a:ext uri="{FF2B5EF4-FFF2-40B4-BE49-F238E27FC236}">
                <a16:creationId xmlns:a16="http://schemas.microsoft.com/office/drawing/2014/main" id="{83031809-B4E2-4641-A77F-B130025A3696}"/>
              </a:ext>
            </a:extLst>
          </p:cNvPr>
          <p:cNvSpPr>
            <a:spLocks noGrp="1"/>
          </p:cNvSpPr>
          <p:nvPr>
            <p:ph type="body" sz="quarter" idx="13" hasCustomPrompt="1"/>
          </p:nvPr>
        </p:nvSpPr>
        <p:spPr>
          <a:xfrm>
            <a:off x="381000" y="696051"/>
            <a:ext cx="3208251" cy="215444"/>
          </a:xfrm>
          <a:prstGeom prst="rect">
            <a:avLst/>
          </a:prstGeom>
        </p:spPr>
        <p:txBody>
          <a:bodyPr anchor="b" anchorCtr="0"/>
          <a:lstStyle>
            <a:lvl1pPr marL="0" indent="0" algn="l" defTabSz="914400" rtl="0" eaLnBrk="1" latinLnBrk="0" hangingPunct="1">
              <a:lnSpc>
                <a:spcPct val="100000"/>
              </a:lnSpc>
              <a:spcBef>
                <a:spcPts val="0"/>
              </a:spcBef>
              <a:buFont typeface="Arial" panose="020B0604020202020204" pitchFamily="34" charset="0"/>
              <a:buNone/>
              <a:defRPr lang="en-US" sz="1400" b="1" kern="1200" dirty="0" smtClean="0">
                <a:solidFill>
                  <a:schemeClr val="accent2"/>
                </a:solidFill>
                <a:latin typeface="+mn-lt"/>
                <a:ea typeface="+mn-ea"/>
                <a:cs typeface="Poppins Medium" panose="00000600000000000000" pitchFamily="2" charset="0"/>
              </a:defRPr>
            </a:lvl1pPr>
          </a:lstStyle>
          <a:p>
            <a:pPr lvl="0"/>
            <a:r>
              <a:rPr lang="en-US"/>
              <a:t>CLICK TO EDIT CATEGORY TEXT</a:t>
            </a:r>
          </a:p>
        </p:txBody>
      </p:sp>
      <p:grpSp>
        <p:nvGrpSpPr>
          <p:cNvPr id="4" name="Group 3">
            <a:extLst>
              <a:ext uri="{FF2B5EF4-FFF2-40B4-BE49-F238E27FC236}">
                <a16:creationId xmlns:a16="http://schemas.microsoft.com/office/drawing/2014/main" id="{92E9BA9F-32F6-5AB6-64C9-080D47A9663B}"/>
              </a:ext>
            </a:extLst>
          </p:cNvPr>
          <p:cNvGrpSpPr/>
          <p:nvPr userDrawn="1"/>
        </p:nvGrpSpPr>
        <p:grpSpPr>
          <a:xfrm>
            <a:off x="0" y="6465881"/>
            <a:ext cx="1628676" cy="392119"/>
            <a:chOff x="0" y="6465881"/>
            <a:chExt cx="1628676" cy="392119"/>
          </a:xfrm>
        </p:grpSpPr>
        <p:sp>
          <p:nvSpPr>
            <p:cNvPr id="5" name="Freeform: Shape 4">
              <a:extLst>
                <a:ext uri="{FF2B5EF4-FFF2-40B4-BE49-F238E27FC236}">
                  <a16:creationId xmlns:a16="http://schemas.microsoft.com/office/drawing/2014/main" id="{FE453407-59C2-A1FE-352D-CB8B9EC35539}"/>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1" name="Graphic 10">
              <a:extLst>
                <a:ext uri="{FF2B5EF4-FFF2-40B4-BE49-F238E27FC236}">
                  <a16:creationId xmlns:a16="http://schemas.microsoft.com/office/drawing/2014/main" id="{FB1D4299-52A0-5A55-ECAF-F902BFFC87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Tree>
    <p:extLst>
      <p:ext uri="{BB962C8B-B14F-4D97-AF65-F5344CB8AC3E}">
        <p14:creationId xmlns:p14="http://schemas.microsoft.com/office/powerpoint/2010/main" val="4213338801"/>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Style 2) -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B4183-E241-6BD0-94E9-43BA6EE9B8D5}"/>
              </a:ext>
            </a:extLst>
          </p:cNvPr>
          <p:cNvSpPr/>
          <p:nvPr userDrawn="1"/>
        </p:nvSpPr>
        <p:spPr>
          <a:xfrm>
            <a:off x="0" y="1"/>
            <a:ext cx="12192000" cy="256032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bg1"/>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5" name="Rectangle 4">
            <a:extLst>
              <a:ext uri="{FF2B5EF4-FFF2-40B4-BE49-F238E27FC236}">
                <a16:creationId xmlns:a16="http://schemas.microsoft.com/office/drawing/2014/main" id="{34622F1F-7BF4-9D3D-1F22-DFCE0EDAC6C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514662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only (Style 2) -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B4183-E241-6BD0-94E9-43BA6EE9B8D5}"/>
              </a:ext>
            </a:extLst>
          </p:cNvPr>
          <p:cNvSpPr/>
          <p:nvPr userDrawn="1"/>
        </p:nvSpPr>
        <p:spPr>
          <a:xfrm>
            <a:off x="0" y="2"/>
            <a:ext cx="12192000" cy="208344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5" name="Rectangle 4">
            <a:extLst>
              <a:ext uri="{FF2B5EF4-FFF2-40B4-BE49-F238E27FC236}">
                <a16:creationId xmlns:a16="http://schemas.microsoft.com/office/drawing/2014/main" id="{34622F1F-7BF4-9D3D-1F22-DFCE0EDAC6C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14515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only (Style 2) -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B4183-E241-6BD0-94E9-43BA6EE9B8D5}"/>
              </a:ext>
            </a:extLst>
          </p:cNvPr>
          <p:cNvSpPr/>
          <p:nvPr userDrawn="1"/>
        </p:nvSpPr>
        <p:spPr>
          <a:xfrm>
            <a:off x="0" y="1"/>
            <a:ext cx="12192000" cy="256032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bg1"/>
                </a:solidFill>
              </a:defRPr>
            </a:lvl1pPr>
          </a:lstStyle>
          <a:p>
            <a:r>
              <a:rPr lang="en-US"/>
              <a:t>Click to edit Master title style</a:t>
            </a:r>
            <a:endParaRPr lang="en-IN"/>
          </a:p>
        </p:txBody>
      </p:sp>
      <p:sp>
        <p:nvSpPr>
          <p:cNvPr id="5" name="Rectangle 4">
            <a:extLst>
              <a:ext uri="{FF2B5EF4-FFF2-40B4-BE49-F238E27FC236}">
                <a16:creationId xmlns:a16="http://schemas.microsoft.com/office/drawing/2014/main" id="{34622F1F-7BF4-9D3D-1F22-DFCE0EDAC6C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9687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Style 2) -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B4183-E241-6BD0-94E9-43BA6EE9B8D5}"/>
              </a:ext>
            </a:extLst>
          </p:cNvPr>
          <p:cNvSpPr/>
          <p:nvPr userDrawn="1"/>
        </p:nvSpPr>
        <p:spPr>
          <a:xfrm>
            <a:off x="0" y="4297680"/>
            <a:ext cx="12192000" cy="256032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5" name="Rectangle 4">
            <a:extLst>
              <a:ext uri="{FF2B5EF4-FFF2-40B4-BE49-F238E27FC236}">
                <a16:creationId xmlns:a16="http://schemas.microsoft.com/office/drawing/2014/main" id="{34622F1F-7BF4-9D3D-1F22-DFCE0EDAC6C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reeform 7">
            <a:extLst>
              <a:ext uri="{FF2B5EF4-FFF2-40B4-BE49-F238E27FC236}">
                <a16:creationId xmlns:a16="http://schemas.microsoft.com/office/drawing/2014/main" id="{11864D55-7004-CE01-F263-FD89D62F9235}"/>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Slide Number Placeholder 3">
            <a:extLst>
              <a:ext uri="{FF2B5EF4-FFF2-40B4-BE49-F238E27FC236}">
                <a16:creationId xmlns:a16="http://schemas.microsoft.com/office/drawing/2014/main" id="{23C6D03C-207E-A5BC-C513-14ECBC212B2B}"/>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8" name="TextBox 7">
            <a:extLst>
              <a:ext uri="{FF2B5EF4-FFF2-40B4-BE49-F238E27FC236}">
                <a16:creationId xmlns:a16="http://schemas.microsoft.com/office/drawing/2014/main" id="{AB892E8D-DF64-5942-E42A-283CA0E80EAC}"/>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grpSp>
        <p:nvGrpSpPr>
          <p:cNvPr id="9" name="Group 8">
            <a:extLst>
              <a:ext uri="{FF2B5EF4-FFF2-40B4-BE49-F238E27FC236}">
                <a16:creationId xmlns:a16="http://schemas.microsoft.com/office/drawing/2014/main" id="{B0C5E62A-C64D-B7CC-AF16-1350E0A08A65}"/>
              </a:ext>
            </a:extLst>
          </p:cNvPr>
          <p:cNvGrpSpPr/>
          <p:nvPr userDrawn="1"/>
        </p:nvGrpSpPr>
        <p:grpSpPr>
          <a:xfrm>
            <a:off x="0" y="6465881"/>
            <a:ext cx="1628676" cy="392119"/>
            <a:chOff x="0" y="6465881"/>
            <a:chExt cx="1628676" cy="392119"/>
          </a:xfrm>
        </p:grpSpPr>
        <p:sp>
          <p:nvSpPr>
            <p:cNvPr id="10" name="Freeform: Shape 9">
              <a:extLst>
                <a:ext uri="{FF2B5EF4-FFF2-40B4-BE49-F238E27FC236}">
                  <a16:creationId xmlns:a16="http://schemas.microsoft.com/office/drawing/2014/main" id="{0BBF2700-E3EF-0F6E-07F5-43C2D5C6C5AD}"/>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1" name="Graphic 10">
              <a:extLst>
                <a:ext uri="{FF2B5EF4-FFF2-40B4-BE49-F238E27FC236}">
                  <a16:creationId xmlns:a16="http://schemas.microsoft.com/office/drawing/2014/main" id="{817EE151-D2A2-F3C0-C459-BC69C9BB88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12" name="TextBox 11">
            <a:extLst>
              <a:ext uri="{FF2B5EF4-FFF2-40B4-BE49-F238E27FC236}">
                <a16:creationId xmlns:a16="http://schemas.microsoft.com/office/drawing/2014/main" id="{2E3C6BAB-3824-FAA3-24BB-572C63694E06}"/>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26305705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Style 2)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26F002-2361-A973-562A-B863BEDDD314}"/>
              </a:ext>
            </a:extLst>
          </p:cNvPr>
          <p:cNvSpPr/>
          <p:nvPr userDrawn="1"/>
        </p:nvSpPr>
        <p:spPr>
          <a:xfrm>
            <a:off x="0" y="4097730"/>
            <a:ext cx="12192000" cy="276027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4" name="Freeform 7">
            <a:extLst>
              <a:ext uri="{FF2B5EF4-FFF2-40B4-BE49-F238E27FC236}">
                <a16:creationId xmlns:a16="http://schemas.microsoft.com/office/drawing/2014/main" id="{442CB260-0370-B8BD-913F-2B6F3B15FBF5}"/>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E102380C-DFC5-81D3-B84F-3A01D7F73CA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7" name="TextBox 6">
            <a:extLst>
              <a:ext uri="{FF2B5EF4-FFF2-40B4-BE49-F238E27FC236}">
                <a16:creationId xmlns:a16="http://schemas.microsoft.com/office/drawing/2014/main" id="{F09D8371-819A-C4B0-42A9-EC6C8FB6EBE3}"/>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grpSp>
        <p:nvGrpSpPr>
          <p:cNvPr id="11" name="Group 10">
            <a:extLst>
              <a:ext uri="{FF2B5EF4-FFF2-40B4-BE49-F238E27FC236}">
                <a16:creationId xmlns:a16="http://schemas.microsoft.com/office/drawing/2014/main" id="{6134554D-5F03-B8C8-E29F-A5D6EFBFD16C}"/>
              </a:ext>
            </a:extLst>
          </p:cNvPr>
          <p:cNvGrpSpPr/>
          <p:nvPr userDrawn="1"/>
        </p:nvGrpSpPr>
        <p:grpSpPr>
          <a:xfrm>
            <a:off x="0" y="6465881"/>
            <a:ext cx="1628676" cy="392119"/>
            <a:chOff x="0" y="6465881"/>
            <a:chExt cx="1628676" cy="392119"/>
          </a:xfrm>
        </p:grpSpPr>
        <p:sp>
          <p:nvSpPr>
            <p:cNvPr id="12" name="Freeform: Shape 11">
              <a:extLst>
                <a:ext uri="{FF2B5EF4-FFF2-40B4-BE49-F238E27FC236}">
                  <a16:creationId xmlns:a16="http://schemas.microsoft.com/office/drawing/2014/main" id="{C93226C5-F5B5-6196-533E-420DC7AFE72A}"/>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1"/>
            </a:solidFill>
            <a:ln w="13935" cap="flat">
              <a:noFill/>
              <a:prstDash val="solid"/>
              <a:miter/>
            </a:ln>
          </p:spPr>
          <p:txBody>
            <a:bodyPr wrap="square" rtlCol="0" anchor="ctr">
              <a:noAutofit/>
            </a:bodyPr>
            <a:lstStyle/>
            <a:p>
              <a:endParaRPr lang="en-IN"/>
            </a:p>
          </p:txBody>
        </p:sp>
        <p:pic>
          <p:nvPicPr>
            <p:cNvPr id="13" name="Graphic 12">
              <a:extLst>
                <a:ext uri="{FF2B5EF4-FFF2-40B4-BE49-F238E27FC236}">
                  <a16:creationId xmlns:a16="http://schemas.microsoft.com/office/drawing/2014/main" id="{79527B54-96FA-A3D5-1C7C-77511C6400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60CE717F-6344-85D5-D109-5BA04FDAFD7E}"/>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852963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only (Style 2)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26F002-2361-A973-562A-B863BEDDD314}"/>
              </a:ext>
            </a:extLst>
          </p:cNvPr>
          <p:cNvSpPr/>
          <p:nvPr userDrawn="1"/>
        </p:nvSpPr>
        <p:spPr>
          <a:xfrm>
            <a:off x="0" y="4097730"/>
            <a:ext cx="12192000" cy="276027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4" name="Freeform 7">
            <a:extLst>
              <a:ext uri="{FF2B5EF4-FFF2-40B4-BE49-F238E27FC236}">
                <a16:creationId xmlns:a16="http://schemas.microsoft.com/office/drawing/2014/main" id="{442CB260-0370-B8BD-913F-2B6F3B15FBF5}"/>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E102380C-DFC5-81D3-B84F-3A01D7F73CA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7" name="TextBox 6">
            <a:extLst>
              <a:ext uri="{FF2B5EF4-FFF2-40B4-BE49-F238E27FC236}">
                <a16:creationId xmlns:a16="http://schemas.microsoft.com/office/drawing/2014/main" id="{F09D8371-819A-C4B0-42A9-EC6C8FB6EBE3}"/>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dirty="0">
                <a:solidFill>
                  <a:schemeClr val="bg1">
                    <a:lumMod val="50000"/>
                  </a:schemeClr>
                </a:solidFill>
                <a:effectLst/>
              </a:rPr>
              <a:t>© 2026, Opus Technologies</a:t>
            </a:r>
            <a:endParaRPr lang="en-US" sz="900" dirty="0">
              <a:solidFill>
                <a:schemeClr val="bg1">
                  <a:lumMod val="50000"/>
                </a:schemeClr>
              </a:solidFill>
            </a:endParaRPr>
          </a:p>
        </p:txBody>
      </p:sp>
      <p:grpSp>
        <p:nvGrpSpPr>
          <p:cNvPr id="11" name="Group 10">
            <a:extLst>
              <a:ext uri="{FF2B5EF4-FFF2-40B4-BE49-F238E27FC236}">
                <a16:creationId xmlns:a16="http://schemas.microsoft.com/office/drawing/2014/main" id="{6134554D-5F03-B8C8-E29F-A5D6EFBFD16C}"/>
              </a:ext>
            </a:extLst>
          </p:cNvPr>
          <p:cNvGrpSpPr/>
          <p:nvPr userDrawn="1"/>
        </p:nvGrpSpPr>
        <p:grpSpPr>
          <a:xfrm>
            <a:off x="0" y="6465881"/>
            <a:ext cx="1628676" cy="392119"/>
            <a:chOff x="0" y="6465881"/>
            <a:chExt cx="1628676" cy="392119"/>
          </a:xfrm>
        </p:grpSpPr>
        <p:sp>
          <p:nvSpPr>
            <p:cNvPr id="12" name="Freeform: Shape 11">
              <a:extLst>
                <a:ext uri="{FF2B5EF4-FFF2-40B4-BE49-F238E27FC236}">
                  <a16:creationId xmlns:a16="http://schemas.microsoft.com/office/drawing/2014/main" id="{C93226C5-F5B5-6196-533E-420DC7AFE72A}"/>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1"/>
            </a:solidFill>
            <a:ln w="13935" cap="flat">
              <a:noFill/>
              <a:prstDash val="solid"/>
              <a:miter/>
            </a:ln>
          </p:spPr>
          <p:txBody>
            <a:bodyPr wrap="square" rtlCol="0" anchor="ctr">
              <a:noAutofit/>
            </a:bodyPr>
            <a:lstStyle/>
            <a:p>
              <a:endParaRPr lang="en-IN"/>
            </a:p>
          </p:txBody>
        </p:sp>
        <p:pic>
          <p:nvPicPr>
            <p:cNvPr id="13" name="Graphic 12">
              <a:extLst>
                <a:ext uri="{FF2B5EF4-FFF2-40B4-BE49-F238E27FC236}">
                  <a16:creationId xmlns:a16="http://schemas.microsoft.com/office/drawing/2014/main" id="{79527B54-96FA-A3D5-1C7C-77511C6400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60CE717F-6344-85D5-D109-5BA04FDAFD7E}"/>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14160986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stimonial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5" name="Rectangle 4">
            <a:extLst>
              <a:ext uri="{FF2B5EF4-FFF2-40B4-BE49-F238E27FC236}">
                <a16:creationId xmlns:a16="http://schemas.microsoft.com/office/drawing/2014/main" id="{B05EBE60-20D2-5340-41D4-B9A95BDC9999}"/>
              </a:ext>
            </a:extLst>
          </p:cNvPr>
          <p:cNvSpPr/>
          <p:nvPr userDrawn="1"/>
        </p:nvSpPr>
        <p:spPr>
          <a:xfrm>
            <a:off x="400368"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7" name="Group 6">
            <a:extLst>
              <a:ext uri="{FF2B5EF4-FFF2-40B4-BE49-F238E27FC236}">
                <a16:creationId xmlns:a16="http://schemas.microsoft.com/office/drawing/2014/main" id="{1AD8C09E-0E2B-98DF-C034-71CABE4BEC84}"/>
              </a:ext>
            </a:extLst>
          </p:cNvPr>
          <p:cNvGrpSpPr>
            <a:grpSpLocks noChangeAspect="1"/>
          </p:cNvGrpSpPr>
          <p:nvPr userDrawn="1"/>
        </p:nvGrpSpPr>
        <p:grpSpPr>
          <a:xfrm>
            <a:off x="398694" y="2758940"/>
            <a:ext cx="272178" cy="216000"/>
            <a:chOff x="1046150" y="843200"/>
            <a:chExt cx="562500" cy="446400"/>
          </a:xfrm>
          <a:solidFill>
            <a:schemeClr val="accent2"/>
          </a:solidFill>
        </p:grpSpPr>
        <p:sp>
          <p:nvSpPr>
            <p:cNvPr id="8" name="Freeform: Shape 7">
              <a:extLst>
                <a:ext uri="{FF2B5EF4-FFF2-40B4-BE49-F238E27FC236}">
                  <a16:creationId xmlns:a16="http://schemas.microsoft.com/office/drawing/2014/main" id="{C1D24A73-58F0-21B6-2D58-903D3BC5B636}"/>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C4B50B12-F565-00EB-1847-F0381257A2EF}"/>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13" name="Picture Placeholder 11">
            <a:extLst>
              <a:ext uri="{FF2B5EF4-FFF2-40B4-BE49-F238E27FC236}">
                <a16:creationId xmlns:a16="http://schemas.microsoft.com/office/drawing/2014/main" id="{E9CB4465-182B-CDA4-44CE-513D50B98BFF}"/>
              </a:ext>
            </a:extLst>
          </p:cNvPr>
          <p:cNvSpPr>
            <a:spLocks noGrp="1"/>
          </p:cNvSpPr>
          <p:nvPr>
            <p:ph type="pic" sz="quarter" idx="14"/>
          </p:nvPr>
        </p:nvSpPr>
        <p:spPr>
          <a:xfrm>
            <a:off x="400368" y="1756644"/>
            <a:ext cx="864000" cy="864000"/>
          </a:xfrm>
        </p:spPr>
        <p:txBody>
          <a:bodyPr/>
          <a:lstStyle/>
          <a:p>
            <a:r>
              <a:rPr lang="en-US"/>
              <a:t>Click icon to add picture</a:t>
            </a:r>
            <a:endParaRPr lang="en-IN"/>
          </a:p>
        </p:txBody>
      </p:sp>
      <p:sp>
        <p:nvSpPr>
          <p:cNvPr id="15" name="Text Placeholder 14">
            <a:extLst>
              <a:ext uri="{FF2B5EF4-FFF2-40B4-BE49-F238E27FC236}">
                <a16:creationId xmlns:a16="http://schemas.microsoft.com/office/drawing/2014/main" id="{8028E9F4-3EEE-F428-783C-32E8AE26EB2B}"/>
              </a:ext>
            </a:extLst>
          </p:cNvPr>
          <p:cNvSpPr>
            <a:spLocks noGrp="1"/>
          </p:cNvSpPr>
          <p:nvPr>
            <p:ph type="body" sz="quarter" idx="15" hasCustomPrompt="1"/>
          </p:nvPr>
        </p:nvSpPr>
        <p:spPr>
          <a:xfrm>
            <a:off x="1357500"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19" name="Text Placeholder 18">
            <a:extLst>
              <a:ext uri="{FF2B5EF4-FFF2-40B4-BE49-F238E27FC236}">
                <a16:creationId xmlns:a16="http://schemas.microsoft.com/office/drawing/2014/main" id="{5AEC55EA-1B7E-51E8-6A8D-6EC145A683B7}"/>
              </a:ext>
            </a:extLst>
          </p:cNvPr>
          <p:cNvSpPr>
            <a:spLocks noGrp="1"/>
          </p:cNvSpPr>
          <p:nvPr>
            <p:ph type="body" sz="quarter" idx="17" hasCustomPrompt="1"/>
          </p:nvPr>
        </p:nvSpPr>
        <p:spPr>
          <a:xfrm>
            <a:off x="400369"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20" name="Rectangle 19">
            <a:extLst>
              <a:ext uri="{FF2B5EF4-FFF2-40B4-BE49-F238E27FC236}">
                <a16:creationId xmlns:a16="http://schemas.microsoft.com/office/drawing/2014/main" id="{ED77F042-5153-4154-D4B5-1724E3CABF74}"/>
              </a:ext>
            </a:extLst>
          </p:cNvPr>
          <p:cNvSpPr/>
          <p:nvPr userDrawn="1"/>
        </p:nvSpPr>
        <p:spPr>
          <a:xfrm>
            <a:off x="3336167"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21" name="Group 20">
            <a:extLst>
              <a:ext uri="{FF2B5EF4-FFF2-40B4-BE49-F238E27FC236}">
                <a16:creationId xmlns:a16="http://schemas.microsoft.com/office/drawing/2014/main" id="{E984B67B-DA45-9C8D-FE5F-C66AD687F499}"/>
              </a:ext>
            </a:extLst>
          </p:cNvPr>
          <p:cNvGrpSpPr>
            <a:grpSpLocks noChangeAspect="1"/>
          </p:cNvGrpSpPr>
          <p:nvPr userDrawn="1"/>
        </p:nvGrpSpPr>
        <p:grpSpPr>
          <a:xfrm>
            <a:off x="3335780" y="2758940"/>
            <a:ext cx="272178" cy="216000"/>
            <a:chOff x="1046150" y="843200"/>
            <a:chExt cx="562500" cy="446400"/>
          </a:xfrm>
          <a:solidFill>
            <a:schemeClr val="accent2"/>
          </a:solidFill>
        </p:grpSpPr>
        <p:sp>
          <p:nvSpPr>
            <p:cNvPr id="22" name="Freeform: Shape 21">
              <a:extLst>
                <a:ext uri="{FF2B5EF4-FFF2-40B4-BE49-F238E27FC236}">
                  <a16:creationId xmlns:a16="http://schemas.microsoft.com/office/drawing/2014/main" id="{3369C6A6-118F-951F-3164-433358B37272}"/>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041B1204-83D8-0883-05DE-8BC17606CF99}"/>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24" name="Picture Placeholder 11">
            <a:extLst>
              <a:ext uri="{FF2B5EF4-FFF2-40B4-BE49-F238E27FC236}">
                <a16:creationId xmlns:a16="http://schemas.microsoft.com/office/drawing/2014/main" id="{56E7BFB2-6205-9E58-E7FD-10B0913CFDA0}"/>
              </a:ext>
            </a:extLst>
          </p:cNvPr>
          <p:cNvSpPr>
            <a:spLocks noGrp="1"/>
          </p:cNvSpPr>
          <p:nvPr>
            <p:ph type="pic" sz="quarter" idx="18"/>
          </p:nvPr>
        </p:nvSpPr>
        <p:spPr>
          <a:xfrm>
            <a:off x="3336167" y="1756644"/>
            <a:ext cx="864000" cy="864000"/>
          </a:xfrm>
        </p:spPr>
        <p:txBody>
          <a:bodyPr/>
          <a:lstStyle/>
          <a:p>
            <a:r>
              <a:rPr lang="en-US"/>
              <a:t>Click icon to add picture</a:t>
            </a:r>
            <a:endParaRPr lang="en-IN"/>
          </a:p>
        </p:txBody>
      </p:sp>
      <p:sp>
        <p:nvSpPr>
          <p:cNvPr id="25" name="Text Placeholder 14">
            <a:extLst>
              <a:ext uri="{FF2B5EF4-FFF2-40B4-BE49-F238E27FC236}">
                <a16:creationId xmlns:a16="http://schemas.microsoft.com/office/drawing/2014/main" id="{641B32E8-DD86-D949-CB09-E9185BF8C37B}"/>
              </a:ext>
            </a:extLst>
          </p:cNvPr>
          <p:cNvSpPr>
            <a:spLocks noGrp="1"/>
          </p:cNvSpPr>
          <p:nvPr>
            <p:ph type="body" sz="quarter" idx="19" hasCustomPrompt="1"/>
          </p:nvPr>
        </p:nvSpPr>
        <p:spPr>
          <a:xfrm>
            <a:off x="4294586"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27" name="Text Placeholder 18">
            <a:extLst>
              <a:ext uri="{FF2B5EF4-FFF2-40B4-BE49-F238E27FC236}">
                <a16:creationId xmlns:a16="http://schemas.microsoft.com/office/drawing/2014/main" id="{41992650-7020-358C-507A-3D8A8795A9AC}"/>
              </a:ext>
            </a:extLst>
          </p:cNvPr>
          <p:cNvSpPr>
            <a:spLocks noGrp="1"/>
          </p:cNvSpPr>
          <p:nvPr>
            <p:ph type="body" sz="quarter" idx="21" hasCustomPrompt="1"/>
          </p:nvPr>
        </p:nvSpPr>
        <p:spPr>
          <a:xfrm>
            <a:off x="3337455"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28" name="Rectangle 27">
            <a:extLst>
              <a:ext uri="{FF2B5EF4-FFF2-40B4-BE49-F238E27FC236}">
                <a16:creationId xmlns:a16="http://schemas.microsoft.com/office/drawing/2014/main" id="{36C3360A-5288-C388-EEFF-AE93DB4DB242}"/>
              </a:ext>
            </a:extLst>
          </p:cNvPr>
          <p:cNvSpPr/>
          <p:nvPr userDrawn="1"/>
        </p:nvSpPr>
        <p:spPr>
          <a:xfrm>
            <a:off x="6264346"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29" name="Group 28">
            <a:extLst>
              <a:ext uri="{FF2B5EF4-FFF2-40B4-BE49-F238E27FC236}">
                <a16:creationId xmlns:a16="http://schemas.microsoft.com/office/drawing/2014/main" id="{E2228995-D5A5-4C28-2EB2-691151568305}"/>
              </a:ext>
            </a:extLst>
          </p:cNvPr>
          <p:cNvGrpSpPr>
            <a:grpSpLocks noChangeAspect="1"/>
          </p:cNvGrpSpPr>
          <p:nvPr userDrawn="1"/>
        </p:nvGrpSpPr>
        <p:grpSpPr>
          <a:xfrm>
            <a:off x="6264346" y="2758940"/>
            <a:ext cx="272178" cy="216000"/>
            <a:chOff x="1046150" y="843200"/>
            <a:chExt cx="562500" cy="446400"/>
          </a:xfrm>
          <a:solidFill>
            <a:schemeClr val="accent2"/>
          </a:solidFill>
        </p:grpSpPr>
        <p:sp>
          <p:nvSpPr>
            <p:cNvPr id="30" name="Freeform: Shape 29">
              <a:extLst>
                <a:ext uri="{FF2B5EF4-FFF2-40B4-BE49-F238E27FC236}">
                  <a16:creationId xmlns:a16="http://schemas.microsoft.com/office/drawing/2014/main" id="{A2AE6B7D-C1D0-B921-53A8-3FE096B12EF6}"/>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E28DC69B-272B-8E50-09C4-A529124D6B7E}"/>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32" name="Picture Placeholder 11">
            <a:extLst>
              <a:ext uri="{FF2B5EF4-FFF2-40B4-BE49-F238E27FC236}">
                <a16:creationId xmlns:a16="http://schemas.microsoft.com/office/drawing/2014/main" id="{4253CDAD-F8D7-1FF9-D79A-53C001063E83}"/>
              </a:ext>
            </a:extLst>
          </p:cNvPr>
          <p:cNvSpPr>
            <a:spLocks noGrp="1"/>
          </p:cNvSpPr>
          <p:nvPr>
            <p:ph type="pic" sz="quarter" idx="22"/>
          </p:nvPr>
        </p:nvSpPr>
        <p:spPr>
          <a:xfrm>
            <a:off x="6264346" y="1756644"/>
            <a:ext cx="864000" cy="864000"/>
          </a:xfrm>
        </p:spPr>
        <p:txBody>
          <a:bodyPr/>
          <a:lstStyle/>
          <a:p>
            <a:r>
              <a:rPr lang="en-US"/>
              <a:t>Click icon to add picture</a:t>
            </a:r>
            <a:endParaRPr lang="en-IN"/>
          </a:p>
        </p:txBody>
      </p:sp>
      <p:sp>
        <p:nvSpPr>
          <p:cNvPr id="33" name="Text Placeholder 14">
            <a:extLst>
              <a:ext uri="{FF2B5EF4-FFF2-40B4-BE49-F238E27FC236}">
                <a16:creationId xmlns:a16="http://schemas.microsoft.com/office/drawing/2014/main" id="{DFAC25BB-48B8-6051-1F8B-ADB22C785E99}"/>
              </a:ext>
            </a:extLst>
          </p:cNvPr>
          <p:cNvSpPr>
            <a:spLocks noGrp="1"/>
          </p:cNvSpPr>
          <p:nvPr>
            <p:ph type="body" sz="quarter" idx="23" hasCustomPrompt="1"/>
          </p:nvPr>
        </p:nvSpPr>
        <p:spPr>
          <a:xfrm>
            <a:off x="7200656"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35" name="Text Placeholder 18">
            <a:extLst>
              <a:ext uri="{FF2B5EF4-FFF2-40B4-BE49-F238E27FC236}">
                <a16:creationId xmlns:a16="http://schemas.microsoft.com/office/drawing/2014/main" id="{CD646E58-13C1-67CB-9BDC-B9ECF03C9DA8}"/>
              </a:ext>
            </a:extLst>
          </p:cNvPr>
          <p:cNvSpPr>
            <a:spLocks noGrp="1"/>
          </p:cNvSpPr>
          <p:nvPr>
            <p:ph type="body" sz="quarter" idx="25" hasCustomPrompt="1"/>
          </p:nvPr>
        </p:nvSpPr>
        <p:spPr>
          <a:xfrm>
            <a:off x="6264346"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36" name="Rectangle 35">
            <a:extLst>
              <a:ext uri="{FF2B5EF4-FFF2-40B4-BE49-F238E27FC236}">
                <a16:creationId xmlns:a16="http://schemas.microsoft.com/office/drawing/2014/main" id="{B78C66A7-BACD-2703-970E-B9CF79C5DEF0}"/>
              </a:ext>
            </a:extLst>
          </p:cNvPr>
          <p:cNvSpPr/>
          <p:nvPr userDrawn="1"/>
        </p:nvSpPr>
        <p:spPr>
          <a:xfrm>
            <a:off x="9192525"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37" name="Group 36">
            <a:extLst>
              <a:ext uri="{FF2B5EF4-FFF2-40B4-BE49-F238E27FC236}">
                <a16:creationId xmlns:a16="http://schemas.microsoft.com/office/drawing/2014/main" id="{F18C4D10-5765-8A5A-5C1B-20C62B9B95AB}"/>
              </a:ext>
            </a:extLst>
          </p:cNvPr>
          <p:cNvGrpSpPr>
            <a:grpSpLocks noChangeAspect="1"/>
          </p:cNvGrpSpPr>
          <p:nvPr userDrawn="1"/>
        </p:nvGrpSpPr>
        <p:grpSpPr>
          <a:xfrm>
            <a:off x="9190851" y="2758940"/>
            <a:ext cx="272178" cy="216000"/>
            <a:chOff x="1046150" y="843200"/>
            <a:chExt cx="562500" cy="446400"/>
          </a:xfrm>
          <a:solidFill>
            <a:schemeClr val="accent2"/>
          </a:solidFill>
        </p:grpSpPr>
        <p:sp>
          <p:nvSpPr>
            <p:cNvPr id="38" name="Freeform: Shape 37">
              <a:extLst>
                <a:ext uri="{FF2B5EF4-FFF2-40B4-BE49-F238E27FC236}">
                  <a16:creationId xmlns:a16="http://schemas.microsoft.com/office/drawing/2014/main" id="{01935DF2-EF55-CFFA-59FA-D73E91AB122B}"/>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78B64980-9AA5-72EA-6253-BEAE6B2C175A}"/>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40" name="Picture Placeholder 11">
            <a:extLst>
              <a:ext uri="{FF2B5EF4-FFF2-40B4-BE49-F238E27FC236}">
                <a16:creationId xmlns:a16="http://schemas.microsoft.com/office/drawing/2014/main" id="{D1074B06-24DA-559F-E230-BE85E370C8CC}"/>
              </a:ext>
            </a:extLst>
          </p:cNvPr>
          <p:cNvSpPr>
            <a:spLocks noGrp="1"/>
          </p:cNvSpPr>
          <p:nvPr>
            <p:ph type="pic" sz="quarter" idx="26"/>
          </p:nvPr>
        </p:nvSpPr>
        <p:spPr>
          <a:xfrm>
            <a:off x="9192525" y="1756644"/>
            <a:ext cx="864000" cy="864000"/>
          </a:xfrm>
        </p:spPr>
        <p:txBody>
          <a:bodyPr/>
          <a:lstStyle/>
          <a:p>
            <a:r>
              <a:rPr lang="en-US"/>
              <a:t>Click icon to add picture</a:t>
            </a:r>
            <a:endParaRPr lang="en-IN"/>
          </a:p>
        </p:txBody>
      </p:sp>
      <p:sp>
        <p:nvSpPr>
          <p:cNvPr id="41" name="Text Placeholder 14">
            <a:extLst>
              <a:ext uri="{FF2B5EF4-FFF2-40B4-BE49-F238E27FC236}">
                <a16:creationId xmlns:a16="http://schemas.microsoft.com/office/drawing/2014/main" id="{445A47BF-268F-75DE-C7B1-BA0F8B7938AE}"/>
              </a:ext>
            </a:extLst>
          </p:cNvPr>
          <p:cNvSpPr>
            <a:spLocks noGrp="1"/>
          </p:cNvSpPr>
          <p:nvPr>
            <p:ph type="body" sz="quarter" idx="27" hasCustomPrompt="1"/>
          </p:nvPr>
        </p:nvSpPr>
        <p:spPr>
          <a:xfrm>
            <a:off x="10149657"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43" name="Text Placeholder 18">
            <a:extLst>
              <a:ext uri="{FF2B5EF4-FFF2-40B4-BE49-F238E27FC236}">
                <a16:creationId xmlns:a16="http://schemas.microsoft.com/office/drawing/2014/main" id="{95D66A2F-A40B-51F2-A091-8776A33D33CF}"/>
              </a:ext>
            </a:extLst>
          </p:cNvPr>
          <p:cNvSpPr>
            <a:spLocks noGrp="1"/>
          </p:cNvSpPr>
          <p:nvPr>
            <p:ph type="body" sz="quarter" idx="29" hasCustomPrompt="1"/>
          </p:nvPr>
        </p:nvSpPr>
        <p:spPr>
          <a:xfrm>
            <a:off x="9192526"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Tree>
    <p:extLst>
      <p:ext uri="{BB962C8B-B14F-4D97-AF65-F5344CB8AC3E}">
        <p14:creationId xmlns:p14="http://schemas.microsoft.com/office/powerpoint/2010/main" val="2912186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ast slide (Info + Contact)">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32E1860-567C-F32D-6BD3-DAD1CD12766F}"/>
              </a:ext>
            </a:extLst>
          </p:cNvPr>
          <p:cNvSpPr/>
          <p:nvPr userDrawn="1"/>
        </p:nvSpPr>
        <p:spPr>
          <a:xfrm>
            <a:off x="8232000" y="0"/>
            <a:ext cx="396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err="1"/>
          </a:p>
        </p:txBody>
      </p:sp>
      <p:sp>
        <p:nvSpPr>
          <p:cNvPr id="5" name="Rectangle 4">
            <a:extLst>
              <a:ext uri="{FF2B5EF4-FFF2-40B4-BE49-F238E27FC236}">
                <a16:creationId xmlns:a16="http://schemas.microsoft.com/office/drawing/2014/main" id="{C8D7DE67-079F-7684-670E-6898CC16E78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B99363C9-3403-455D-4850-217E95EF245F}"/>
              </a:ext>
            </a:extLst>
          </p:cNvPr>
          <p:cNvGrpSpPr/>
          <p:nvPr userDrawn="1"/>
        </p:nvGrpSpPr>
        <p:grpSpPr>
          <a:xfrm>
            <a:off x="8232000" y="3343065"/>
            <a:ext cx="2032176" cy="2793600"/>
            <a:chOff x="8232000" y="3343065"/>
            <a:chExt cx="2032176" cy="2793600"/>
          </a:xfrm>
        </p:grpSpPr>
        <p:sp>
          <p:nvSpPr>
            <p:cNvPr id="68" name="Freeform: Shape 67">
              <a:extLst>
                <a:ext uri="{FF2B5EF4-FFF2-40B4-BE49-F238E27FC236}">
                  <a16:creationId xmlns:a16="http://schemas.microsoft.com/office/drawing/2014/main" id="{CACBE160-5B3F-BEB5-3122-0A8E025A7AC1}"/>
                </a:ext>
              </a:extLst>
            </p:cNvPr>
            <p:cNvSpPr/>
            <p:nvPr/>
          </p:nvSpPr>
          <p:spPr>
            <a:xfrm flipH="1" flipV="1">
              <a:off x="8232001" y="3343065"/>
              <a:ext cx="2032175" cy="2010763"/>
            </a:xfrm>
            <a:custGeom>
              <a:avLst/>
              <a:gdLst>
                <a:gd name="connsiteX0" fmla="*/ 1288953 w 3016268"/>
                <a:gd name="connsiteY0" fmla="*/ 2984328 h 2984488"/>
                <a:gd name="connsiteX1" fmla="*/ 3016268 w 3016268"/>
                <a:gd name="connsiteY1" fmla="*/ 2984328 h 2984488"/>
                <a:gd name="connsiteX2" fmla="*/ 3016268 w 3016268"/>
                <a:gd name="connsiteY2" fmla="*/ 2404478 h 2984488"/>
                <a:gd name="connsiteX3" fmla="*/ 1452354 w 3016268"/>
                <a:gd name="connsiteY3" fmla="*/ 2404478 h 2984488"/>
                <a:gd name="connsiteX4" fmla="*/ 1148146 w 3016268"/>
                <a:gd name="connsiteY4" fmla="*/ 2325419 h 2984488"/>
                <a:gd name="connsiteX5" fmla="*/ 919161 w 3016268"/>
                <a:gd name="connsiteY5" fmla="*/ 2116497 h 2984488"/>
                <a:gd name="connsiteX6" fmla="*/ 771879 w 3016268"/>
                <a:gd name="connsiteY6" fmla="*/ 1823690 h 2984488"/>
                <a:gd name="connsiteX7" fmla="*/ 720296 w 3016268"/>
                <a:gd name="connsiteY7" fmla="*/ 1504448 h 2984488"/>
                <a:gd name="connsiteX8" fmla="*/ 720296 w 3016268"/>
                <a:gd name="connsiteY8" fmla="*/ 1474227 h 2984488"/>
                <a:gd name="connsiteX9" fmla="*/ 771879 w 3016268"/>
                <a:gd name="connsiteY9" fmla="*/ 1157940 h 2984488"/>
                <a:gd name="connsiteX10" fmla="*/ 919161 w 3016268"/>
                <a:gd name="connsiteY10" fmla="*/ 865082 h 2984488"/>
                <a:gd name="connsiteX11" fmla="*/ 1148146 w 3016268"/>
                <a:gd name="connsiteY11" fmla="*/ 656217 h 2984488"/>
                <a:gd name="connsiteX12" fmla="*/ 1452354 w 3016268"/>
                <a:gd name="connsiteY12" fmla="*/ 577101 h 2984488"/>
                <a:gd name="connsiteX13" fmla="*/ 3016268 w 3016268"/>
                <a:gd name="connsiteY13" fmla="*/ 577101 h 2984488"/>
                <a:gd name="connsiteX14" fmla="*/ 3016268 w 3016268"/>
                <a:gd name="connsiteY14" fmla="*/ 206 h 2984488"/>
                <a:gd name="connsiteX15" fmla="*/ 1288953 w 3016268"/>
                <a:gd name="connsiteY15" fmla="*/ 206 h 2984488"/>
                <a:gd name="connsiteX16" fmla="*/ 726725 w 3016268"/>
                <a:gd name="connsiteY16" fmla="*/ 147647 h 2984488"/>
                <a:gd name="connsiteX17" fmla="*/ 323598 w 3016268"/>
                <a:gd name="connsiteY17" fmla="*/ 511732 h 2984488"/>
                <a:gd name="connsiteX18" fmla="*/ 81703 w 3016268"/>
                <a:gd name="connsiteY18" fmla="*/ 975402 h 2984488"/>
                <a:gd name="connsiteX19" fmla="*/ 0 w 3016268"/>
                <a:gd name="connsiteY19" fmla="*/ 1421502 h 2984488"/>
                <a:gd name="connsiteX20" fmla="*/ 0 w 3016268"/>
                <a:gd name="connsiteY20" fmla="*/ 1563032 h 2984488"/>
                <a:gd name="connsiteX21" fmla="*/ 81703 w 3016268"/>
                <a:gd name="connsiteY21" fmla="*/ 2009132 h 2984488"/>
                <a:gd name="connsiteX22" fmla="*/ 323598 w 3016268"/>
                <a:gd name="connsiteY22" fmla="*/ 2472809 h 2984488"/>
                <a:gd name="connsiteX23" fmla="*/ 726725 w 3016268"/>
                <a:gd name="connsiteY23" fmla="*/ 2836894 h 2984488"/>
                <a:gd name="connsiteX24" fmla="*/ 1288953 w 3016268"/>
                <a:gd name="connsiteY24" fmla="*/ 2984328 h 298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16268" h="2984488">
                  <a:moveTo>
                    <a:pt x="1288953" y="2984328"/>
                  </a:moveTo>
                  <a:lnTo>
                    <a:pt x="3016268" y="2984328"/>
                  </a:lnTo>
                  <a:lnTo>
                    <a:pt x="3016268" y="2404478"/>
                  </a:lnTo>
                  <a:lnTo>
                    <a:pt x="1452354" y="2404478"/>
                  </a:lnTo>
                  <a:cubicBezTo>
                    <a:pt x="1344627" y="2405772"/>
                    <a:pt x="1238822" y="2378296"/>
                    <a:pt x="1148146" y="2325419"/>
                  </a:cubicBezTo>
                  <a:cubicBezTo>
                    <a:pt x="1057007" y="2270621"/>
                    <a:pt x="979089" y="2199545"/>
                    <a:pt x="919161" y="2116497"/>
                  </a:cubicBezTo>
                  <a:cubicBezTo>
                    <a:pt x="853893" y="2026291"/>
                    <a:pt x="804224" y="1927530"/>
                    <a:pt x="771879" y="1823690"/>
                  </a:cubicBezTo>
                  <a:cubicBezTo>
                    <a:pt x="738076" y="1720009"/>
                    <a:pt x="720708" y="1612543"/>
                    <a:pt x="720296" y="1504448"/>
                  </a:cubicBezTo>
                  <a:lnTo>
                    <a:pt x="720296" y="1474227"/>
                  </a:lnTo>
                  <a:cubicBezTo>
                    <a:pt x="720556" y="1367071"/>
                    <a:pt x="737923" y="1260537"/>
                    <a:pt x="771879" y="1157940"/>
                  </a:cubicBezTo>
                  <a:cubicBezTo>
                    <a:pt x="804383" y="1054100"/>
                    <a:pt x="854046" y="955397"/>
                    <a:pt x="919161" y="865082"/>
                  </a:cubicBezTo>
                  <a:cubicBezTo>
                    <a:pt x="978779" y="781825"/>
                    <a:pt x="1056747" y="710699"/>
                    <a:pt x="1148146" y="656217"/>
                  </a:cubicBezTo>
                  <a:cubicBezTo>
                    <a:pt x="1238822" y="603334"/>
                    <a:pt x="1344627" y="575807"/>
                    <a:pt x="1452354" y="577101"/>
                  </a:cubicBezTo>
                  <a:lnTo>
                    <a:pt x="3016268" y="577101"/>
                  </a:lnTo>
                  <a:lnTo>
                    <a:pt x="3016268" y="206"/>
                  </a:lnTo>
                  <a:lnTo>
                    <a:pt x="1288953" y="206"/>
                  </a:lnTo>
                  <a:cubicBezTo>
                    <a:pt x="1089409" y="-3681"/>
                    <a:pt x="893290" y="47745"/>
                    <a:pt x="726725" y="147647"/>
                  </a:cubicBezTo>
                  <a:cubicBezTo>
                    <a:pt x="567155" y="243554"/>
                    <a:pt x="430082" y="367348"/>
                    <a:pt x="323598" y="511732"/>
                  </a:cubicBezTo>
                  <a:cubicBezTo>
                    <a:pt x="218205" y="654607"/>
                    <a:pt x="136654" y="810861"/>
                    <a:pt x="81703" y="975402"/>
                  </a:cubicBezTo>
                  <a:cubicBezTo>
                    <a:pt x="30792" y="1119735"/>
                    <a:pt x="3266" y="1269972"/>
                    <a:pt x="0" y="1421502"/>
                  </a:cubicBezTo>
                  <a:lnTo>
                    <a:pt x="0" y="1563032"/>
                  </a:lnTo>
                  <a:cubicBezTo>
                    <a:pt x="3266" y="1714569"/>
                    <a:pt x="30792" y="1864805"/>
                    <a:pt x="81703" y="2009132"/>
                  </a:cubicBezTo>
                  <a:cubicBezTo>
                    <a:pt x="136654" y="2173680"/>
                    <a:pt x="218205" y="2329928"/>
                    <a:pt x="323598" y="2472809"/>
                  </a:cubicBezTo>
                  <a:cubicBezTo>
                    <a:pt x="430082" y="2617186"/>
                    <a:pt x="567155" y="2740981"/>
                    <a:pt x="726725" y="2836894"/>
                  </a:cubicBezTo>
                  <a:cubicBezTo>
                    <a:pt x="893499" y="2936377"/>
                    <a:pt x="1089460" y="2987752"/>
                    <a:pt x="1288953" y="2984328"/>
                  </a:cubicBezTo>
                  <a:close/>
                </a:path>
              </a:pathLst>
            </a:custGeom>
            <a:solidFill>
              <a:schemeClr val="bg1">
                <a:alpha val="10000"/>
              </a:schemeClr>
            </a:solidFill>
            <a:ln w="8151" cap="flat">
              <a:noFill/>
              <a:prstDash val="solid"/>
              <a:miter/>
            </a:ln>
          </p:spPr>
          <p:txBody>
            <a:bodyPr wrap="square" rtlCol="0" anchor="ctr">
              <a:noAutofit/>
            </a:bodyPr>
            <a:lstStyle/>
            <a:p>
              <a:endParaRPr lang="en-IN"/>
            </a:p>
          </p:txBody>
        </p:sp>
        <p:sp>
          <p:nvSpPr>
            <p:cNvPr id="69" name="Freeform: Shape 68">
              <a:extLst>
                <a:ext uri="{FF2B5EF4-FFF2-40B4-BE49-F238E27FC236}">
                  <a16:creationId xmlns:a16="http://schemas.microsoft.com/office/drawing/2014/main" id="{8E4CE958-D148-5988-ADC9-B7C06C9620F0}"/>
                </a:ext>
              </a:extLst>
            </p:cNvPr>
            <p:cNvSpPr/>
            <p:nvPr userDrawn="1"/>
          </p:nvSpPr>
          <p:spPr>
            <a:xfrm flipH="1">
              <a:off x="8232000" y="5744704"/>
              <a:ext cx="1294947" cy="391961"/>
            </a:xfrm>
            <a:custGeom>
              <a:avLst/>
              <a:gdLst>
                <a:gd name="connsiteX0" fmla="*/ 0 w 1922033"/>
                <a:gd name="connsiteY0" fmla="*/ 0 h 581771"/>
                <a:gd name="connsiteX1" fmla="*/ 1922033 w 1922033"/>
                <a:gd name="connsiteY1" fmla="*/ 0 h 581771"/>
                <a:gd name="connsiteX2" fmla="*/ 1922033 w 1922033"/>
                <a:gd name="connsiteY2" fmla="*/ 581771 h 581771"/>
                <a:gd name="connsiteX3" fmla="*/ 0 w 1922033"/>
                <a:gd name="connsiteY3" fmla="*/ 581771 h 581771"/>
              </a:gdLst>
              <a:ahLst/>
              <a:cxnLst>
                <a:cxn ang="0">
                  <a:pos x="connsiteX0" y="connsiteY0"/>
                </a:cxn>
                <a:cxn ang="0">
                  <a:pos x="connsiteX1" y="connsiteY1"/>
                </a:cxn>
                <a:cxn ang="0">
                  <a:pos x="connsiteX2" y="connsiteY2"/>
                </a:cxn>
                <a:cxn ang="0">
                  <a:pos x="connsiteX3" y="connsiteY3"/>
                </a:cxn>
              </a:cxnLst>
              <a:rect l="l" t="t" r="r" b="b"/>
              <a:pathLst>
                <a:path w="1922033" h="581771">
                  <a:moveTo>
                    <a:pt x="0" y="0"/>
                  </a:moveTo>
                  <a:lnTo>
                    <a:pt x="1922033" y="0"/>
                  </a:lnTo>
                  <a:lnTo>
                    <a:pt x="1922033" y="581771"/>
                  </a:lnTo>
                  <a:lnTo>
                    <a:pt x="0" y="581771"/>
                  </a:ln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lvl="0" algn="ctr"/>
              <a:endParaRPr lang="en-US" err="1"/>
            </a:p>
          </p:txBody>
        </p:sp>
      </p:grpSp>
      <p:cxnSp>
        <p:nvCxnSpPr>
          <p:cNvPr id="4" name="Straight Connector 3">
            <a:extLst>
              <a:ext uri="{FF2B5EF4-FFF2-40B4-BE49-F238E27FC236}">
                <a16:creationId xmlns:a16="http://schemas.microsoft.com/office/drawing/2014/main" id="{A68AD239-B35F-F371-7011-66F29DD41AD3}"/>
              </a:ext>
            </a:extLst>
          </p:cNvPr>
          <p:cNvCxnSpPr>
            <a:cxnSpLocks/>
          </p:cNvCxnSpPr>
          <p:nvPr userDrawn="1"/>
        </p:nvCxnSpPr>
        <p:spPr>
          <a:xfrm>
            <a:off x="397774" y="4350662"/>
            <a:ext cx="6626369"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EC9B3A4-AAA1-4723-E49E-4CF77093BC38}"/>
              </a:ext>
            </a:extLst>
          </p:cNvPr>
          <p:cNvSpPr txBox="1"/>
          <p:nvPr userDrawn="1"/>
        </p:nvSpPr>
        <p:spPr>
          <a:xfrm>
            <a:off x="397774" y="4883916"/>
            <a:ext cx="1851469" cy="44627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200" b="1" i="0" u="none" strike="noStrike" kern="1200" cap="none" spc="0" normalizeH="0" baseline="0" noProof="0">
                <a:ln>
                  <a:noFill/>
                </a:ln>
                <a:solidFill>
                  <a:schemeClr val="tx1"/>
                </a:solidFill>
                <a:effectLst/>
                <a:uLnTx/>
                <a:uFillTx/>
                <a:latin typeface="+mn-lt"/>
                <a:ea typeface="+mn-ea"/>
                <a:cs typeface="+mn-cs"/>
              </a:rPr>
              <a:t>Contact us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3C3C3C"/>
                </a:solidFill>
                <a:effectLst/>
                <a:uLnTx/>
                <a:uFillTx/>
                <a:latin typeface="+mn-lt"/>
                <a:ea typeface="+mn-ea"/>
                <a:cs typeface="+mn-cs"/>
                <a:hlinkClick r:id="rId2"/>
              </a:rPr>
              <a:t>info@opustechglobal.com</a:t>
            </a:r>
            <a:r>
              <a:rPr kumimoji="0" lang="en-IN" sz="1200" b="0" i="0" u="none" strike="noStrike" kern="1200" cap="none" spc="0" normalizeH="0" baseline="0" noProof="0">
                <a:ln>
                  <a:noFill/>
                </a:ln>
                <a:solidFill>
                  <a:srgbClr val="3C3C3C"/>
                </a:solidFill>
                <a:effectLst/>
                <a:uLnTx/>
                <a:uFillTx/>
                <a:latin typeface="+mn-lt"/>
                <a:ea typeface="+mn-ea"/>
                <a:cs typeface="+mn-cs"/>
              </a:rPr>
              <a:t> </a:t>
            </a:r>
          </a:p>
        </p:txBody>
      </p:sp>
      <p:grpSp>
        <p:nvGrpSpPr>
          <p:cNvPr id="9" name="Group 8">
            <a:extLst>
              <a:ext uri="{FF2B5EF4-FFF2-40B4-BE49-F238E27FC236}">
                <a16:creationId xmlns:a16="http://schemas.microsoft.com/office/drawing/2014/main" id="{40946687-ED7E-A687-75DD-521C285CB697}"/>
              </a:ext>
            </a:extLst>
          </p:cNvPr>
          <p:cNvGrpSpPr/>
          <p:nvPr userDrawn="1"/>
        </p:nvGrpSpPr>
        <p:grpSpPr>
          <a:xfrm>
            <a:off x="397774" y="5935748"/>
            <a:ext cx="244756" cy="245788"/>
            <a:chOff x="5058135" y="1987666"/>
            <a:chExt cx="324245" cy="325612"/>
          </a:xfrm>
        </p:grpSpPr>
        <p:sp>
          <p:nvSpPr>
            <p:cNvPr id="11" name="Rounded Rectangle 30">
              <a:extLst>
                <a:ext uri="{FF2B5EF4-FFF2-40B4-BE49-F238E27FC236}">
                  <a16:creationId xmlns:a16="http://schemas.microsoft.com/office/drawing/2014/main" id="{32B323F0-6022-EFDA-9A83-FF2E10DF1539}"/>
                </a:ext>
              </a:extLst>
            </p:cNvPr>
            <p:cNvSpPr/>
            <p:nvPr userDrawn="1"/>
          </p:nvSpPr>
          <p:spPr>
            <a:xfrm>
              <a:off x="5058135" y="1987666"/>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2" name="Graphic 11">
              <a:extLst>
                <a:ext uri="{FF2B5EF4-FFF2-40B4-BE49-F238E27FC236}">
                  <a16:creationId xmlns:a16="http://schemas.microsoft.com/office/drawing/2014/main" id="{E14AA33F-B62B-F600-54D3-CB756EA7E2B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121884" y="2059841"/>
              <a:ext cx="253437" cy="253437"/>
            </a:xfrm>
            <a:prstGeom prst="rect">
              <a:avLst/>
            </a:prstGeom>
          </p:spPr>
        </p:pic>
        <p:sp>
          <p:nvSpPr>
            <p:cNvPr id="13" name="Rounded Rectangle 45">
              <a:hlinkClick r:id="rId5"/>
              <a:extLst>
                <a:ext uri="{FF2B5EF4-FFF2-40B4-BE49-F238E27FC236}">
                  <a16:creationId xmlns:a16="http://schemas.microsoft.com/office/drawing/2014/main" id="{5B8D242C-78E6-7942-7D36-F5A225664C02}"/>
                </a:ext>
              </a:extLst>
            </p:cNvPr>
            <p:cNvSpPr/>
            <p:nvPr userDrawn="1"/>
          </p:nvSpPr>
          <p:spPr>
            <a:xfrm>
              <a:off x="5058135" y="1989033"/>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4" name="Group 13">
            <a:extLst>
              <a:ext uri="{FF2B5EF4-FFF2-40B4-BE49-F238E27FC236}">
                <a16:creationId xmlns:a16="http://schemas.microsoft.com/office/drawing/2014/main" id="{C4F1C457-A49A-2CB6-A796-7630D48E822B}"/>
              </a:ext>
            </a:extLst>
          </p:cNvPr>
          <p:cNvGrpSpPr/>
          <p:nvPr userDrawn="1"/>
        </p:nvGrpSpPr>
        <p:grpSpPr>
          <a:xfrm>
            <a:off x="783098" y="5937117"/>
            <a:ext cx="244758" cy="244757"/>
            <a:chOff x="5561312" y="1989033"/>
            <a:chExt cx="324247" cy="324246"/>
          </a:xfrm>
        </p:grpSpPr>
        <p:sp>
          <p:nvSpPr>
            <p:cNvPr id="15" name="Rounded Rectangle 14">
              <a:extLst>
                <a:ext uri="{FF2B5EF4-FFF2-40B4-BE49-F238E27FC236}">
                  <a16:creationId xmlns:a16="http://schemas.microsoft.com/office/drawing/2014/main" id="{F5711B35-9AB3-B78F-535B-C4105986AF38}"/>
                </a:ext>
              </a:extLst>
            </p:cNvPr>
            <p:cNvSpPr/>
            <p:nvPr/>
          </p:nvSpPr>
          <p:spPr>
            <a:xfrm>
              <a:off x="5561312" y="1989033"/>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6" name="Graphic 15">
              <a:extLst>
                <a:ext uri="{FF2B5EF4-FFF2-40B4-BE49-F238E27FC236}">
                  <a16:creationId xmlns:a16="http://schemas.microsoft.com/office/drawing/2014/main" id="{528B4E5B-059E-1229-5FEC-4DCF95DF4A16}"/>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605214" y="2032935"/>
              <a:ext cx="236441" cy="236441"/>
            </a:xfrm>
            <a:prstGeom prst="rect">
              <a:avLst/>
            </a:prstGeom>
          </p:spPr>
        </p:pic>
        <p:sp>
          <p:nvSpPr>
            <p:cNvPr id="17" name="Rounded Rectangle 46">
              <a:hlinkClick r:id="rId8"/>
              <a:extLst>
                <a:ext uri="{FF2B5EF4-FFF2-40B4-BE49-F238E27FC236}">
                  <a16:creationId xmlns:a16="http://schemas.microsoft.com/office/drawing/2014/main" id="{048469D6-6431-3AC8-28F4-91D8F0C63124}"/>
                </a:ext>
              </a:extLst>
            </p:cNvPr>
            <p:cNvSpPr/>
            <p:nvPr/>
          </p:nvSpPr>
          <p:spPr>
            <a:xfrm>
              <a:off x="5561314" y="1989034"/>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8" name="Group 17">
            <a:extLst>
              <a:ext uri="{FF2B5EF4-FFF2-40B4-BE49-F238E27FC236}">
                <a16:creationId xmlns:a16="http://schemas.microsoft.com/office/drawing/2014/main" id="{97E8D9EA-570F-DBD3-938E-075724F44BF9}"/>
              </a:ext>
            </a:extLst>
          </p:cNvPr>
          <p:cNvGrpSpPr/>
          <p:nvPr userDrawn="1"/>
        </p:nvGrpSpPr>
        <p:grpSpPr>
          <a:xfrm>
            <a:off x="1137854" y="5937116"/>
            <a:ext cx="244756" cy="244756"/>
            <a:chOff x="6064488" y="1989033"/>
            <a:chExt cx="324245" cy="324245"/>
          </a:xfrm>
        </p:grpSpPr>
        <p:sp>
          <p:nvSpPr>
            <p:cNvPr id="19" name="Rounded Rectangle 32">
              <a:extLst>
                <a:ext uri="{FF2B5EF4-FFF2-40B4-BE49-F238E27FC236}">
                  <a16:creationId xmlns:a16="http://schemas.microsoft.com/office/drawing/2014/main" id="{932C3F7F-C562-9EF3-5915-2886F652A55B}"/>
                </a:ext>
              </a:extLst>
            </p:cNvPr>
            <p:cNvSpPr/>
            <p:nvPr/>
          </p:nvSpPr>
          <p:spPr>
            <a:xfrm>
              <a:off x="6064488" y="1989033"/>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34" name="Graphic 33">
              <a:extLst>
                <a:ext uri="{FF2B5EF4-FFF2-40B4-BE49-F238E27FC236}">
                  <a16:creationId xmlns:a16="http://schemas.microsoft.com/office/drawing/2014/main" id="{D5605354-801D-B621-A22B-DF7D0DA5469A}"/>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133520" y="2058065"/>
              <a:ext cx="186182" cy="186182"/>
            </a:xfrm>
            <a:prstGeom prst="rect">
              <a:avLst/>
            </a:prstGeom>
          </p:spPr>
        </p:pic>
        <p:sp>
          <p:nvSpPr>
            <p:cNvPr id="35" name="Rounded Rectangle 47">
              <a:hlinkClick r:id="rId11"/>
              <a:extLst>
                <a:ext uri="{FF2B5EF4-FFF2-40B4-BE49-F238E27FC236}">
                  <a16:creationId xmlns:a16="http://schemas.microsoft.com/office/drawing/2014/main" id="{8AF558F2-3E41-5D59-DCF3-80669B560D50}"/>
                </a:ext>
              </a:extLst>
            </p:cNvPr>
            <p:cNvSpPr/>
            <p:nvPr/>
          </p:nvSpPr>
          <p:spPr>
            <a:xfrm>
              <a:off x="6064488" y="1989033"/>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sp>
        <p:nvSpPr>
          <p:cNvPr id="36" name="TextBox 35">
            <a:extLst>
              <a:ext uri="{FF2B5EF4-FFF2-40B4-BE49-F238E27FC236}">
                <a16:creationId xmlns:a16="http://schemas.microsoft.com/office/drawing/2014/main" id="{6451EDB8-2BFD-92BA-320E-88D26A70241A}"/>
              </a:ext>
            </a:extLst>
          </p:cNvPr>
          <p:cNvSpPr txBox="1"/>
          <p:nvPr userDrawn="1"/>
        </p:nvSpPr>
        <p:spPr>
          <a:xfrm>
            <a:off x="397774" y="5540637"/>
            <a:ext cx="17724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3C3C3C"/>
                </a:solidFill>
                <a:effectLst/>
                <a:uLnTx/>
                <a:uFillTx/>
                <a:latin typeface="+mn-lt"/>
                <a:ea typeface="+mn-ea"/>
                <a:cs typeface="+mn-cs"/>
                <a:hlinkClick r:id="rId12"/>
              </a:rPr>
              <a:t>www.opustechglobal.com</a:t>
            </a:r>
            <a:r>
              <a:rPr kumimoji="0" lang="en-IN" sz="1200" b="0" i="0" u="none" strike="noStrike" kern="1200" cap="none" spc="0" normalizeH="0" baseline="0" noProof="0">
                <a:ln>
                  <a:noFill/>
                </a:ln>
                <a:solidFill>
                  <a:srgbClr val="3C3C3C"/>
                </a:solidFill>
                <a:effectLst/>
                <a:uLnTx/>
                <a:uFillTx/>
                <a:latin typeface="+mn-lt"/>
                <a:ea typeface="+mn-ea"/>
                <a:cs typeface="+mn-cs"/>
              </a:rPr>
              <a:t> </a:t>
            </a:r>
          </a:p>
        </p:txBody>
      </p:sp>
      <p:sp>
        <p:nvSpPr>
          <p:cNvPr id="20" name="Freeform 7">
            <a:extLst>
              <a:ext uri="{FF2B5EF4-FFF2-40B4-BE49-F238E27FC236}">
                <a16:creationId xmlns:a16="http://schemas.microsoft.com/office/drawing/2014/main" id="{23287CC6-1A61-005C-8C34-4BB7978689BB}"/>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Slide Number Placeholder 3">
            <a:extLst>
              <a:ext uri="{FF2B5EF4-FFF2-40B4-BE49-F238E27FC236}">
                <a16:creationId xmlns:a16="http://schemas.microsoft.com/office/drawing/2014/main" id="{77B3364D-3D86-8FB4-AC30-D06304B61A34}"/>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23" name="TextBox 22">
            <a:extLst>
              <a:ext uri="{FF2B5EF4-FFF2-40B4-BE49-F238E27FC236}">
                <a16:creationId xmlns:a16="http://schemas.microsoft.com/office/drawing/2014/main" id="{99F233BD-7B67-A84D-422A-734784D0E574}"/>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6" name="TextBox 5">
            <a:extLst>
              <a:ext uri="{FF2B5EF4-FFF2-40B4-BE49-F238E27FC236}">
                <a16:creationId xmlns:a16="http://schemas.microsoft.com/office/drawing/2014/main" id="{DBB6928D-740F-6D07-CA9D-E262E166CCE7}"/>
              </a:ext>
            </a:extLst>
          </p:cNvPr>
          <p:cNvSpPr txBox="1"/>
          <p:nvPr userDrawn="1"/>
        </p:nvSpPr>
        <p:spPr>
          <a:xfrm>
            <a:off x="397774" y="2341667"/>
            <a:ext cx="6701930" cy="1446550"/>
          </a:xfrm>
          <a:prstGeom prst="rect">
            <a:avLst/>
          </a:prstGeom>
          <a:noFill/>
        </p:spPr>
        <p:txBody>
          <a:bodyPr wrap="square" lIns="0" tIns="0" rIns="0" bIns="0" rtlCol="0">
            <a:spAutoFit/>
          </a:bodyPr>
          <a:lstStyle/>
          <a:p>
            <a:pPr>
              <a:spcAft>
                <a:spcPts val="600"/>
              </a:spcAft>
              <a:buNone/>
            </a:pPr>
            <a:r>
              <a:rPr lang="en-US" sz="1200"/>
              <a:t>Opus is a trusted engineering partner to payment providers, banks and </a:t>
            </a:r>
            <a:r>
              <a:rPr lang="en-US" sz="1200" err="1"/>
              <a:t>fintechs</a:t>
            </a:r>
            <a:r>
              <a:rPr lang="en-US" sz="1200"/>
              <a:t> navigating change in a real-time, digital-first world. We solve for business value—accelerating go-to-market, unlocking future readiness, and powering transformation at scale.</a:t>
            </a:r>
          </a:p>
          <a:p>
            <a:pPr>
              <a:spcAft>
                <a:spcPts val="600"/>
              </a:spcAft>
              <a:buNone/>
            </a:pPr>
            <a:r>
              <a:rPr lang="en-US" sz="1200"/>
              <a:t>Our promise is simple: Business Value Acceleration. Realization. Maximization.</a:t>
            </a:r>
          </a:p>
          <a:p>
            <a:pPr>
              <a:spcAft>
                <a:spcPts val="600"/>
              </a:spcAft>
              <a:buNone/>
            </a:pPr>
            <a:r>
              <a:rPr lang="en-US" sz="1200"/>
              <a:t>We deliver on this promise through the Opus trifecta—a domain-native engineering skillset, a value-creation mindset, and a toolset that drives business agility. From MVP (Minimum Viable Product to MPT (Maximum Possible Transformation), Opus turns engineering into business advantage.</a:t>
            </a:r>
          </a:p>
        </p:txBody>
      </p:sp>
      <p:pic>
        <p:nvPicPr>
          <p:cNvPr id="8" name="Graphic 7">
            <a:extLst>
              <a:ext uri="{FF2B5EF4-FFF2-40B4-BE49-F238E27FC236}">
                <a16:creationId xmlns:a16="http://schemas.microsoft.com/office/drawing/2014/main" id="{44694DAA-15E7-8AA7-C241-FE344D4BC93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97774" y="1485900"/>
            <a:ext cx="1932006" cy="432000"/>
          </a:xfrm>
          <a:prstGeom prst="rect">
            <a:avLst/>
          </a:prstGeom>
        </p:spPr>
      </p:pic>
    </p:spTree>
    <p:extLst>
      <p:ext uri="{BB962C8B-B14F-4D97-AF65-F5344CB8AC3E}">
        <p14:creationId xmlns:p14="http://schemas.microsoft.com/office/powerpoint/2010/main" val="12299200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1018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AE2498F-2B7F-5545-A824-382A4D8A0682}"/>
              </a:ext>
            </a:extLst>
          </p:cNvPr>
          <p:cNvSpPr/>
          <p:nvPr userDrawn="1"/>
        </p:nvSpPr>
        <p:spPr>
          <a:xfrm>
            <a:off x="0" y="3111280"/>
            <a:ext cx="12192000" cy="374672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grpSp>
        <p:nvGrpSpPr>
          <p:cNvPr id="35" name="Group 34">
            <a:extLst>
              <a:ext uri="{FF2B5EF4-FFF2-40B4-BE49-F238E27FC236}">
                <a16:creationId xmlns:a16="http://schemas.microsoft.com/office/drawing/2014/main" id="{853F8106-D81F-5D82-2669-71B1ADB3AC7F}"/>
              </a:ext>
            </a:extLst>
          </p:cNvPr>
          <p:cNvGrpSpPr/>
          <p:nvPr userDrawn="1"/>
        </p:nvGrpSpPr>
        <p:grpSpPr>
          <a:xfrm>
            <a:off x="10482856" y="3587860"/>
            <a:ext cx="1709145" cy="2793561"/>
            <a:chOff x="10482856" y="3746447"/>
            <a:chExt cx="1709145" cy="2793561"/>
          </a:xfrm>
          <a:solidFill>
            <a:schemeClr val="bg1">
              <a:alpha val="10000"/>
            </a:schemeClr>
          </a:solidFill>
        </p:grpSpPr>
        <p:sp>
          <p:nvSpPr>
            <p:cNvPr id="34" name="Freeform: Shape 33">
              <a:extLst>
                <a:ext uri="{FF2B5EF4-FFF2-40B4-BE49-F238E27FC236}">
                  <a16:creationId xmlns:a16="http://schemas.microsoft.com/office/drawing/2014/main" id="{D5226128-D4B5-CA3D-1F59-91B3EF79A5EF}"/>
                </a:ext>
              </a:extLst>
            </p:cNvPr>
            <p:cNvSpPr/>
            <p:nvPr/>
          </p:nvSpPr>
          <p:spPr>
            <a:xfrm flipV="1">
              <a:off x="11220073" y="6148052"/>
              <a:ext cx="971926" cy="391956"/>
            </a:xfrm>
            <a:custGeom>
              <a:avLst/>
              <a:gdLst>
                <a:gd name="connsiteX0" fmla="*/ 0 w 971926"/>
                <a:gd name="connsiteY0" fmla="*/ 391956 h 391956"/>
                <a:gd name="connsiteX1" fmla="*/ 971926 w 971926"/>
                <a:gd name="connsiteY1" fmla="*/ 391956 h 391956"/>
                <a:gd name="connsiteX2" fmla="*/ 971926 w 971926"/>
                <a:gd name="connsiteY2" fmla="*/ 0 h 391956"/>
                <a:gd name="connsiteX3" fmla="*/ 0 w 971926"/>
                <a:gd name="connsiteY3" fmla="*/ 0 h 391956"/>
              </a:gdLst>
              <a:ahLst/>
              <a:cxnLst>
                <a:cxn ang="0">
                  <a:pos x="connsiteX0" y="connsiteY0"/>
                </a:cxn>
                <a:cxn ang="0">
                  <a:pos x="connsiteX1" y="connsiteY1"/>
                </a:cxn>
                <a:cxn ang="0">
                  <a:pos x="connsiteX2" y="connsiteY2"/>
                </a:cxn>
                <a:cxn ang="0">
                  <a:pos x="connsiteX3" y="connsiteY3"/>
                </a:cxn>
              </a:cxnLst>
              <a:rect l="l" t="t" r="r" b="b"/>
              <a:pathLst>
                <a:path w="971926" h="391956">
                  <a:moveTo>
                    <a:pt x="0" y="391956"/>
                  </a:moveTo>
                  <a:lnTo>
                    <a:pt x="971926" y="391956"/>
                  </a:lnTo>
                  <a:lnTo>
                    <a:pt x="971926" y="0"/>
                  </a:lnTo>
                  <a:lnTo>
                    <a:pt x="0" y="0"/>
                  </a:lnTo>
                  <a:close/>
                </a:path>
              </a:pathLst>
            </a:custGeom>
            <a:grpFill/>
            <a:ln w="8151" cap="flat">
              <a:noFill/>
              <a:prstDash val="solid"/>
              <a:miter/>
            </a:ln>
          </p:spPr>
          <p:txBody>
            <a:bodyPr wrap="square" rtlCol="0" anchor="ctr">
              <a:noAutofit/>
            </a:bodyPr>
            <a:lstStyle/>
            <a:p>
              <a:endParaRPr lang="en-IN"/>
            </a:p>
          </p:txBody>
        </p:sp>
        <p:sp>
          <p:nvSpPr>
            <p:cNvPr id="32" name="Freeform: Shape 31">
              <a:extLst>
                <a:ext uri="{FF2B5EF4-FFF2-40B4-BE49-F238E27FC236}">
                  <a16:creationId xmlns:a16="http://schemas.microsoft.com/office/drawing/2014/main" id="{1E347603-2903-472D-C6E1-4A1A1FA18C8F}"/>
                </a:ext>
              </a:extLst>
            </p:cNvPr>
            <p:cNvSpPr/>
            <p:nvPr/>
          </p:nvSpPr>
          <p:spPr>
            <a:xfrm flipV="1">
              <a:off x="10482856" y="3746447"/>
              <a:ext cx="1709145" cy="2010736"/>
            </a:xfrm>
            <a:custGeom>
              <a:avLst/>
              <a:gdLst>
                <a:gd name="connsiteX0" fmla="*/ 868405 w 1709145"/>
                <a:gd name="connsiteY0" fmla="*/ 2010628 h 2010736"/>
                <a:gd name="connsiteX1" fmla="*/ 1709145 w 1709145"/>
                <a:gd name="connsiteY1" fmla="*/ 2010628 h 2010736"/>
                <a:gd name="connsiteX2" fmla="*/ 1709145 w 1709145"/>
                <a:gd name="connsiteY2" fmla="*/ 1619967 h 2010736"/>
                <a:gd name="connsiteX3" fmla="*/ 978493 w 1709145"/>
                <a:gd name="connsiteY3" fmla="*/ 1619967 h 2010736"/>
                <a:gd name="connsiteX4" fmla="*/ 773539 w 1709145"/>
                <a:gd name="connsiteY4" fmla="*/ 1566702 h 2010736"/>
                <a:gd name="connsiteX5" fmla="*/ 619265 w 1709145"/>
                <a:gd name="connsiteY5" fmla="*/ 1425946 h 2010736"/>
                <a:gd name="connsiteX6" fmla="*/ 520037 w 1709145"/>
                <a:gd name="connsiteY6" fmla="*/ 1228673 h 2010736"/>
                <a:gd name="connsiteX7" fmla="*/ 485284 w 1709145"/>
                <a:gd name="connsiteY7" fmla="*/ 1013590 h 2010736"/>
                <a:gd name="connsiteX8" fmla="*/ 485284 w 1709145"/>
                <a:gd name="connsiteY8" fmla="*/ 993230 h 2010736"/>
                <a:gd name="connsiteX9" fmla="*/ 520037 w 1709145"/>
                <a:gd name="connsiteY9" fmla="*/ 780138 h 2010736"/>
                <a:gd name="connsiteX10" fmla="*/ 619265 w 1709145"/>
                <a:gd name="connsiteY10" fmla="*/ 582831 h 2010736"/>
                <a:gd name="connsiteX11" fmla="*/ 773539 w 1709145"/>
                <a:gd name="connsiteY11" fmla="*/ 442113 h 2010736"/>
                <a:gd name="connsiteX12" fmla="*/ 978493 w 1709145"/>
                <a:gd name="connsiteY12" fmla="*/ 388810 h 2010736"/>
                <a:gd name="connsiteX13" fmla="*/ 1709145 w 1709145"/>
                <a:gd name="connsiteY13" fmla="*/ 388810 h 2010736"/>
                <a:gd name="connsiteX14" fmla="*/ 1709145 w 1709145"/>
                <a:gd name="connsiteY14" fmla="*/ 139 h 2010736"/>
                <a:gd name="connsiteX15" fmla="*/ 868405 w 1709145"/>
                <a:gd name="connsiteY15" fmla="*/ 139 h 2010736"/>
                <a:gd name="connsiteX16" fmla="*/ 489616 w 1709145"/>
                <a:gd name="connsiteY16" fmla="*/ 99474 h 2010736"/>
                <a:gd name="connsiteX17" fmla="*/ 218017 w 1709145"/>
                <a:gd name="connsiteY17" fmla="*/ 344769 h 2010736"/>
                <a:gd name="connsiteX18" fmla="*/ 55046 w 1709145"/>
                <a:gd name="connsiteY18" fmla="*/ 657157 h 2010736"/>
                <a:gd name="connsiteX19" fmla="*/ 0 w 1709145"/>
                <a:gd name="connsiteY19" fmla="*/ 957707 h 2010736"/>
                <a:gd name="connsiteX20" fmla="*/ 0 w 1709145"/>
                <a:gd name="connsiteY20" fmla="*/ 1053060 h 2010736"/>
                <a:gd name="connsiteX21" fmla="*/ 55046 w 1709145"/>
                <a:gd name="connsiteY21" fmla="*/ 1353610 h 2010736"/>
                <a:gd name="connsiteX22" fmla="*/ 218017 w 1709145"/>
                <a:gd name="connsiteY22" fmla="*/ 1666003 h 2010736"/>
                <a:gd name="connsiteX23" fmla="*/ 489616 w 1709145"/>
                <a:gd name="connsiteY23" fmla="*/ 1911298 h 2010736"/>
                <a:gd name="connsiteX24" fmla="*/ 868405 w 1709145"/>
                <a:gd name="connsiteY24" fmla="*/ 2010628 h 201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09145" h="2010736">
                  <a:moveTo>
                    <a:pt x="868405" y="2010628"/>
                  </a:moveTo>
                  <a:lnTo>
                    <a:pt x="1709145" y="2010628"/>
                  </a:lnTo>
                  <a:lnTo>
                    <a:pt x="1709145" y="1619967"/>
                  </a:lnTo>
                  <a:lnTo>
                    <a:pt x="978493" y="1619967"/>
                  </a:lnTo>
                  <a:cubicBezTo>
                    <a:pt x="905914" y="1620838"/>
                    <a:pt x="834630" y="1602327"/>
                    <a:pt x="773539" y="1566702"/>
                  </a:cubicBezTo>
                  <a:cubicBezTo>
                    <a:pt x="712136" y="1529783"/>
                    <a:pt x="659641" y="1481897"/>
                    <a:pt x="619265" y="1425946"/>
                  </a:cubicBezTo>
                  <a:cubicBezTo>
                    <a:pt x="575293" y="1365171"/>
                    <a:pt x="541829" y="1298633"/>
                    <a:pt x="520037" y="1228673"/>
                  </a:cubicBezTo>
                  <a:cubicBezTo>
                    <a:pt x="497263" y="1158820"/>
                    <a:pt x="485562" y="1086417"/>
                    <a:pt x="485284" y="1013590"/>
                  </a:cubicBezTo>
                  <a:lnTo>
                    <a:pt x="485284" y="993230"/>
                  </a:lnTo>
                  <a:cubicBezTo>
                    <a:pt x="485459" y="921035"/>
                    <a:pt x="497160" y="849260"/>
                    <a:pt x="520037" y="780138"/>
                  </a:cubicBezTo>
                  <a:cubicBezTo>
                    <a:pt x="541936" y="710178"/>
                    <a:pt x="575395" y="643678"/>
                    <a:pt x="619265" y="582831"/>
                  </a:cubicBezTo>
                  <a:cubicBezTo>
                    <a:pt x="659432" y="526738"/>
                    <a:pt x="711961" y="478818"/>
                    <a:pt x="773539" y="442113"/>
                  </a:cubicBezTo>
                  <a:cubicBezTo>
                    <a:pt x="834630" y="406483"/>
                    <a:pt x="905914" y="387938"/>
                    <a:pt x="978493" y="388810"/>
                  </a:cubicBezTo>
                  <a:lnTo>
                    <a:pt x="1709145" y="388810"/>
                  </a:lnTo>
                  <a:lnTo>
                    <a:pt x="1709145" y="139"/>
                  </a:lnTo>
                  <a:lnTo>
                    <a:pt x="868405" y="139"/>
                  </a:lnTo>
                  <a:cubicBezTo>
                    <a:pt x="733967" y="-2480"/>
                    <a:pt x="601835" y="32167"/>
                    <a:pt x="489616" y="99474"/>
                  </a:cubicBezTo>
                  <a:cubicBezTo>
                    <a:pt x="382109" y="164089"/>
                    <a:pt x="289759" y="247493"/>
                    <a:pt x="218017" y="344769"/>
                  </a:cubicBezTo>
                  <a:cubicBezTo>
                    <a:pt x="147011" y="441027"/>
                    <a:pt x="92068" y="546300"/>
                    <a:pt x="55046" y="657157"/>
                  </a:cubicBezTo>
                  <a:cubicBezTo>
                    <a:pt x="20745" y="754398"/>
                    <a:pt x="2200" y="855617"/>
                    <a:pt x="0" y="957707"/>
                  </a:cubicBezTo>
                  <a:lnTo>
                    <a:pt x="0" y="1053060"/>
                  </a:lnTo>
                  <a:cubicBezTo>
                    <a:pt x="2200" y="1155155"/>
                    <a:pt x="20745" y="1256373"/>
                    <a:pt x="55046" y="1353610"/>
                  </a:cubicBezTo>
                  <a:cubicBezTo>
                    <a:pt x="92068" y="1464471"/>
                    <a:pt x="147011" y="1569740"/>
                    <a:pt x="218017" y="1666003"/>
                  </a:cubicBezTo>
                  <a:cubicBezTo>
                    <a:pt x="289759" y="1763274"/>
                    <a:pt x="382109" y="1846678"/>
                    <a:pt x="489616" y="1911298"/>
                  </a:cubicBezTo>
                  <a:cubicBezTo>
                    <a:pt x="601976" y="1978323"/>
                    <a:pt x="734001" y="2012935"/>
                    <a:pt x="868405" y="2010628"/>
                  </a:cubicBezTo>
                  <a:close/>
                </a:path>
              </a:pathLst>
            </a:custGeom>
            <a:grpFill/>
            <a:ln w="8151" cap="flat">
              <a:noFill/>
              <a:prstDash val="solid"/>
              <a:miter/>
            </a:ln>
          </p:spPr>
          <p:txBody>
            <a:bodyPr wrap="square" rtlCol="0" anchor="ctr">
              <a:noAutofit/>
            </a:bodyPr>
            <a:lstStyle/>
            <a:p>
              <a:endParaRPr lang="en-IN"/>
            </a:p>
          </p:txBody>
        </p:sp>
      </p:grpSp>
      <p:pic>
        <p:nvPicPr>
          <p:cNvPr id="25" name="Graphic 24">
            <a:extLst>
              <a:ext uri="{FF2B5EF4-FFF2-40B4-BE49-F238E27FC236}">
                <a16:creationId xmlns:a16="http://schemas.microsoft.com/office/drawing/2014/main" id="{5FE7E134-766F-478A-C2B8-2938E6EC6A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2095030"/>
            <a:ext cx="2415012" cy="540000"/>
          </a:xfrm>
          <a:prstGeom prst="rect">
            <a:avLst/>
          </a:prstGeom>
        </p:spPr>
      </p:pic>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3329252"/>
            <a:ext cx="5760720" cy="1354217"/>
          </a:xfrm>
        </p:spPr>
        <p:txBody>
          <a:bodyPr anchor="t" anchorCtr="0">
            <a:spAutoFit/>
          </a:bodyPr>
          <a:lstStyle>
            <a:lvl1pPr algn="l">
              <a:defRPr sz="4400">
                <a:solidFill>
                  <a:schemeClr val="bg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4912423"/>
            <a:ext cx="5760720" cy="276999"/>
          </a:xfrm>
          <a:prstGeom prst="rect">
            <a:avLst/>
          </a:prstGeom>
        </p:spPr>
        <p:txBody>
          <a:bodyPr anchor="t" anchorCtr="0"/>
          <a:lstStyle>
            <a:lvl1pPr marL="0" indent="0" algn="l">
              <a:lnSpc>
                <a:spcPct val="100000"/>
              </a:lnSpc>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3667806"/>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273937"/>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slide 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5FE7E134-766F-478A-C2B8-2938E6EC6A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1662983"/>
            <a:ext cx="2415012" cy="540000"/>
          </a:xfrm>
          <a:prstGeom prst="rect">
            <a:avLst/>
          </a:prstGeom>
        </p:spPr>
      </p:pic>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2897205"/>
            <a:ext cx="5760720" cy="1354217"/>
          </a:xfrm>
        </p:spPr>
        <p:txBody>
          <a:bodyPr anchor="t" anchorCtr="0">
            <a:spAutoFit/>
          </a:bodyPr>
          <a:lstStyle>
            <a:lvl1pPr algn="l">
              <a:defRPr sz="4400">
                <a:solidFill>
                  <a:schemeClr val="accent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4480376"/>
            <a:ext cx="5760720" cy="276999"/>
          </a:xfrm>
          <a:prstGeom prst="rect">
            <a:avLst/>
          </a:prstGeom>
        </p:spPr>
        <p:txBody>
          <a:bodyPr anchor="t" anchorCtr="0"/>
          <a:lstStyle>
            <a:lvl1pPr marL="0" indent="0" algn="l">
              <a:lnSpc>
                <a:spcPct val="100000"/>
              </a:lnSpc>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3235759"/>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A13F96-F1DF-3243-C728-75B6409EE21D}"/>
              </a:ext>
            </a:extLst>
          </p:cNvPr>
          <p:cNvSpPr/>
          <p:nvPr userDrawn="1"/>
        </p:nvSpPr>
        <p:spPr>
          <a:xfrm>
            <a:off x="0" y="5212080"/>
            <a:ext cx="12192000" cy="164592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Tree>
    <p:extLst>
      <p:ext uri="{BB962C8B-B14F-4D97-AF65-F5344CB8AC3E}">
        <p14:creationId xmlns:p14="http://schemas.microsoft.com/office/powerpoint/2010/main" val="1518209938"/>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slid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B4E06B-9DB9-E91E-7353-77285E7F7238}"/>
              </a:ext>
            </a:extLst>
          </p:cNvPr>
          <p:cNvSpPr/>
          <p:nvPr userDrawn="1"/>
        </p:nvSpPr>
        <p:spPr>
          <a:xfrm>
            <a:off x="0" y="1645920"/>
            <a:ext cx="12192000" cy="5212080"/>
          </a:xfrm>
          <a:prstGeom prst="rect">
            <a:avLst/>
          </a:prstGeom>
          <a:gradFill>
            <a:gsLst>
              <a:gs pos="90000">
                <a:schemeClr val="accent2"/>
              </a:gs>
              <a:gs pos="9000">
                <a:schemeClr val="accent1">
                  <a:lumMod val="50000"/>
                </a:schemeClr>
              </a:gs>
              <a:gs pos="5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2" name="Title 1">
            <a:extLst>
              <a:ext uri="{FF2B5EF4-FFF2-40B4-BE49-F238E27FC236}">
                <a16:creationId xmlns:a16="http://schemas.microsoft.com/office/drawing/2014/main" id="{B6518940-5A10-793E-67A9-B323AEE1E9A1}"/>
              </a:ext>
            </a:extLst>
          </p:cNvPr>
          <p:cNvSpPr>
            <a:spLocks noGrp="1"/>
          </p:cNvSpPr>
          <p:nvPr userDrawn="1">
            <p:ph type="ctrTitle" hasCustomPrompt="1"/>
          </p:nvPr>
        </p:nvSpPr>
        <p:spPr>
          <a:xfrm>
            <a:off x="994733" y="2395089"/>
            <a:ext cx="5760720" cy="1354217"/>
          </a:xfrm>
        </p:spPr>
        <p:txBody>
          <a:bodyPr anchor="t" anchorCtr="0">
            <a:spAutoFit/>
          </a:bodyPr>
          <a:lstStyle>
            <a:lvl1pPr algn="l">
              <a:defRPr sz="4400">
                <a:solidFill>
                  <a:schemeClr val="bg1"/>
                </a:solidFill>
              </a:defRPr>
            </a:lvl1pPr>
          </a:lstStyle>
          <a:p>
            <a:r>
              <a:rPr lang="en-US"/>
              <a:t>Click to Edit the Presentation Title</a:t>
            </a:r>
            <a:endParaRPr lang="en-IN"/>
          </a:p>
        </p:txBody>
      </p:sp>
      <p:sp>
        <p:nvSpPr>
          <p:cNvPr id="3" name="Subtitle 2">
            <a:extLst>
              <a:ext uri="{FF2B5EF4-FFF2-40B4-BE49-F238E27FC236}">
                <a16:creationId xmlns:a16="http://schemas.microsoft.com/office/drawing/2014/main" id="{0F428622-2591-1037-7263-ECC79C8B4A38}"/>
              </a:ext>
            </a:extLst>
          </p:cNvPr>
          <p:cNvSpPr>
            <a:spLocks noGrp="1"/>
          </p:cNvSpPr>
          <p:nvPr userDrawn="1">
            <p:ph type="subTitle" idx="1" hasCustomPrompt="1"/>
          </p:nvPr>
        </p:nvSpPr>
        <p:spPr>
          <a:xfrm>
            <a:off x="994731" y="3978260"/>
            <a:ext cx="5760720" cy="276999"/>
          </a:xfrm>
          <a:prstGeom prst="rect">
            <a:avLst/>
          </a:prstGeom>
        </p:spPr>
        <p:txBody>
          <a:bodyPr anchor="t" anchorCtr="0"/>
          <a:lstStyle>
            <a:lvl1pPr marL="0" indent="0" algn="l">
              <a:lnSpc>
                <a:spcPct val="100000"/>
              </a:lnSpc>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subtitle</a:t>
            </a:r>
            <a:endParaRPr lang="en-IN"/>
          </a:p>
        </p:txBody>
      </p:sp>
      <p:sp>
        <p:nvSpPr>
          <p:cNvPr id="28" name="Text Placeholder 27">
            <a:extLst>
              <a:ext uri="{FF2B5EF4-FFF2-40B4-BE49-F238E27FC236}">
                <a16:creationId xmlns:a16="http://schemas.microsoft.com/office/drawing/2014/main" id="{245A396A-3338-D57C-0673-997FAF8474D5}"/>
              </a:ext>
            </a:extLst>
          </p:cNvPr>
          <p:cNvSpPr>
            <a:spLocks noGrp="1"/>
          </p:cNvSpPr>
          <p:nvPr userDrawn="1">
            <p:ph type="body" sz="quarter" idx="10" hasCustomPrompt="1"/>
          </p:nvPr>
        </p:nvSpPr>
        <p:spPr>
          <a:xfrm>
            <a:off x="994730" y="6187851"/>
            <a:ext cx="5760720" cy="215444"/>
          </a:xfrm>
          <a:prstGeom prst="rect">
            <a:avLst/>
          </a:prstGeom>
        </p:spPr>
        <p:txBody>
          <a:bodyPr anchor="t" anchorCtr="0"/>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Month and Year</a:t>
            </a:r>
          </a:p>
        </p:txBody>
      </p:sp>
      <p:sp>
        <p:nvSpPr>
          <p:cNvPr id="5" name="Text Placeholder 4">
            <a:extLst>
              <a:ext uri="{FF2B5EF4-FFF2-40B4-BE49-F238E27FC236}">
                <a16:creationId xmlns:a16="http://schemas.microsoft.com/office/drawing/2014/main" id="{73D5A0D3-6F5D-371E-1ECE-AAAB7250F7ED}"/>
              </a:ext>
            </a:extLst>
          </p:cNvPr>
          <p:cNvSpPr>
            <a:spLocks noGrp="1"/>
          </p:cNvSpPr>
          <p:nvPr>
            <p:ph type="body" sz="quarter" idx="11" hasCustomPrompt="1"/>
          </p:nvPr>
        </p:nvSpPr>
        <p:spPr>
          <a:xfrm>
            <a:off x="982663" y="5850779"/>
            <a:ext cx="5760720" cy="193899"/>
          </a:xfrm>
          <a:prstGeom prst="rect">
            <a:avLst/>
          </a:prstGeom>
        </p:spPr>
        <p:txBody>
          <a:bodyPr anchor="b" anchorCtr="0"/>
          <a:lstStyle>
            <a:lvl1pPr>
              <a:lnSpc>
                <a:spcPct val="100000"/>
              </a:lnSpc>
              <a:spcBef>
                <a:spcPts val="300"/>
              </a:spcBef>
              <a:defRPr lang="en-IN" sz="1400" b="0" kern="1200" dirty="0">
                <a:solidFill>
                  <a:schemeClr val="bg1"/>
                </a:solidFill>
                <a:latin typeface="+mn-lt"/>
                <a:ea typeface="+mn-ea"/>
                <a:cs typeface="+mn-cs"/>
              </a:defRPr>
            </a:lvl1pPr>
            <a:lvl2pPr>
              <a:defRPr/>
            </a:lvl2pPr>
            <a:lvl3pPr>
              <a:defRPr/>
            </a:lvl3pPr>
            <a:lvl4pPr>
              <a:defRPr/>
            </a:lvl4pPr>
            <a:lvl5pPr>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Presenter name and Designation</a:t>
            </a:r>
          </a:p>
        </p:txBody>
      </p:sp>
      <p:cxnSp>
        <p:nvCxnSpPr>
          <p:cNvPr id="4" name="Straight Connector 3">
            <a:extLst>
              <a:ext uri="{FF2B5EF4-FFF2-40B4-BE49-F238E27FC236}">
                <a16:creationId xmlns:a16="http://schemas.microsoft.com/office/drawing/2014/main" id="{FC86B43C-B328-2F78-10B1-C10B7A415EA6}"/>
              </a:ext>
            </a:extLst>
          </p:cNvPr>
          <p:cNvCxnSpPr>
            <a:cxnSpLocks/>
          </p:cNvCxnSpPr>
          <p:nvPr userDrawn="1"/>
        </p:nvCxnSpPr>
        <p:spPr>
          <a:xfrm>
            <a:off x="0" y="2733643"/>
            <a:ext cx="828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9DC0B46-1FED-759A-B837-C1CA05F29B21}"/>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7EF281C4-E9F1-74BE-C3E4-7CCE75F7D7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0491" y="578160"/>
            <a:ext cx="2415012" cy="540000"/>
          </a:xfrm>
          <a:prstGeom prst="rect">
            <a:avLst/>
          </a:prstGeom>
        </p:spPr>
      </p:pic>
    </p:spTree>
    <p:extLst>
      <p:ext uri="{BB962C8B-B14F-4D97-AF65-F5344CB8AC3E}">
        <p14:creationId xmlns:p14="http://schemas.microsoft.com/office/powerpoint/2010/main" val="2600596235"/>
      </p:ext>
    </p:extLst>
  </p:cSld>
  <p:clrMapOvr>
    <a:masterClrMapping/>
  </p:clrMapOvr>
  <p:extLst>
    <p:ext uri="{DCECCB84-F9BA-43D5-87BE-67443E8EF086}">
      <p15:sldGuideLst xmlns:p15="http://schemas.microsoft.com/office/powerpoint/2012/main">
        <p15:guide id="1" pos="61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 Text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31EEEA-D065-776D-81AA-648D6AF6FCF5}"/>
              </a:ext>
            </a:extLst>
          </p:cNvPr>
          <p:cNvSpPr/>
          <p:nvPr userDrawn="1"/>
        </p:nvSpPr>
        <p:spPr>
          <a:xfrm>
            <a:off x="819600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13" name="Rectangle 12">
            <a:extLst>
              <a:ext uri="{FF2B5EF4-FFF2-40B4-BE49-F238E27FC236}">
                <a16:creationId xmlns:a16="http://schemas.microsoft.com/office/drawing/2014/main" id="{19C3AEE8-E236-8CEC-12A8-66D2EAC1DA1B}"/>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userDrawn="1">
            <p:ph type="title" hasCustomPrompt="1"/>
          </p:nvPr>
        </p:nvSpPr>
        <p:spPr>
          <a:xfrm>
            <a:off x="381000" y="490520"/>
            <a:ext cx="7354822" cy="430887"/>
          </a:xfrm>
        </p:spPr>
        <p:txBody>
          <a:bodyPr vert="horz" wrap="square" lIns="0" tIns="0" rIns="0" bIns="0" rtlCol="0" anchor="t" anchorCtr="0">
            <a:spAutoFit/>
          </a:bodyPr>
          <a:lstStyle>
            <a:lvl1pPr>
              <a:defRPr lang="en-IN"/>
            </a:lvl1pPr>
          </a:lstStyle>
          <a:p>
            <a:pPr lvl="0"/>
            <a:r>
              <a:rPr lang="en-US"/>
              <a:t>Click to edit Slide title style</a:t>
            </a:r>
            <a:endParaRPr lang="en-IN"/>
          </a:p>
        </p:txBody>
      </p:sp>
      <p:sp>
        <p:nvSpPr>
          <p:cNvPr id="6" name="Freeform 7">
            <a:extLst>
              <a:ext uri="{FF2B5EF4-FFF2-40B4-BE49-F238E27FC236}">
                <a16:creationId xmlns:a16="http://schemas.microsoft.com/office/drawing/2014/main" id="{01DC0183-F53D-1E28-2620-A1033BFDD032}"/>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3">
            <a:extLst>
              <a:ext uri="{FF2B5EF4-FFF2-40B4-BE49-F238E27FC236}">
                <a16:creationId xmlns:a16="http://schemas.microsoft.com/office/drawing/2014/main" id="{71542667-79E3-D00E-53E5-B829F2EBD76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10" name="TextBox 9">
            <a:extLst>
              <a:ext uri="{FF2B5EF4-FFF2-40B4-BE49-F238E27FC236}">
                <a16:creationId xmlns:a16="http://schemas.microsoft.com/office/drawing/2014/main" id="{4C8C0C20-378B-423E-12D0-C8A0DBE41455}"/>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3796378895"/>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 Text with Image">
    <p:spTree>
      <p:nvGrpSpPr>
        <p:cNvPr id="1" name=""/>
        <p:cNvGrpSpPr/>
        <p:nvPr/>
      </p:nvGrpSpPr>
      <p:grpSpPr>
        <a:xfrm>
          <a:off x="0" y="0"/>
          <a:ext cx="0" cy="0"/>
          <a:chOff x="0" y="0"/>
          <a:chExt cx="0" cy="0"/>
        </a:xfrm>
      </p:grpSpPr>
      <p:pic>
        <p:nvPicPr>
          <p:cNvPr id="4" name="Picture 3" descr="A person holding a phone with a globe&#10;&#10;AI-generated content may be incorrect.">
            <a:extLst>
              <a:ext uri="{FF2B5EF4-FFF2-40B4-BE49-F238E27FC236}">
                <a16:creationId xmlns:a16="http://schemas.microsoft.com/office/drawing/2014/main" id="{11239FD5-58E5-7925-E5DC-171AEAF7B2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8196000" y="0"/>
            <a:ext cx="3996000" cy="6858000"/>
          </a:xfrm>
          <a:prstGeom prst="rect">
            <a:avLst/>
          </a:prstGeom>
        </p:spPr>
      </p:pic>
      <p:sp>
        <p:nvSpPr>
          <p:cNvPr id="6" name="Rectangle 5">
            <a:extLst>
              <a:ext uri="{FF2B5EF4-FFF2-40B4-BE49-F238E27FC236}">
                <a16:creationId xmlns:a16="http://schemas.microsoft.com/office/drawing/2014/main" id="{63E97D26-0EDF-138D-0A47-A6BF0E2268D1}"/>
              </a:ext>
            </a:extLst>
          </p:cNvPr>
          <p:cNvSpPr/>
          <p:nvPr userDrawn="1"/>
        </p:nvSpPr>
        <p:spPr>
          <a:xfrm>
            <a:off x="8196000" y="0"/>
            <a:ext cx="3996000" cy="2916000"/>
          </a:xfrm>
          <a:prstGeom prst="rect">
            <a:avLst/>
          </a:prstGeom>
          <a:gradFill>
            <a:gsLst>
              <a:gs pos="99000">
                <a:schemeClr val="accent3">
                  <a:alpha val="0"/>
                </a:schemeClr>
              </a:gs>
              <a:gs pos="37000">
                <a:schemeClr val="accent1">
                  <a:alpha val="59000"/>
                </a:schemeClr>
              </a:gs>
              <a:gs pos="0">
                <a:schemeClr val="tx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AC590E0-08A7-64B5-B995-A92D4FE48838}"/>
              </a:ext>
            </a:extLst>
          </p:cNvPr>
          <p:cNvSpPr>
            <a:spLocks/>
          </p:cNvSpPr>
          <p:nvPr userDrawn="1"/>
        </p:nvSpPr>
        <p:spPr>
          <a:xfrm>
            <a:off x="8196000" y="2862000"/>
            <a:ext cx="3996000" cy="3996000"/>
          </a:xfrm>
          <a:prstGeom prst="rect">
            <a:avLst/>
          </a:prstGeom>
          <a:gradFill flip="none" rotWithShape="1">
            <a:gsLst>
              <a:gs pos="0">
                <a:schemeClr val="accent2"/>
              </a:gs>
              <a:gs pos="45000">
                <a:srgbClr val="F6A81C">
                  <a:alpha val="32000"/>
                </a:srgbClr>
              </a:gs>
              <a:gs pos="68000">
                <a:schemeClr val="accent2">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lt1"/>
              </a:solidFill>
            </a:endParaRPr>
          </a:p>
        </p:txBody>
      </p:sp>
      <p:sp>
        <p:nvSpPr>
          <p:cNvPr id="13" name="Rectangle 12">
            <a:extLst>
              <a:ext uri="{FF2B5EF4-FFF2-40B4-BE49-F238E27FC236}">
                <a16:creationId xmlns:a16="http://schemas.microsoft.com/office/drawing/2014/main" id="{19C3AEE8-E236-8CEC-12A8-66D2EAC1DA1B}"/>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userDrawn="1">
            <p:ph type="title" hasCustomPrompt="1"/>
          </p:nvPr>
        </p:nvSpPr>
        <p:spPr>
          <a:xfrm>
            <a:off x="381000" y="490520"/>
            <a:ext cx="7354823" cy="430887"/>
          </a:xfrm>
        </p:spPr>
        <p:txBody>
          <a:bodyPr vert="horz" wrap="square" lIns="0" tIns="0" rIns="0" bIns="0" rtlCol="0" anchor="t" anchorCtr="0">
            <a:spAutoFit/>
          </a:bodyPr>
          <a:lstStyle>
            <a:lvl1pPr>
              <a:defRPr lang="en-IN"/>
            </a:lvl1pPr>
          </a:lstStyle>
          <a:p>
            <a:pPr lvl="0"/>
            <a:r>
              <a:rPr lang="en-US"/>
              <a:t>Click to edit Slide title style</a:t>
            </a:r>
            <a:endParaRPr lang="en-IN"/>
          </a:p>
        </p:txBody>
      </p:sp>
      <p:sp>
        <p:nvSpPr>
          <p:cNvPr id="8" name="Freeform 7">
            <a:extLst>
              <a:ext uri="{FF2B5EF4-FFF2-40B4-BE49-F238E27FC236}">
                <a16:creationId xmlns:a16="http://schemas.microsoft.com/office/drawing/2014/main" id="{162B88C2-8E7D-03D8-ED28-2F8D87670473}"/>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39655E0C-6A20-76D4-D840-DF48538BE76B}"/>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10" name="TextBox 9">
            <a:extLst>
              <a:ext uri="{FF2B5EF4-FFF2-40B4-BE49-F238E27FC236}">
                <a16:creationId xmlns:a16="http://schemas.microsoft.com/office/drawing/2014/main" id="{A85CDCF7-A1D9-20F1-4C65-EC2367D58B3C}"/>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4247209056"/>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Divider - Title &amp;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256D93-7F9F-CF82-A863-95C4C448C754}"/>
              </a:ext>
            </a:extLst>
          </p:cNvPr>
          <p:cNvSpPr/>
          <p:nvPr userDrawn="1"/>
        </p:nvSpPr>
        <p:spPr>
          <a:xfrm>
            <a:off x="-2" y="0"/>
            <a:ext cx="504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8" name="Rectangle 7">
            <a:extLst>
              <a:ext uri="{FF2B5EF4-FFF2-40B4-BE49-F238E27FC236}">
                <a16:creationId xmlns:a16="http://schemas.microsoft.com/office/drawing/2014/main" id="{9BB83914-2DC1-9D6E-AA6D-527BC8C56870}"/>
              </a:ext>
            </a:extLst>
          </p:cNvPr>
          <p:cNvSpPr/>
          <p:nvPr userDrawn="1"/>
        </p:nvSpPr>
        <p:spPr>
          <a:xfrm>
            <a:off x="-2"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5694962" y="2503714"/>
            <a:ext cx="4741810" cy="1231106"/>
          </a:xfrm>
        </p:spPr>
        <p:txBody>
          <a:bodyPr wrap="square">
            <a:spAutoFit/>
          </a:bodyPr>
          <a:lstStyle>
            <a:lvl1pPr>
              <a:defRPr sz="4000">
                <a:solidFill>
                  <a:schemeClr val="accent1"/>
                </a:solidFill>
              </a:defRPr>
            </a:lvl1pPr>
          </a:lstStyle>
          <a:p>
            <a:r>
              <a:rPr lang="en-US"/>
              <a:t>Click to Section title</a:t>
            </a:r>
            <a:endParaRPr lang="en-IN"/>
          </a:p>
        </p:txBody>
      </p:sp>
      <p:pic>
        <p:nvPicPr>
          <p:cNvPr id="4" name="Graphic 3">
            <a:extLst>
              <a:ext uri="{FF2B5EF4-FFF2-40B4-BE49-F238E27FC236}">
                <a16:creationId xmlns:a16="http://schemas.microsoft.com/office/drawing/2014/main" id="{D4449515-E9D3-1D0C-0B53-9100B5B235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000" y="5805288"/>
            <a:ext cx="1932000" cy="432000"/>
          </a:xfrm>
          <a:prstGeom prst="rect">
            <a:avLst/>
          </a:prstGeom>
        </p:spPr>
      </p:pic>
      <p:sp>
        <p:nvSpPr>
          <p:cNvPr id="6" name="Text Placeholder 5">
            <a:extLst>
              <a:ext uri="{FF2B5EF4-FFF2-40B4-BE49-F238E27FC236}">
                <a16:creationId xmlns:a16="http://schemas.microsoft.com/office/drawing/2014/main" id="{8DDC96E5-3781-70CB-38C0-0695B696FC2D}"/>
              </a:ext>
            </a:extLst>
          </p:cNvPr>
          <p:cNvSpPr>
            <a:spLocks noGrp="1"/>
          </p:cNvSpPr>
          <p:nvPr>
            <p:ph type="body" sz="quarter" idx="10"/>
          </p:nvPr>
        </p:nvSpPr>
        <p:spPr>
          <a:xfrm>
            <a:off x="5694363" y="4077287"/>
            <a:ext cx="4741862" cy="276999"/>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2548746785"/>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Divider - Title (top alig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256D93-7F9F-CF82-A863-95C4C448C754}"/>
              </a:ext>
            </a:extLst>
          </p:cNvPr>
          <p:cNvSpPr/>
          <p:nvPr userDrawn="1"/>
        </p:nvSpPr>
        <p:spPr>
          <a:xfrm>
            <a:off x="-2" y="0"/>
            <a:ext cx="504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8" name="Rectangle 7">
            <a:extLst>
              <a:ext uri="{FF2B5EF4-FFF2-40B4-BE49-F238E27FC236}">
                <a16:creationId xmlns:a16="http://schemas.microsoft.com/office/drawing/2014/main" id="{9BB83914-2DC1-9D6E-AA6D-527BC8C56870}"/>
              </a:ext>
            </a:extLst>
          </p:cNvPr>
          <p:cNvSpPr/>
          <p:nvPr userDrawn="1"/>
        </p:nvSpPr>
        <p:spPr>
          <a:xfrm>
            <a:off x="-2"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5694962" y="1268413"/>
            <a:ext cx="4181643" cy="1231106"/>
          </a:xfrm>
        </p:spPr>
        <p:txBody>
          <a:bodyPr/>
          <a:lstStyle>
            <a:lvl1pPr>
              <a:defRPr sz="4000">
                <a:solidFill>
                  <a:schemeClr val="accent1"/>
                </a:solidFill>
              </a:defRPr>
            </a:lvl1pPr>
          </a:lstStyle>
          <a:p>
            <a:r>
              <a:rPr lang="en-US"/>
              <a:t>Click to Section title</a:t>
            </a:r>
            <a:endParaRPr lang="en-IN"/>
          </a:p>
        </p:txBody>
      </p:sp>
      <p:pic>
        <p:nvPicPr>
          <p:cNvPr id="4" name="Graphic 3">
            <a:extLst>
              <a:ext uri="{FF2B5EF4-FFF2-40B4-BE49-F238E27FC236}">
                <a16:creationId xmlns:a16="http://schemas.microsoft.com/office/drawing/2014/main" id="{A479298E-1366-EF08-06CD-C63F9D4B54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000" y="5805288"/>
            <a:ext cx="1932000" cy="432000"/>
          </a:xfrm>
          <a:prstGeom prst="rect">
            <a:avLst/>
          </a:prstGeom>
        </p:spPr>
      </p:pic>
    </p:spTree>
    <p:extLst>
      <p:ext uri="{BB962C8B-B14F-4D97-AF65-F5344CB8AC3E}">
        <p14:creationId xmlns:p14="http://schemas.microsoft.com/office/powerpoint/2010/main" val="1142443961"/>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2E4AA84A-64E4-0652-5676-D5AF439ED5F8}"/>
              </a:ext>
            </a:extLst>
          </p:cNvPr>
          <p:cNvCxnSpPr>
            <a:cxnSpLocks/>
            <a:endCxn id="12" idx="1"/>
          </p:cNvCxnSpPr>
          <p:nvPr userDrawn="1"/>
        </p:nvCxnSpPr>
        <p:spPr>
          <a:xfrm>
            <a:off x="0" y="5224019"/>
            <a:ext cx="5414696" cy="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027B31F4-EE6A-984F-6762-17DE9ED383D1}"/>
              </a:ext>
            </a:extLst>
          </p:cNvPr>
          <p:cNvGrpSpPr/>
          <p:nvPr userDrawn="1"/>
        </p:nvGrpSpPr>
        <p:grpSpPr>
          <a:xfrm>
            <a:off x="8199986" y="4074172"/>
            <a:ext cx="3725577" cy="2783828"/>
            <a:chOff x="1791287" y="2277001"/>
            <a:chExt cx="1080000" cy="80699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6" name="Freeform: Shape 5">
              <a:extLst>
                <a:ext uri="{FF2B5EF4-FFF2-40B4-BE49-F238E27FC236}">
                  <a16:creationId xmlns:a16="http://schemas.microsoft.com/office/drawing/2014/main" id="{C2ED0689-8483-EE34-14FA-AF285CC49961}"/>
                </a:ext>
              </a:extLst>
            </p:cNvPr>
            <p:cNvSpPr/>
            <p:nvPr/>
          </p:nvSpPr>
          <p:spPr>
            <a:xfrm>
              <a:off x="1791287" y="2277001"/>
              <a:ext cx="1080000" cy="539999"/>
            </a:xfrm>
            <a:custGeom>
              <a:avLst/>
              <a:gdLst>
                <a:gd name="connsiteX0" fmla="*/ 540000 w 1080000"/>
                <a:gd name="connsiteY0" fmla="*/ 0 h 539999"/>
                <a:gd name="connsiteX1" fmla="*/ 1069029 w 1080000"/>
                <a:gd name="connsiteY1" fmla="*/ 431171 h 539999"/>
                <a:gd name="connsiteX2" fmla="*/ 1080000 w 1080000"/>
                <a:gd name="connsiteY2" fmla="*/ 539999 h 539999"/>
                <a:gd name="connsiteX3" fmla="*/ 0 w 1080000"/>
                <a:gd name="connsiteY3" fmla="*/ 539999 h 539999"/>
                <a:gd name="connsiteX4" fmla="*/ 10971 w 1080000"/>
                <a:gd name="connsiteY4" fmla="*/ 431171 h 539999"/>
                <a:gd name="connsiteX5" fmla="*/ 540000 w 1080000"/>
                <a:gd name="connsiteY5" fmla="*/ 0 h 5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0000" h="539999">
                  <a:moveTo>
                    <a:pt x="540000" y="0"/>
                  </a:moveTo>
                  <a:cubicBezTo>
                    <a:pt x="800955" y="0"/>
                    <a:pt x="1018676" y="185102"/>
                    <a:pt x="1069029" y="431171"/>
                  </a:cubicBezTo>
                  <a:lnTo>
                    <a:pt x="1080000" y="539999"/>
                  </a:lnTo>
                  <a:lnTo>
                    <a:pt x="0" y="539999"/>
                  </a:lnTo>
                  <a:lnTo>
                    <a:pt x="10971" y="431171"/>
                  </a:lnTo>
                  <a:cubicBezTo>
                    <a:pt x="61324" y="185102"/>
                    <a:pt x="279045" y="0"/>
                    <a:pt x="5400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a:p>
          </p:txBody>
        </p:sp>
        <p:sp>
          <p:nvSpPr>
            <p:cNvPr id="10" name="Rectangle 9">
              <a:extLst>
                <a:ext uri="{FF2B5EF4-FFF2-40B4-BE49-F238E27FC236}">
                  <a16:creationId xmlns:a16="http://schemas.microsoft.com/office/drawing/2014/main" id="{EC32F83D-0044-B085-010D-DCB9B7EA593E}"/>
                </a:ext>
              </a:extLst>
            </p:cNvPr>
            <p:cNvSpPr/>
            <p:nvPr/>
          </p:nvSpPr>
          <p:spPr>
            <a:xfrm>
              <a:off x="1791287" y="2813999"/>
              <a:ext cx="1080000" cy="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a:p>
          </p:txBody>
        </p:sp>
      </p:grpSp>
      <p:sp>
        <p:nvSpPr>
          <p:cNvPr id="16" name="Picture Placeholder 14">
            <a:extLst>
              <a:ext uri="{FF2B5EF4-FFF2-40B4-BE49-F238E27FC236}">
                <a16:creationId xmlns:a16="http://schemas.microsoft.com/office/drawing/2014/main" id="{07E7B029-F3B7-0289-4957-FFE497940C36}"/>
              </a:ext>
            </a:extLst>
          </p:cNvPr>
          <p:cNvSpPr>
            <a:spLocks noGrp="1"/>
          </p:cNvSpPr>
          <p:nvPr>
            <p:ph type="pic" sz="quarter" idx="14"/>
          </p:nvPr>
        </p:nvSpPr>
        <p:spPr>
          <a:xfrm>
            <a:off x="7800000" y="3114000"/>
            <a:ext cx="4392000" cy="3744000"/>
          </a:xfrm>
        </p:spPr>
        <p:txBody>
          <a:bodyPr/>
          <a:lstStyle/>
          <a:p>
            <a:endParaRPr lang="en-IN"/>
          </a:p>
        </p:txBody>
      </p:sp>
      <p:sp>
        <p:nvSpPr>
          <p:cNvPr id="9" name="Rectangle 8">
            <a:extLst>
              <a:ext uri="{FF2B5EF4-FFF2-40B4-BE49-F238E27FC236}">
                <a16:creationId xmlns:a16="http://schemas.microsoft.com/office/drawing/2014/main" id="{C3FEE221-2DF4-0CA9-E534-9A2B0F83B56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772770" y="974440"/>
            <a:ext cx="7796186" cy="369332"/>
          </a:xfrm>
        </p:spPr>
        <p:txBody>
          <a:bodyPr anchor="t" anchorCtr="0"/>
          <a:lstStyle>
            <a:lvl1pPr>
              <a:lnSpc>
                <a:spcPct val="100000"/>
              </a:lnSpc>
              <a:spcAft>
                <a:spcPts val="600"/>
              </a:spcAft>
              <a:defRPr sz="2400" b="0">
                <a:solidFill>
                  <a:schemeClr val="tx1"/>
                </a:solidFill>
              </a:defRPr>
            </a:lvl1pPr>
          </a:lstStyle>
          <a:p>
            <a:r>
              <a:rPr lang="en-US"/>
              <a:t>Click to edit Quote text</a:t>
            </a:r>
            <a:endParaRPr lang="en-IN"/>
          </a:p>
        </p:txBody>
      </p:sp>
      <p:sp>
        <p:nvSpPr>
          <p:cNvPr id="12" name="Text Placeholder 7">
            <a:extLst>
              <a:ext uri="{FF2B5EF4-FFF2-40B4-BE49-F238E27FC236}">
                <a16:creationId xmlns:a16="http://schemas.microsoft.com/office/drawing/2014/main" id="{DBFBFB14-02C3-927B-A0B4-FC51A56AC10E}"/>
              </a:ext>
            </a:extLst>
          </p:cNvPr>
          <p:cNvSpPr>
            <a:spLocks noGrp="1"/>
          </p:cNvSpPr>
          <p:nvPr>
            <p:ph type="body" sz="quarter" idx="13" hasCustomPrompt="1"/>
          </p:nvPr>
        </p:nvSpPr>
        <p:spPr>
          <a:xfrm>
            <a:off x="5414696" y="5085520"/>
            <a:ext cx="2218657" cy="276999"/>
          </a:xfrm>
          <a:prstGeom prst="rect">
            <a:avLst/>
          </a:prstGeom>
          <a:solidFill>
            <a:schemeClr val="bg1"/>
          </a:solidFill>
        </p:spPr>
        <p:txBody>
          <a:bodyPr wrap="none" lIns="108000" rIns="108000"/>
          <a:lstStyle>
            <a:lvl1pPr marL="0" indent="0" algn="l" defTabSz="914400" rtl="0" eaLnBrk="1" latinLnBrk="0" hangingPunct="1">
              <a:lnSpc>
                <a:spcPct val="100000"/>
              </a:lnSpc>
              <a:spcBef>
                <a:spcPts val="0"/>
              </a:spcBef>
              <a:spcAft>
                <a:spcPts val="300"/>
              </a:spcAft>
              <a:buFont typeface="Arial" panose="020B0604020202020204" pitchFamily="34" charset="0"/>
              <a:buNone/>
              <a:defRPr lang="en-US" sz="1800" b="1" kern="1200" dirty="0" smtClean="0">
                <a:solidFill>
                  <a:schemeClr val="accent1"/>
                </a:solidFill>
                <a:latin typeface="+mn-lt"/>
                <a:ea typeface="+mn-ea"/>
                <a:cs typeface="Poppins Medium" panose="00000600000000000000" pitchFamily="2" charset="0"/>
              </a:defRPr>
            </a:lvl1pPr>
          </a:lstStyle>
          <a:p>
            <a:pPr lvl="0"/>
            <a:r>
              <a:rPr lang="en-US"/>
              <a:t>Click to edit Name</a:t>
            </a:r>
          </a:p>
        </p:txBody>
      </p:sp>
      <p:grpSp>
        <p:nvGrpSpPr>
          <p:cNvPr id="22" name="Group 21">
            <a:extLst>
              <a:ext uri="{FF2B5EF4-FFF2-40B4-BE49-F238E27FC236}">
                <a16:creationId xmlns:a16="http://schemas.microsoft.com/office/drawing/2014/main" id="{9680EDEE-FECB-6C2C-FD7A-69A6E85CC91A}"/>
              </a:ext>
            </a:extLst>
          </p:cNvPr>
          <p:cNvGrpSpPr>
            <a:grpSpLocks noChangeAspect="1"/>
          </p:cNvGrpSpPr>
          <p:nvPr userDrawn="1"/>
        </p:nvGrpSpPr>
        <p:grpSpPr>
          <a:xfrm>
            <a:off x="772772" y="407144"/>
            <a:ext cx="453629" cy="360000"/>
            <a:chOff x="1046150" y="843200"/>
            <a:chExt cx="562500" cy="446400"/>
          </a:xfrm>
          <a:solidFill>
            <a:schemeClr val="accent2"/>
          </a:solidFill>
        </p:grpSpPr>
        <p:sp>
          <p:nvSpPr>
            <p:cNvPr id="23" name="Freeform: Shape 22">
              <a:extLst>
                <a:ext uri="{FF2B5EF4-FFF2-40B4-BE49-F238E27FC236}">
                  <a16:creationId xmlns:a16="http://schemas.microsoft.com/office/drawing/2014/main" id="{6F839731-86DD-7742-F7B2-4E15E4C9E63E}"/>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3B32362D-0537-BE35-BABF-0C5A09765A72}"/>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grpSp>
        <p:nvGrpSpPr>
          <p:cNvPr id="3" name="Group 2">
            <a:extLst>
              <a:ext uri="{FF2B5EF4-FFF2-40B4-BE49-F238E27FC236}">
                <a16:creationId xmlns:a16="http://schemas.microsoft.com/office/drawing/2014/main" id="{CB2EDDF3-6B11-D022-09D7-A8B101A2AD3B}"/>
              </a:ext>
            </a:extLst>
          </p:cNvPr>
          <p:cNvGrpSpPr/>
          <p:nvPr userDrawn="1"/>
        </p:nvGrpSpPr>
        <p:grpSpPr>
          <a:xfrm>
            <a:off x="0" y="6465881"/>
            <a:ext cx="1628676" cy="392119"/>
            <a:chOff x="0" y="6465881"/>
            <a:chExt cx="1628676" cy="392119"/>
          </a:xfrm>
        </p:grpSpPr>
        <p:sp>
          <p:nvSpPr>
            <p:cNvPr id="4" name="Freeform: Shape 3">
              <a:extLst>
                <a:ext uri="{FF2B5EF4-FFF2-40B4-BE49-F238E27FC236}">
                  <a16:creationId xmlns:a16="http://schemas.microsoft.com/office/drawing/2014/main" id="{59AF7609-526C-C5DF-8103-8CC46282AE48}"/>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7" name="Graphic 6">
              <a:extLst>
                <a:ext uri="{FF2B5EF4-FFF2-40B4-BE49-F238E27FC236}">
                  <a16:creationId xmlns:a16="http://schemas.microsoft.com/office/drawing/2014/main" id="{348E13B2-219C-F49A-2027-EDB3BBE313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D127D7D6-EE9C-B535-1CD6-4E722F2A0704}"/>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1211880750"/>
      </p:ext>
    </p:extLst>
  </p:cSld>
  <p:clrMapOvr>
    <a:masterClrMapping/>
  </p:clrMapOvr>
  <p:extLst>
    <p:ext uri="{DCECCB84-F9BA-43D5-87BE-67443E8EF086}">
      <p15:sldGuideLst xmlns:p15="http://schemas.microsoft.com/office/powerpoint/2012/main">
        <p15:guide id="1" orient="horz" pos="799">
          <p15:clr>
            <a:srgbClr val="FBAE40"/>
          </p15:clr>
        </p15:guide>
        <p15:guide id="2" pos="619">
          <p15:clr>
            <a:srgbClr val="FBAE40"/>
          </p15:clr>
        </p15:guide>
        <p15:guide id="3"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Quote - multip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FA9A1BB-560F-BFEA-B3B7-48EB1394CB8F}"/>
              </a:ext>
            </a:extLst>
          </p:cNvPr>
          <p:cNvGrpSpPr>
            <a:grpSpLocks noChangeAspect="1"/>
          </p:cNvGrpSpPr>
          <p:nvPr userDrawn="1"/>
        </p:nvGrpSpPr>
        <p:grpSpPr>
          <a:xfrm flipH="1" flipV="1">
            <a:off x="7989770" y="5661708"/>
            <a:ext cx="1905240" cy="1512000"/>
            <a:chOff x="5857875" y="3241547"/>
            <a:chExt cx="476250" cy="377952"/>
          </a:xfrm>
          <a:solidFill>
            <a:schemeClr val="bg2"/>
          </a:solidFill>
        </p:grpSpPr>
        <p:sp>
          <p:nvSpPr>
            <p:cNvPr id="3" name="Freeform: Shape 2">
              <a:extLst>
                <a:ext uri="{FF2B5EF4-FFF2-40B4-BE49-F238E27FC236}">
                  <a16:creationId xmlns:a16="http://schemas.microsoft.com/office/drawing/2014/main" id="{D4240CBC-528B-F1B6-42AD-3DD599FB12DA}"/>
                </a:ext>
              </a:extLst>
            </p:cNvPr>
            <p:cNvSpPr/>
            <p:nvPr/>
          </p:nvSpPr>
          <p:spPr>
            <a:xfrm>
              <a:off x="614362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sp>
          <p:nvSpPr>
            <p:cNvPr id="4" name="Freeform: Shape 3">
              <a:extLst>
                <a:ext uri="{FF2B5EF4-FFF2-40B4-BE49-F238E27FC236}">
                  <a16:creationId xmlns:a16="http://schemas.microsoft.com/office/drawing/2014/main" id="{6ABB51E5-0DC9-BE3F-64C7-6435C5B48D15}"/>
                </a:ext>
              </a:extLst>
            </p:cNvPr>
            <p:cNvSpPr/>
            <p:nvPr/>
          </p:nvSpPr>
          <p:spPr>
            <a:xfrm>
              <a:off x="585787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grpSp>
      <p:grpSp>
        <p:nvGrpSpPr>
          <p:cNvPr id="5" name="Group 4">
            <a:extLst>
              <a:ext uri="{FF2B5EF4-FFF2-40B4-BE49-F238E27FC236}">
                <a16:creationId xmlns:a16="http://schemas.microsoft.com/office/drawing/2014/main" id="{E4537068-3DBC-2ABF-06D5-EDB383F702A6}"/>
              </a:ext>
            </a:extLst>
          </p:cNvPr>
          <p:cNvGrpSpPr>
            <a:grpSpLocks noChangeAspect="1"/>
          </p:cNvGrpSpPr>
          <p:nvPr userDrawn="1"/>
        </p:nvGrpSpPr>
        <p:grpSpPr>
          <a:xfrm>
            <a:off x="1088431" y="-200610"/>
            <a:ext cx="1224797" cy="972000"/>
            <a:chOff x="5857875" y="3241547"/>
            <a:chExt cx="476250" cy="377952"/>
          </a:xfrm>
          <a:solidFill>
            <a:schemeClr val="accent2"/>
          </a:solidFill>
        </p:grpSpPr>
        <p:sp>
          <p:nvSpPr>
            <p:cNvPr id="6" name="Freeform: Shape 5">
              <a:extLst>
                <a:ext uri="{FF2B5EF4-FFF2-40B4-BE49-F238E27FC236}">
                  <a16:creationId xmlns:a16="http://schemas.microsoft.com/office/drawing/2014/main" id="{3CAB4B3E-CE37-E8F6-7910-9997F43F55FB}"/>
                </a:ext>
              </a:extLst>
            </p:cNvPr>
            <p:cNvSpPr/>
            <p:nvPr/>
          </p:nvSpPr>
          <p:spPr>
            <a:xfrm>
              <a:off x="614362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0C840ECF-0D42-47CD-BF64-6C6082CF5B8E}"/>
                </a:ext>
              </a:extLst>
            </p:cNvPr>
            <p:cNvSpPr/>
            <p:nvPr/>
          </p:nvSpPr>
          <p:spPr>
            <a:xfrm>
              <a:off x="5857875" y="3241547"/>
              <a:ext cx="190500" cy="377952"/>
            </a:xfrm>
            <a:custGeom>
              <a:avLst/>
              <a:gdLst>
                <a:gd name="connsiteX0" fmla="*/ 190500 w 190500"/>
                <a:gd name="connsiteY0" fmla="*/ 377952 h 377952"/>
                <a:gd name="connsiteX1" fmla="*/ 190500 w 190500"/>
                <a:gd name="connsiteY1" fmla="*/ 187452 h 377952"/>
                <a:gd name="connsiteX2" fmla="*/ 81820 w 190500"/>
                <a:gd name="connsiteY2" fmla="*/ 187452 h 377952"/>
                <a:gd name="connsiteX3" fmla="*/ 190500 w 190500"/>
                <a:gd name="connsiteY3" fmla="*/ 81725 h 377952"/>
                <a:gd name="connsiteX4" fmla="*/ 190500 w 190500"/>
                <a:gd name="connsiteY4" fmla="*/ 0 h 377952"/>
                <a:gd name="connsiteX5" fmla="*/ 0 w 190500"/>
                <a:gd name="connsiteY5" fmla="*/ 187452 h 377952"/>
                <a:gd name="connsiteX6" fmla="*/ 0 w 190500"/>
                <a:gd name="connsiteY6" fmla="*/ 187452 h 377952"/>
                <a:gd name="connsiteX7" fmla="*/ 0 w 190500"/>
                <a:gd name="connsiteY7" fmla="*/ 377952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190500" y="377952"/>
                  </a:moveTo>
                  <a:lnTo>
                    <a:pt x="190500" y="187452"/>
                  </a:lnTo>
                  <a:lnTo>
                    <a:pt x="81820" y="187452"/>
                  </a:lnTo>
                  <a:cubicBezTo>
                    <a:pt x="83469" y="128608"/>
                    <a:pt x="131633" y="81753"/>
                    <a:pt x="190500" y="81725"/>
                  </a:cubicBezTo>
                  <a:lnTo>
                    <a:pt x="190500" y="0"/>
                  </a:lnTo>
                  <a:cubicBezTo>
                    <a:pt x="86469" y="-13"/>
                    <a:pt x="1665" y="83434"/>
                    <a:pt x="0" y="187452"/>
                  </a:cubicBezTo>
                  <a:lnTo>
                    <a:pt x="0" y="187452"/>
                  </a:lnTo>
                  <a:lnTo>
                    <a:pt x="0" y="377952"/>
                  </a:lnTo>
                  <a:close/>
                </a:path>
              </a:pathLst>
            </a:custGeom>
            <a:grp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12624426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gradient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A014417-5A7B-70DA-9FBE-82655CAED78C}"/>
              </a:ext>
            </a:extLst>
          </p:cNvPr>
          <p:cNvSpPr/>
          <p:nvPr userDrawn="1"/>
        </p:nvSpPr>
        <p:spPr>
          <a:xfrm>
            <a:off x="-2" y="0"/>
            <a:ext cx="12192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9" name="Rectangle 8">
            <a:extLst>
              <a:ext uri="{FF2B5EF4-FFF2-40B4-BE49-F238E27FC236}">
                <a16:creationId xmlns:a16="http://schemas.microsoft.com/office/drawing/2014/main" id="{C3FEE221-2DF4-0CA9-E534-9A2B0F83B56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7">
            <a:extLst>
              <a:ext uri="{FF2B5EF4-FFF2-40B4-BE49-F238E27FC236}">
                <a16:creationId xmlns:a16="http://schemas.microsoft.com/office/drawing/2014/main" id="{DB1A2C30-562D-9DBE-8CA9-83C6A30F52BC}"/>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lide Number Placeholder 3">
            <a:extLst>
              <a:ext uri="{FF2B5EF4-FFF2-40B4-BE49-F238E27FC236}">
                <a16:creationId xmlns:a16="http://schemas.microsoft.com/office/drawing/2014/main" id="{277A89C7-E0D7-7704-C905-7B1C8FA49B1C}"/>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4" name="TextBox 3">
            <a:extLst>
              <a:ext uri="{FF2B5EF4-FFF2-40B4-BE49-F238E27FC236}">
                <a16:creationId xmlns:a16="http://schemas.microsoft.com/office/drawing/2014/main" id="{5DD2740D-8629-C241-C329-FB62CC17FBBB}"/>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6" name="TextBox 5">
            <a:extLst>
              <a:ext uri="{FF2B5EF4-FFF2-40B4-BE49-F238E27FC236}">
                <a16:creationId xmlns:a16="http://schemas.microsoft.com/office/drawing/2014/main" id="{F4F3F7A0-9F48-2C9E-1142-C2E720F60E2A}"/>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844609516"/>
      </p:ext>
    </p:extLst>
  </p:cSld>
  <p:clrMapOvr>
    <a:masterClrMapping/>
  </p:clrMapOvr>
  <p:extLst>
    <p:ext uri="{DCECCB84-F9BA-43D5-87BE-67443E8EF086}">
      <p15:sldGuideLst xmlns:p15="http://schemas.microsoft.com/office/powerpoint/2012/main">
        <p15:guide id="1" orient="horz" pos="799">
          <p15:clr>
            <a:srgbClr val="FBAE40"/>
          </p15:clr>
        </p15:guide>
        <p15:guide id="2" pos="619">
          <p15:clr>
            <a:srgbClr val="FBAE40"/>
          </p15:clr>
        </p15:guide>
        <p15:guide id="3"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Style 1) - Full gradient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3F25D4-C5D3-CCEF-EF34-80B7B4EBEE8A}"/>
              </a:ext>
            </a:extLst>
          </p:cNvPr>
          <p:cNvSpPr/>
          <p:nvPr userDrawn="1"/>
        </p:nvSpPr>
        <p:spPr>
          <a:xfrm>
            <a:off x="-2" y="0"/>
            <a:ext cx="12192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4" name="Rectangle 3">
            <a:extLst>
              <a:ext uri="{FF2B5EF4-FFF2-40B4-BE49-F238E27FC236}">
                <a16:creationId xmlns:a16="http://schemas.microsoft.com/office/drawing/2014/main" id="{0FAEB5CC-E67E-0626-AD1C-6B062ADC04E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bg1"/>
                </a:solidFill>
              </a:defRPr>
            </a:lvl1pPr>
          </a:lstStyle>
          <a:p>
            <a:r>
              <a:rPr lang="en-GB"/>
              <a:t>Click to edit Master title style</a:t>
            </a:r>
            <a:endParaRPr lang="en-IN"/>
          </a:p>
        </p:txBody>
      </p:sp>
      <p:grpSp>
        <p:nvGrpSpPr>
          <p:cNvPr id="5" name="Group 4">
            <a:extLst>
              <a:ext uri="{FF2B5EF4-FFF2-40B4-BE49-F238E27FC236}">
                <a16:creationId xmlns:a16="http://schemas.microsoft.com/office/drawing/2014/main" id="{316CE3FC-20F9-C272-D84D-88AA7E915439}"/>
              </a:ext>
            </a:extLst>
          </p:cNvPr>
          <p:cNvGrpSpPr/>
          <p:nvPr userDrawn="1"/>
        </p:nvGrpSpPr>
        <p:grpSpPr>
          <a:xfrm>
            <a:off x="0" y="6465881"/>
            <a:ext cx="1628676" cy="392119"/>
            <a:chOff x="0" y="6465881"/>
            <a:chExt cx="1628676" cy="392119"/>
          </a:xfrm>
        </p:grpSpPr>
        <p:sp>
          <p:nvSpPr>
            <p:cNvPr id="6" name="Freeform: Shape 5">
              <a:extLst>
                <a:ext uri="{FF2B5EF4-FFF2-40B4-BE49-F238E27FC236}">
                  <a16:creationId xmlns:a16="http://schemas.microsoft.com/office/drawing/2014/main" id="{36970651-997A-1430-EB2B-28BF25A97FA8}"/>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7" name="Graphic 6">
              <a:extLst>
                <a:ext uri="{FF2B5EF4-FFF2-40B4-BE49-F238E27FC236}">
                  <a16:creationId xmlns:a16="http://schemas.microsoft.com/office/drawing/2014/main" id="{D82E3115-8479-BE33-EE41-868A0C74CD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Freeform 7">
            <a:extLst>
              <a:ext uri="{FF2B5EF4-FFF2-40B4-BE49-F238E27FC236}">
                <a16:creationId xmlns:a16="http://schemas.microsoft.com/office/drawing/2014/main" id="{E75287E9-D3B9-1C18-3F35-466195B66463}"/>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A08797AB-7CA9-9C38-5FD0-C4B79A64FE9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10" name="TextBox 9">
            <a:extLst>
              <a:ext uri="{FF2B5EF4-FFF2-40B4-BE49-F238E27FC236}">
                <a16:creationId xmlns:a16="http://schemas.microsoft.com/office/drawing/2014/main" id="{3DA2B7C9-6925-F719-99FD-F78B01480669}"/>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11" name="TextBox 10">
            <a:extLst>
              <a:ext uri="{FF2B5EF4-FFF2-40B4-BE49-F238E27FC236}">
                <a16:creationId xmlns:a16="http://schemas.microsoft.com/office/drawing/2014/main" id="{FF9BE1C3-EF81-C0F4-83F8-51CB0E018A68}"/>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42151948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only (Style 1) - Full image 1">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32B3836-FA69-4704-3F4C-35958CB9A904}"/>
              </a:ext>
            </a:extLst>
          </p:cNvPr>
          <p:cNvPicPr>
            <a:picLocks noChangeAspect="1"/>
          </p:cNvPicPr>
          <p:nvPr userDrawn="1"/>
        </p:nvPicPr>
        <p:blipFill>
          <a:blip r:embed="rId2">
            <a:extLst>
              <a:ext uri="{28A0092B-C50C-407E-A947-70E740481C1C}">
                <a14:useLocalDpi xmlns:a14="http://schemas.microsoft.com/office/drawing/2010/main" val="0"/>
              </a:ext>
            </a:extLst>
          </a:blip>
          <a:srcRect r="355"/>
          <a:stretch>
            <a:fillRect/>
          </a:stretch>
        </p:blipFill>
        <p:spPr>
          <a:xfrm>
            <a:off x="0" y="0"/>
            <a:ext cx="12191998" cy="6858000"/>
          </a:xfrm>
          <a:prstGeom prst="rect">
            <a:avLst/>
          </a:prstGeom>
        </p:spPr>
      </p:pic>
      <p:sp>
        <p:nvSpPr>
          <p:cNvPr id="3" name="Rectangle 2">
            <a:extLst>
              <a:ext uri="{FF2B5EF4-FFF2-40B4-BE49-F238E27FC236}">
                <a16:creationId xmlns:a16="http://schemas.microsoft.com/office/drawing/2014/main" id="{FB3F25D4-C5D3-CCEF-EF34-80B7B4EBEE8A}"/>
              </a:ext>
            </a:extLst>
          </p:cNvPr>
          <p:cNvSpPr/>
          <p:nvPr userDrawn="1"/>
        </p:nvSpPr>
        <p:spPr>
          <a:xfrm>
            <a:off x="-2" y="0"/>
            <a:ext cx="12192000" cy="6858000"/>
          </a:xfrm>
          <a:prstGeom prst="rect">
            <a:avLst/>
          </a:prstGeom>
          <a:gradFill>
            <a:gsLst>
              <a:gs pos="90000">
                <a:schemeClr val="accent2">
                  <a:alpha val="70000"/>
                </a:schemeClr>
              </a:gs>
              <a:gs pos="9000">
                <a:schemeClr val="accent1">
                  <a:lumMod val="50000"/>
                  <a:alpha val="97000"/>
                </a:schemeClr>
              </a:gs>
              <a:gs pos="50000">
                <a:schemeClr val="accent1">
                  <a:alpha val="86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a:p>
        </p:txBody>
      </p:sp>
      <p:sp>
        <p:nvSpPr>
          <p:cNvPr id="4" name="Rectangle 3">
            <a:extLst>
              <a:ext uri="{FF2B5EF4-FFF2-40B4-BE49-F238E27FC236}">
                <a16:creationId xmlns:a16="http://schemas.microsoft.com/office/drawing/2014/main" id="{0FAEB5CC-E67E-0626-AD1C-6B062ADC04E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bg1"/>
                </a:solidFill>
              </a:defRPr>
            </a:lvl1pPr>
          </a:lstStyle>
          <a:p>
            <a:r>
              <a:rPr lang="en-GB"/>
              <a:t>Click to edit Master title style</a:t>
            </a:r>
            <a:endParaRPr lang="en-IN"/>
          </a:p>
        </p:txBody>
      </p:sp>
      <p:grpSp>
        <p:nvGrpSpPr>
          <p:cNvPr id="5" name="Group 4">
            <a:extLst>
              <a:ext uri="{FF2B5EF4-FFF2-40B4-BE49-F238E27FC236}">
                <a16:creationId xmlns:a16="http://schemas.microsoft.com/office/drawing/2014/main" id="{316CE3FC-20F9-C272-D84D-88AA7E915439}"/>
              </a:ext>
            </a:extLst>
          </p:cNvPr>
          <p:cNvGrpSpPr/>
          <p:nvPr userDrawn="1"/>
        </p:nvGrpSpPr>
        <p:grpSpPr>
          <a:xfrm>
            <a:off x="0" y="6465881"/>
            <a:ext cx="1628676" cy="392119"/>
            <a:chOff x="0" y="6465881"/>
            <a:chExt cx="1628676" cy="392119"/>
          </a:xfrm>
        </p:grpSpPr>
        <p:sp>
          <p:nvSpPr>
            <p:cNvPr id="6" name="Freeform: Shape 5">
              <a:extLst>
                <a:ext uri="{FF2B5EF4-FFF2-40B4-BE49-F238E27FC236}">
                  <a16:creationId xmlns:a16="http://schemas.microsoft.com/office/drawing/2014/main" id="{36970651-997A-1430-EB2B-28BF25A97FA8}"/>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7" name="Graphic 6">
              <a:extLst>
                <a:ext uri="{FF2B5EF4-FFF2-40B4-BE49-F238E27FC236}">
                  <a16:creationId xmlns:a16="http://schemas.microsoft.com/office/drawing/2014/main" id="{D82E3115-8479-BE33-EE41-868A0C74CD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616" y="6605313"/>
              <a:ext cx="740603" cy="165600"/>
            </a:xfrm>
            <a:prstGeom prst="rect">
              <a:avLst/>
            </a:prstGeom>
          </p:spPr>
        </p:pic>
      </p:grpSp>
      <p:sp>
        <p:nvSpPr>
          <p:cNvPr id="8" name="Freeform 7">
            <a:extLst>
              <a:ext uri="{FF2B5EF4-FFF2-40B4-BE49-F238E27FC236}">
                <a16:creationId xmlns:a16="http://schemas.microsoft.com/office/drawing/2014/main" id="{E75287E9-D3B9-1C18-3F35-466195B66463}"/>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A08797AB-7CA9-9C38-5FD0-C4B79A64FE9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10" name="TextBox 9">
            <a:extLst>
              <a:ext uri="{FF2B5EF4-FFF2-40B4-BE49-F238E27FC236}">
                <a16:creationId xmlns:a16="http://schemas.microsoft.com/office/drawing/2014/main" id="{3DA2B7C9-6925-F719-99FD-F78B01480669}"/>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11" name="TextBox 10">
            <a:extLst>
              <a:ext uri="{FF2B5EF4-FFF2-40B4-BE49-F238E27FC236}">
                <a16:creationId xmlns:a16="http://schemas.microsoft.com/office/drawing/2014/main" id="{FF9BE1C3-EF81-C0F4-83F8-51CB0E018A68}"/>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25713986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only (Style 1) - Full image 2">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32B3836-FA69-4704-3F4C-35958CB9A904}"/>
              </a:ext>
            </a:extLst>
          </p:cNvPr>
          <p:cNvPicPr>
            <a:picLocks noChangeAspect="1"/>
          </p:cNvPicPr>
          <p:nvPr userDrawn="1"/>
        </p:nvPicPr>
        <p:blipFill>
          <a:blip r:embed="rId2">
            <a:duotone>
              <a:schemeClr val="bg2">
                <a:shade val="45000"/>
                <a:satMod val="135000"/>
              </a:schemeClr>
              <a:prstClr val="white"/>
            </a:duotone>
            <a:alphaModFix amt="28000"/>
            <a:extLst>
              <a:ext uri="{28A0092B-C50C-407E-A947-70E740481C1C}">
                <a14:useLocalDpi xmlns:a14="http://schemas.microsoft.com/office/drawing/2010/main" val="0"/>
              </a:ext>
            </a:extLst>
          </a:blip>
          <a:srcRect r="355"/>
          <a:stretch>
            <a:fillRect/>
          </a:stretch>
        </p:blipFill>
        <p:spPr>
          <a:xfrm>
            <a:off x="0" y="0"/>
            <a:ext cx="12191998" cy="6858000"/>
          </a:xfrm>
          <a:prstGeom prst="rect">
            <a:avLst/>
          </a:prstGeom>
        </p:spPr>
      </p:pic>
      <p:sp>
        <p:nvSpPr>
          <p:cNvPr id="4" name="Rectangle 3">
            <a:extLst>
              <a:ext uri="{FF2B5EF4-FFF2-40B4-BE49-F238E27FC236}">
                <a16:creationId xmlns:a16="http://schemas.microsoft.com/office/drawing/2014/main" id="{0FAEB5CC-E67E-0626-AD1C-6B062ADC04E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accent1"/>
                </a:solidFill>
              </a:defRPr>
            </a:lvl1pPr>
          </a:lstStyle>
          <a:p>
            <a:r>
              <a:rPr lang="en-GB"/>
              <a:t>Click to edit Master title style</a:t>
            </a:r>
            <a:endParaRPr lang="en-IN"/>
          </a:p>
        </p:txBody>
      </p:sp>
      <p:grpSp>
        <p:nvGrpSpPr>
          <p:cNvPr id="20" name="Group 19">
            <a:extLst>
              <a:ext uri="{FF2B5EF4-FFF2-40B4-BE49-F238E27FC236}">
                <a16:creationId xmlns:a16="http://schemas.microsoft.com/office/drawing/2014/main" id="{68E8DC13-C499-041D-2329-99C8801F4742}"/>
              </a:ext>
            </a:extLst>
          </p:cNvPr>
          <p:cNvGrpSpPr/>
          <p:nvPr userDrawn="1"/>
        </p:nvGrpSpPr>
        <p:grpSpPr>
          <a:xfrm>
            <a:off x="0" y="6465881"/>
            <a:ext cx="1628676" cy="392119"/>
            <a:chOff x="0" y="6465881"/>
            <a:chExt cx="1628676" cy="392119"/>
          </a:xfrm>
        </p:grpSpPr>
        <p:sp>
          <p:nvSpPr>
            <p:cNvPr id="21" name="Freeform: Shape 20">
              <a:extLst>
                <a:ext uri="{FF2B5EF4-FFF2-40B4-BE49-F238E27FC236}">
                  <a16:creationId xmlns:a16="http://schemas.microsoft.com/office/drawing/2014/main" id="{E446280A-2A24-E172-E7E0-D50E5DFC1DF2}"/>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22" name="Graphic 21">
              <a:extLst>
                <a:ext uri="{FF2B5EF4-FFF2-40B4-BE49-F238E27FC236}">
                  <a16:creationId xmlns:a16="http://schemas.microsoft.com/office/drawing/2014/main" id="{503BD294-8702-9BAF-D15E-8D15100703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616" y="6605313"/>
              <a:ext cx="740603" cy="165600"/>
            </a:xfrm>
            <a:prstGeom prst="rect">
              <a:avLst/>
            </a:prstGeom>
          </p:spPr>
        </p:pic>
      </p:grpSp>
      <p:sp>
        <p:nvSpPr>
          <p:cNvPr id="23" name="Freeform 7">
            <a:extLst>
              <a:ext uri="{FF2B5EF4-FFF2-40B4-BE49-F238E27FC236}">
                <a16:creationId xmlns:a16="http://schemas.microsoft.com/office/drawing/2014/main" id="{025E3DA0-0FD2-8781-D428-D5D50673E1C5}"/>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Slide Number Placeholder 3">
            <a:extLst>
              <a:ext uri="{FF2B5EF4-FFF2-40B4-BE49-F238E27FC236}">
                <a16:creationId xmlns:a16="http://schemas.microsoft.com/office/drawing/2014/main" id="{386F16A3-8E29-3DB7-23C0-864FBF090532}"/>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t>‹#›</a:t>
            </a:fld>
            <a:endParaRPr lang="en-IN" sz="900"/>
          </a:p>
        </p:txBody>
      </p:sp>
      <p:sp>
        <p:nvSpPr>
          <p:cNvPr id="25" name="TextBox 24">
            <a:extLst>
              <a:ext uri="{FF2B5EF4-FFF2-40B4-BE49-F238E27FC236}">
                <a16:creationId xmlns:a16="http://schemas.microsoft.com/office/drawing/2014/main" id="{CEB55770-8B5B-29FA-0D66-562C2B2B654E}"/>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sp>
        <p:nvSpPr>
          <p:cNvPr id="26" name="TextBox 25">
            <a:extLst>
              <a:ext uri="{FF2B5EF4-FFF2-40B4-BE49-F238E27FC236}">
                <a16:creationId xmlns:a16="http://schemas.microsoft.com/office/drawing/2014/main" id="{F677EE04-AD2F-16FD-5A62-F36F1241C39A}"/>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40837681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Sty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accent1"/>
                </a:solidFill>
              </a:defRPr>
            </a:lvl1pPr>
          </a:lstStyle>
          <a:p>
            <a:r>
              <a:rPr lang="en-GB"/>
              <a:t>Click to edit Master title style</a:t>
            </a:r>
            <a:endParaRPr lang="en-IN"/>
          </a:p>
        </p:txBody>
      </p:sp>
    </p:spTree>
    <p:extLst>
      <p:ext uri="{BB962C8B-B14F-4D97-AF65-F5344CB8AC3E}">
        <p14:creationId xmlns:p14="http://schemas.microsoft.com/office/powerpoint/2010/main" val="40267828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tyle 1)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a:spAutoFit/>
          </a:bodyPr>
          <a:lstStyle>
            <a:lvl1pPr>
              <a:defRPr sz="2800">
                <a:solidFill>
                  <a:schemeClr val="accent1"/>
                </a:solidFill>
              </a:defRPr>
            </a:lvl1pPr>
          </a:lstStyle>
          <a:p>
            <a:r>
              <a:rPr lang="en-GB"/>
              <a:t>Click to edit Master title style</a:t>
            </a:r>
            <a:endParaRPr lang="en-IN"/>
          </a:p>
        </p:txBody>
      </p:sp>
      <p:sp>
        <p:nvSpPr>
          <p:cNvPr id="7" name="Text Placeholder 6">
            <a:extLst>
              <a:ext uri="{FF2B5EF4-FFF2-40B4-BE49-F238E27FC236}">
                <a16:creationId xmlns:a16="http://schemas.microsoft.com/office/drawing/2014/main" id="{C28277C2-ACBC-0758-9F4D-73F54BE462ED}"/>
              </a:ext>
            </a:extLst>
          </p:cNvPr>
          <p:cNvSpPr>
            <a:spLocks noGrp="1"/>
          </p:cNvSpPr>
          <p:nvPr>
            <p:ph type="body" sz="quarter" idx="10"/>
          </p:nvPr>
        </p:nvSpPr>
        <p:spPr>
          <a:xfrm>
            <a:off x="381000" y="1485900"/>
            <a:ext cx="11439525" cy="107721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017223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Style 1) - Layou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DDF695-5599-0DC3-8558-CE38E36FD0B3}"/>
              </a:ext>
            </a:extLst>
          </p:cNvPr>
          <p:cNvSpPr/>
          <p:nvPr userDrawn="1"/>
        </p:nvSpPr>
        <p:spPr>
          <a:xfrm>
            <a:off x="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381000" y="930545"/>
            <a:ext cx="3207600" cy="861774"/>
          </a:xfrm>
        </p:spPr>
        <p:txBody>
          <a:bodyPr>
            <a:spAutoFit/>
          </a:bodyPr>
          <a:lstStyle>
            <a:lvl1pPr>
              <a:defRPr>
                <a:solidFill>
                  <a:schemeClr val="bg1"/>
                </a:solidFill>
              </a:defRPr>
            </a:lvl1pPr>
          </a:lstStyle>
          <a:p>
            <a:r>
              <a:rPr lang="en-US"/>
              <a:t>Click to edit Slide title style</a:t>
            </a:r>
            <a:endParaRPr lang="en-IN"/>
          </a:p>
        </p:txBody>
      </p:sp>
      <p:sp>
        <p:nvSpPr>
          <p:cNvPr id="6" name="Rectangle 5">
            <a:extLst>
              <a:ext uri="{FF2B5EF4-FFF2-40B4-BE49-F238E27FC236}">
                <a16:creationId xmlns:a16="http://schemas.microsoft.com/office/drawing/2014/main" id="{8ABC2B11-0855-B651-D25B-7723BA7D53AF}"/>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DDBFAAC9-4EEB-734A-ADB1-B7E96D7D2DD1}"/>
              </a:ext>
            </a:extLst>
          </p:cNvPr>
          <p:cNvGrpSpPr/>
          <p:nvPr userDrawn="1"/>
        </p:nvGrpSpPr>
        <p:grpSpPr>
          <a:xfrm>
            <a:off x="0" y="6465881"/>
            <a:ext cx="1628676" cy="392119"/>
            <a:chOff x="0" y="6465881"/>
            <a:chExt cx="1628676" cy="392119"/>
          </a:xfrm>
        </p:grpSpPr>
        <p:sp>
          <p:nvSpPr>
            <p:cNvPr id="5" name="Freeform: Shape 4">
              <a:extLst>
                <a:ext uri="{FF2B5EF4-FFF2-40B4-BE49-F238E27FC236}">
                  <a16:creationId xmlns:a16="http://schemas.microsoft.com/office/drawing/2014/main" id="{8A99DF36-99CA-C2D4-A4C2-FD16C2533DB3}"/>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0" name="Graphic 9">
              <a:extLst>
                <a:ext uri="{FF2B5EF4-FFF2-40B4-BE49-F238E27FC236}">
                  <a16:creationId xmlns:a16="http://schemas.microsoft.com/office/drawing/2014/main" id="{C358EC83-1CE6-BB52-6777-0070AEA0C5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Tree>
    <p:extLst>
      <p:ext uri="{BB962C8B-B14F-4D97-AF65-F5344CB8AC3E}">
        <p14:creationId xmlns:p14="http://schemas.microsoft.com/office/powerpoint/2010/main" val="1893451143"/>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Style 1) - Layou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4598F8-CCA1-2F6C-9143-6D1050BC0201}"/>
              </a:ext>
            </a:extLst>
          </p:cNvPr>
          <p:cNvSpPr/>
          <p:nvPr userDrawn="1"/>
        </p:nvSpPr>
        <p:spPr>
          <a:xfrm>
            <a:off x="819600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7315200" cy="430887"/>
          </a:xfrm>
        </p:spPr>
        <p:txBody>
          <a:bodyPr wrap="square">
            <a:spAutoFit/>
          </a:bodyPr>
          <a:lstStyle>
            <a:lvl1pPr>
              <a:defRPr sz="2800">
                <a:solidFill>
                  <a:schemeClr val="accent1"/>
                </a:solidFill>
              </a:defRPr>
            </a:lvl1pPr>
          </a:lstStyle>
          <a:p>
            <a:r>
              <a:rPr lang="en-GB"/>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2079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Style 1)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4598F8-CCA1-2F6C-9143-6D1050BC0201}"/>
              </a:ext>
            </a:extLst>
          </p:cNvPr>
          <p:cNvSpPr/>
          <p:nvPr userDrawn="1"/>
        </p:nvSpPr>
        <p:spPr>
          <a:xfrm>
            <a:off x="9527998" y="1"/>
            <a:ext cx="2664001"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7315200" cy="430887"/>
          </a:xfrm>
        </p:spPr>
        <p:txBody>
          <a:bodyPr wrap="square">
            <a:spAutoFit/>
          </a:bodyPr>
          <a:lstStyle>
            <a:lvl1pPr>
              <a:defRPr sz="2800">
                <a:solidFill>
                  <a:schemeClr val="accent1"/>
                </a:solidFill>
              </a:defRPr>
            </a:lvl1pPr>
          </a:lstStyle>
          <a:p>
            <a:r>
              <a:rPr lang="en-GB"/>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2973884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Style 1) - Layout 5">
    <p:spTree>
      <p:nvGrpSpPr>
        <p:cNvPr id="1" name=""/>
        <p:cNvGrpSpPr/>
        <p:nvPr/>
      </p:nvGrpSpPr>
      <p:grpSpPr>
        <a:xfrm>
          <a:off x="0" y="0"/>
          <a:ext cx="0" cy="0"/>
          <a:chOff x="0" y="0"/>
          <a:chExt cx="0" cy="0"/>
        </a:xfrm>
      </p:grpSpPr>
      <p:sp>
        <p:nvSpPr>
          <p:cNvPr id="4" name="Rectangle: Single Corner Rounded 3">
            <a:extLst>
              <a:ext uri="{FF2B5EF4-FFF2-40B4-BE49-F238E27FC236}">
                <a16:creationId xmlns:a16="http://schemas.microsoft.com/office/drawing/2014/main" id="{561E2A80-ECE1-55FF-8C25-E4E0537C37B9}"/>
              </a:ext>
            </a:extLst>
          </p:cNvPr>
          <p:cNvSpPr/>
          <p:nvPr userDrawn="1"/>
        </p:nvSpPr>
        <p:spPr>
          <a:xfrm flipH="1">
            <a:off x="9528000" y="1485900"/>
            <a:ext cx="2664000" cy="5372100"/>
          </a:xfrm>
          <a:prstGeom prst="round1Rect">
            <a:avLst>
              <a:gd name="adj" fmla="val 23023"/>
            </a:avLst>
          </a:prstGeom>
          <a:gradFill>
            <a:gsLst>
              <a:gs pos="90000">
                <a:schemeClr val="accent2"/>
              </a:gs>
              <a:gs pos="9000">
                <a:schemeClr val="accent1">
                  <a:lumMod val="50000"/>
                </a:schemeClr>
              </a:gs>
              <a:gs pos="5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accent1"/>
                </a:solidFill>
              </a:defRPr>
            </a:lvl1pPr>
          </a:lstStyle>
          <a:p>
            <a:r>
              <a:rPr lang="en-GB"/>
              <a:t>Click to edit Master title style</a:t>
            </a:r>
            <a:endParaRPr lang="en-IN"/>
          </a:p>
        </p:txBody>
      </p:sp>
      <p:sp>
        <p:nvSpPr>
          <p:cNvPr id="3" name="Freeform 7">
            <a:extLst>
              <a:ext uri="{FF2B5EF4-FFF2-40B4-BE49-F238E27FC236}">
                <a16:creationId xmlns:a16="http://schemas.microsoft.com/office/drawing/2014/main" id="{5DB8389E-D4A8-358E-DE24-0488C7A2D6AA}"/>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5" name="Slide Number Placeholder 3">
            <a:extLst>
              <a:ext uri="{FF2B5EF4-FFF2-40B4-BE49-F238E27FC236}">
                <a16:creationId xmlns:a16="http://schemas.microsoft.com/office/drawing/2014/main" id="{F5C0C00D-C5F6-E54A-93C1-1848F7A0DA53}"/>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6" name="TextBox 5">
            <a:extLst>
              <a:ext uri="{FF2B5EF4-FFF2-40B4-BE49-F238E27FC236}">
                <a16:creationId xmlns:a16="http://schemas.microsoft.com/office/drawing/2014/main" id="{AC136E7E-E853-A697-33A9-C4C7CD187993}"/>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42000169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Style 1) - Layout 6">
    <p:spTree>
      <p:nvGrpSpPr>
        <p:cNvPr id="1" name=""/>
        <p:cNvGrpSpPr/>
        <p:nvPr/>
      </p:nvGrpSpPr>
      <p:grpSpPr>
        <a:xfrm>
          <a:off x="0" y="0"/>
          <a:ext cx="0" cy="0"/>
          <a:chOff x="0" y="0"/>
          <a:chExt cx="0" cy="0"/>
        </a:xfrm>
      </p:grpSpPr>
      <p:sp>
        <p:nvSpPr>
          <p:cNvPr id="3" name="Rectangle: Single Corner Rounded 2">
            <a:extLst>
              <a:ext uri="{FF2B5EF4-FFF2-40B4-BE49-F238E27FC236}">
                <a16:creationId xmlns:a16="http://schemas.microsoft.com/office/drawing/2014/main" id="{EF4598F8-CCA1-2F6C-9143-6D1050BC0201}"/>
              </a:ext>
            </a:extLst>
          </p:cNvPr>
          <p:cNvSpPr/>
          <p:nvPr userDrawn="1"/>
        </p:nvSpPr>
        <p:spPr>
          <a:xfrm flipH="1">
            <a:off x="9528000" y="829735"/>
            <a:ext cx="2664000" cy="6028266"/>
          </a:xfrm>
          <a:prstGeom prst="round1Rect">
            <a:avLst>
              <a:gd name="adj" fmla="val 23023"/>
            </a:avLst>
          </a:prstGeom>
          <a:gradFill>
            <a:gsLst>
              <a:gs pos="90000">
                <a:schemeClr val="accent2"/>
              </a:gs>
              <a:gs pos="9000">
                <a:schemeClr val="accent1">
                  <a:lumMod val="50000"/>
                </a:schemeClr>
              </a:gs>
              <a:gs pos="5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1397065"/>
            <a:ext cx="8229600" cy="430887"/>
          </a:xfrm>
        </p:spPr>
        <p:txBody>
          <a:bodyPr>
            <a:spAutoFit/>
          </a:bodyPr>
          <a:lstStyle>
            <a:lvl1pPr>
              <a:defRPr sz="2800">
                <a:solidFill>
                  <a:schemeClr val="accent1"/>
                </a:solidFill>
              </a:defRPr>
            </a:lvl1pPr>
          </a:lstStyle>
          <a:p>
            <a:r>
              <a:rPr lang="en-GB"/>
              <a:t>Click to edit Master title style</a:t>
            </a:r>
            <a:endParaRPr lang="en-IN"/>
          </a:p>
        </p:txBody>
      </p:sp>
      <p:sp>
        <p:nvSpPr>
          <p:cNvPr id="4" name="Rectangle 3">
            <a:extLst>
              <a:ext uri="{FF2B5EF4-FFF2-40B4-BE49-F238E27FC236}">
                <a16:creationId xmlns:a16="http://schemas.microsoft.com/office/drawing/2014/main" id="{65E7DF1F-68A6-C15A-66C9-FB344CB96C84}"/>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7">
            <a:extLst>
              <a:ext uri="{FF2B5EF4-FFF2-40B4-BE49-F238E27FC236}">
                <a16:creationId xmlns:a16="http://schemas.microsoft.com/office/drawing/2014/main" id="{BD3BD952-FF01-4087-8883-52BA93031470}"/>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3">
            <a:extLst>
              <a:ext uri="{FF2B5EF4-FFF2-40B4-BE49-F238E27FC236}">
                <a16:creationId xmlns:a16="http://schemas.microsoft.com/office/drawing/2014/main" id="{B4BE3DC3-3141-512B-8039-8EF82E951EEE}"/>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10" name="TextBox 9">
            <a:extLst>
              <a:ext uri="{FF2B5EF4-FFF2-40B4-BE49-F238E27FC236}">
                <a16:creationId xmlns:a16="http://schemas.microsoft.com/office/drawing/2014/main" id="{5108FA48-5D24-6727-9B72-FC4EC875BA8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Tree>
    <p:extLst>
      <p:ext uri="{BB962C8B-B14F-4D97-AF65-F5344CB8AC3E}">
        <p14:creationId xmlns:p14="http://schemas.microsoft.com/office/powerpoint/2010/main" val="29177555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Style 1) - Layout 7">
    <p:spTree>
      <p:nvGrpSpPr>
        <p:cNvPr id="1" name=""/>
        <p:cNvGrpSpPr/>
        <p:nvPr/>
      </p:nvGrpSpPr>
      <p:grpSpPr>
        <a:xfrm>
          <a:off x="0" y="0"/>
          <a:ext cx="0" cy="0"/>
          <a:chOff x="0" y="0"/>
          <a:chExt cx="0" cy="0"/>
        </a:xfrm>
      </p:grpSpPr>
      <p:pic>
        <p:nvPicPr>
          <p:cNvPr id="11" name="Picture 10" descr="A blue wireframe head with lines and dots&#10;&#10;AI-generated content may be incorrect.">
            <a:extLst>
              <a:ext uri="{FF2B5EF4-FFF2-40B4-BE49-F238E27FC236}">
                <a16:creationId xmlns:a16="http://schemas.microsoft.com/office/drawing/2014/main" id="{F8DC1DBF-6F6A-A99B-2BB8-3E633F77EA43}"/>
              </a:ext>
            </a:extLst>
          </p:cNvPr>
          <p:cNvPicPr>
            <a:picLocks noChangeAspect="1"/>
          </p:cNvPicPr>
          <p:nvPr userDrawn="1"/>
        </p:nvPicPr>
        <p:blipFill>
          <a:blip r:embed="rId2">
            <a:extLst>
              <a:ext uri="{28A0092B-C50C-407E-A947-70E740481C1C}">
                <a14:useLocalDpi xmlns:a14="http://schemas.microsoft.com/office/drawing/2010/main" val="0"/>
              </a:ext>
            </a:extLst>
          </a:blip>
          <a:srcRect t="8645" b="16420"/>
          <a:stretch>
            <a:fillRect/>
          </a:stretch>
        </p:blipFill>
        <p:spPr>
          <a:xfrm flipH="1">
            <a:off x="3572934" y="0"/>
            <a:ext cx="8619066" cy="3229337"/>
          </a:xfrm>
          <a:prstGeom prst="rect">
            <a:avLst/>
          </a:prstGeom>
        </p:spPr>
      </p:pic>
      <p:sp>
        <p:nvSpPr>
          <p:cNvPr id="12" name="Rectangle 11">
            <a:extLst>
              <a:ext uri="{FF2B5EF4-FFF2-40B4-BE49-F238E27FC236}">
                <a16:creationId xmlns:a16="http://schemas.microsoft.com/office/drawing/2014/main" id="{E2F8BECE-69EF-9434-ED91-27568E4A03EF}"/>
              </a:ext>
            </a:extLst>
          </p:cNvPr>
          <p:cNvSpPr/>
          <p:nvPr userDrawn="1"/>
        </p:nvSpPr>
        <p:spPr>
          <a:xfrm flipH="1">
            <a:off x="-1" y="0"/>
            <a:ext cx="11820525" cy="3229338"/>
          </a:xfrm>
          <a:prstGeom prst="rect">
            <a:avLst/>
          </a:prstGeom>
          <a:gradFill>
            <a:gsLst>
              <a:gs pos="99000">
                <a:srgbClr val="000000">
                  <a:alpha val="0"/>
                </a:srgbClr>
              </a:gs>
              <a:gs pos="68000">
                <a:srgbClr val="000000">
                  <a:alpha val="54000"/>
                </a:srgbClr>
              </a:gs>
              <a:gs pos="30000">
                <a:srgbClr val="000000"/>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8" name="Rectangle 7">
            <a:extLst>
              <a:ext uri="{FF2B5EF4-FFF2-40B4-BE49-F238E27FC236}">
                <a16:creationId xmlns:a16="http://schemas.microsoft.com/office/drawing/2014/main" id="{BE538E0B-2820-A5DE-C6EA-C35B12E6F299}"/>
              </a:ext>
            </a:extLst>
          </p:cNvPr>
          <p:cNvSpPr/>
          <p:nvPr userDrawn="1"/>
        </p:nvSpPr>
        <p:spPr>
          <a:xfrm flipH="1">
            <a:off x="0" y="0"/>
            <a:ext cx="12191999" cy="3229338"/>
          </a:xfrm>
          <a:prstGeom prst="rect">
            <a:avLst/>
          </a:prstGeom>
          <a:gradFill>
            <a:gsLst>
              <a:gs pos="90000">
                <a:schemeClr val="accent1">
                  <a:alpha val="0"/>
                </a:schemeClr>
              </a:gs>
              <a:gs pos="9000">
                <a:schemeClr val="accent1">
                  <a:lumMod val="50000"/>
                </a:schemeClr>
              </a:gs>
              <a:gs pos="50000">
                <a:schemeClr val="accent1">
                  <a:alpha val="68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13" name="Rectangle 12">
            <a:extLst>
              <a:ext uri="{FF2B5EF4-FFF2-40B4-BE49-F238E27FC236}">
                <a16:creationId xmlns:a16="http://schemas.microsoft.com/office/drawing/2014/main" id="{8A5BE3FA-1E50-96CF-7434-E2D497FA7663}"/>
              </a:ext>
            </a:extLst>
          </p:cNvPr>
          <p:cNvSpPr>
            <a:spLocks/>
          </p:cNvSpPr>
          <p:nvPr userDrawn="1"/>
        </p:nvSpPr>
        <p:spPr>
          <a:xfrm>
            <a:off x="8962662" y="0"/>
            <a:ext cx="3229338" cy="3229338"/>
          </a:xfrm>
          <a:prstGeom prst="rect">
            <a:avLst/>
          </a:prstGeom>
          <a:gradFill flip="none" rotWithShape="1">
            <a:gsLst>
              <a:gs pos="0">
                <a:schemeClr val="accent2"/>
              </a:gs>
              <a:gs pos="45000">
                <a:srgbClr val="F6A81C">
                  <a:alpha val="32000"/>
                </a:srgbClr>
              </a:gs>
              <a:gs pos="68000">
                <a:schemeClr val="accent2">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lt1"/>
              </a:solidFill>
            </a:endParaRPr>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bg1"/>
                </a:solidFill>
              </a:defRPr>
            </a:lvl1pPr>
          </a:lstStyle>
          <a:p>
            <a:r>
              <a:rPr lang="en-GB"/>
              <a:t>Click to edit Master title style</a:t>
            </a:r>
            <a:endParaRPr lang="en-IN"/>
          </a:p>
        </p:txBody>
      </p:sp>
      <p:sp>
        <p:nvSpPr>
          <p:cNvPr id="14" name="Rectangle 13">
            <a:extLst>
              <a:ext uri="{FF2B5EF4-FFF2-40B4-BE49-F238E27FC236}">
                <a16:creationId xmlns:a16="http://schemas.microsoft.com/office/drawing/2014/main" id="{DF97ECA0-15E0-7215-2BD7-985FDC5859E2}"/>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699671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Sty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GB"/>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Tree>
    <p:extLst>
      <p:ext uri="{BB962C8B-B14F-4D97-AF65-F5344CB8AC3E}">
        <p14:creationId xmlns:p14="http://schemas.microsoft.com/office/powerpoint/2010/main" val="23276481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Style 2)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4" cy="430887"/>
          </a:xfrm>
        </p:spPr>
        <p:txBody>
          <a:bodyPr wrap="square" anchor="t">
            <a:spAutoFit/>
          </a:bodyPr>
          <a:lstStyle>
            <a:lvl1pPr>
              <a:defRPr sz="2800">
                <a:solidFill>
                  <a:schemeClr val="accent1"/>
                </a:solidFill>
              </a:defRPr>
            </a:lvl1pPr>
          </a:lstStyle>
          <a:p>
            <a:r>
              <a:rPr lang="en-GB"/>
              <a:t>Click to edit Master title style</a:t>
            </a:r>
            <a:endParaRPr lang="en-IN"/>
          </a:p>
        </p:txBody>
      </p:sp>
      <p:sp>
        <p:nvSpPr>
          <p:cNvPr id="5" name="Text Placeholder 4">
            <a:extLst>
              <a:ext uri="{FF2B5EF4-FFF2-40B4-BE49-F238E27FC236}">
                <a16:creationId xmlns:a16="http://schemas.microsoft.com/office/drawing/2014/main" id="{843F7A27-6909-2D3E-CD7F-1C35C9EE2160}"/>
              </a:ext>
            </a:extLst>
          </p:cNvPr>
          <p:cNvSpPr>
            <a:spLocks noGrp="1"/>
          </p:cNvSpPr>
          <p:nvPr>
            <p:ph type="body" sz="quarter" idx="12" hasCustomPrompt="1"/>
          </p:nvPr>
        </p:nvSpPr>
        <p:spPr>
          <a:xfrm>
            <a:off x="380999" y="255600"/>
            <a:ext cx="11439525" cy="215444"/>
          </a:xfrm>
          <a:prstGeom prst="rect">
            <a:avLst/>
          </a:prstGeom>
        </p:spPr>
        <p:txBody>
          <a:bodyPr vert="horz" wrap="square" lIns="0" tIns="0" rIns="0" bIns="0" rtlCol="0">
            <a:spAutoFit/>
          </a:bodyPr>
          <a:lstStyle>
            <a:lvl1pPr>
              <a:defRPr lang="en-GB" b="1" spc="0" baseline="0" dirty="0">
                <a:solidFill>
                  <a:schemeClr val="accent2"/>
                </a:solidFill>
              </a:defRPr>
            </a:lvl1pPr>
          </a:lstStyle>
          <a:p>
            <a:pPr lvl="0">
              <a:lnSpc>
                <a:spcPct val="100000"/>
              </a:lnSpc>
            </a:pPr>
            <a:r>
              <a:rPr lang="en-GB"/>
              <a:t>CLICK TO EDIT MASTER TEXT STYLES</a:t>
            </a:r>
          </a:p>
        </p:txBody>
      </p:sp>
      <p:sp>
        <p:nvSpPr>
          <p:cNvPr id="4" name="Text Placeholder 3">
            <a:extLst>
              <a:ext uri="{FF2B5EF4-FFF2-40B4-BE49-F238E27FC236}">
                <a16:creationId xmlns:a16="http://schemas.microsoft.com/office/drawing/2014/main" id="{A2D363E2-FEE5-5143-5C0B-30E822801836}"/>
              </a:ext>
            </a:extLst>
          </p:cNvPr>
          <p:cNvSpPr>
            <a:spLocks noGrp="1"/>
          </p:cNvSpPr>
          <p:nvPr>
            <p:ph type="body" sz="quarter" idx="13"/>
          </p:nvPr>
        </p:nvSpPr>
        <p:spPr>
          <a:xfrm>
            <a:off x="381000" y="1485900"/>
            <a:ext cx="11439525" cy="107721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725846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Style 2) - Layou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DDF695-5599-0DC3-8558-CE38E36FD0B3}"/>
              </a:ext>
            </a:extLst>
          </p:cNvPr>
          <p:cNvSpPr/>
          <p:nvPr userDrawn="1"/>
        </p:nvSpPr>
        <p:spPr>
          <a:xfrm>
            <a:off x="0" y="1"/>
            <a:ext cx="3996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381000" y="930545"/>
            <a:ext cx="3207600" cy="861774"/>
          </a:xfrm>
        </p:spPr>
        <p:txBody>
          <a:bodyPr anchor="t"/>
          <a:lstStyle>
            <a:lvl1pPr>
              <a:defRPr>
                <a:solidFill>
                  <a:schemeClr val="bg1"/>
                </a:solidFill>
              </a:defRPr>
            </a:lvl1pPr>
          </a:lstStyle>
          <a:p>
            <a:r>
              <a:rPr lang="en-US"/>
              <a:t>Click to edit Slide title style</a:t>
            </a:r>
            <a:endParaRPr lang="en-IN"/>
          </a:p>
        </p:txBody>
      </p:sp>
      <p:sp>
        <p:nvSpPr>
          <p:cNvPr id="6" name="Rectangle 5">
            <a:extLst>
              <a:ext uri="{FF2B5EF4-FFF2-40B4-BE49-F238E27FC236}">
                <a16:creationId xmlns:a16="http://schemas.microsoft.com/office/drawing/2014/main" id="{8ABC2B11-0855-B651-D25B-7723BA7D53AF}"/>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7">
            <a:extLst>
              <a:ext uri="{FF2B5EF4-FFF2-40B4-BE49-F238E27FC236}">
                <a16:creationId xmlns:a16="http://schemas.microsoft.com/office/drawing/2014/main" id="{83031809-B4E2-4641-A77F-B130025A3696}"/>
              </a:ext>
            </a:extLst>
          </p:cNvPr>
          <p:cNvSpPr>
            <a:spLocks noGrp="1"/>
          </p:cNvSpPr>
          <p:nvPr>
            <p:ph type="body" sz="quarter" idx="13" hasCustomPrompt="1"/>
          </p:nvPr>
        </p:nvSpPr>
        <p:spPr>
          <a:xfrm>
            <a:off x="381000" y="696051"/>
            <a:ext cx="3208251" cy="215444"/>
          </a:xfrm>
          <a:prstGeom prst="rect">
            <a:avLst/>
          </a:prstGeom>
        </p:spPr>
        <p:txBody>
          <a:bodyPr anchor="b" anchorCtr="0"/>
          <a:lstStyle>
            <a:lvl1pPr marL="0" indent="0" algn="l" defTabSz="914400" rtl="0" eaLnBrk="1" latinLnBrk="0" hangingPunct="1">
              <a:lnSpc>
                <a:spcPct val="100000"/>
              </a:lnSpc>
              <a:spcBef>
                <a:spcPts val="0"/>
              </a:spcBef>
              <a:buFont typeface="Arial" panose="020B0604020202020204" pitchFamily="34" charset="0"/>
              <a:buNone/>
              <a:defRPr lang="en-US" sz="1400" b="1" kern="1200" dirty="0" smtClean="0">
                <a:solidFill>
                  <a:schemeClr val="accent2"/>
                </a:solidFill>
                <a:latin typeface="+mn-lt"/>
                <a:ea typeface="+mn-ea"/>
                <a:cs typeface="Poppins Medium" panose="00000600000000000000" pitchFamily="2" charset="0"/>
              </a:defRPr>
            </a:lvl1pPr>
          </a:lstStyle>
          <a:p>
            <a:pPr lvl="0"/>
            <a:r>
              <a:rPr lang="en-US"/>
              <a:t>CLICK TO EDIT CATEGORY TEXT</a:t>
            </a:r>
          </a:p>
        </p:txBody>
      </p:sp>
      <p:grpSp>
        <p:nvGrpSpPr>
          <p:cNvPr id="4" name="Group 3">
            <a:extLst>
              <a:ext uri="{FF2B5EF4-FFF2-40B4-BE49-F238E27FC236}">
                <a16:creationId xmlns:a16="http://schemas.microsoft.com/office/drawing/2014/main" id="{92E9BA9F-32F6-5AB6-64C9-080D47A9663B}"/>
              </a:ext>
            </a:extLst>
          </p:cNvPr>
          <p:cNvGrpSpPr/>
          <p:nvPr userDrawn="1"/>
        </p:nvGrpSpPr>
        <p:grpSpPr>
          <a:xfrm>
            <a:off x="0" y="6465881"/>
            <a:ext cx="1628676" cy="392119"/>
            <a:chOff x="0" y="6465881"/>
            <a:chExt cx="1628676" cy="392119"/>
          </a:xfrm>
        </p:grpSpPr>
        <p:sp>
          <p:nvSpPr>
            <p:cNvPr id="5" name="Freeform: Shape 4">
              <a:extLst>
                <a:ext uri="{FF2B5EF4-FFF2-40B4-BE49-F238E27FC236}">
                  <a16:creationId xmlns:a16="http://schemas.microsoft.com/office/drawing/2014/main" id="{FE453407-59C2-A1FE-352D-CB8B9EC35539}"/>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1" name="Graphic 10">
              <a:extLst>
                <a:ext uri="{FF2B5EF4-FFF2-40B4-BE49-F238E27FC236}">
                  <a16:creationId xmlns:a16="http://schemas.microsoft.com/office/drawing/2014/main" id="{FB1D4299-52A0-5A55-ECAF-F902BFFC87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Tree>
    <p:extLst>
      <p:ext uri="{BB962C8B-B14F-4D97-AF65-F5344CB8AC3E}">
        <p14:creationId xmlns:p14="http://schemas.microsoft.com/office/powerpoint/2010/main" val="3748457410"/>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Style 2) -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B4183-E241-6BD0-94E9-43BA6EE9B8D5}"/>
              </a:ext>
            </a:extLst>
          </p:cNvPr>
          <p:cNvSpPr/>
          <p:nvPr userDrawn="1"/>
        </p:nvSpPr>
        <p:spPr>
          <a:xfrm>
            <a:off x="0" y="1"/>
            <a:ext cx="12192000" cy="256032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bg1"/>
                </a:solidFill>
              </a:defRPr>
            </a:lvl1pPr>
          </a:lstStyle>
          <a:p>
            <a:r>
              <a:rPr lang="en-GB"/>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5" name="Rectangle 4">
            <a:extLst>
              <a:ext uri="{FF2B5EF4-FFF2-40B4-BE49-F238E27FC236}">
                <a16:creationId xmlns:a16="http://schemas.microsoft.com/office/drawing/2014/main" id="{34622F1F-7BF4-9D3D-1F22-DFCE0EDAC6CC}"/>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49167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Style 2)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26F002-2361-A973-562A-B863BEDDD314}"/>
              </a:ext>
            </a:extLst>
          </p:cNvPr>
          <p:cNvSpPr/>
          <p:nvPr userDrawn="1"/>
        </p:nvSpPr>
        <p:spPr>
          <a:xfrm>
            <a:off x="0" y="4097730"/>
            <a:ext cx="12192000" cy="276027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GB"/>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4" name="Freeform 7">
            <a:extLst>
              <a:ext uri="{FF2B5EF4-FFF2-40B4-BE49-F238E27FC236}">
                <a16:creationId xmlns:a16="http://schemas.microsoft.com/office/drawing/2014/main" id="{442CB260-0370-B8BD-913F-2B6F3B15FBF5}"/>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E102380C-DFC5-81D3-B84F-3A01D7F73CA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7" name="TextBox 6">
            <a:extLst>
              <a:ext uri="{FF2B5EF4-FFF2-40B4-BE49-F238E27FC236}">
                <a16:creationId xmlns:a16="http://schemas.microsoft.com/office/drawing/2014/main" id="{F09D8371-819A-C4B0-42A9-EC6C8FB6EBE3}"/>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grpSp>
        <p:nvGrpSpPr>
          <p:cNvPr id="11" name="Group 10">
            <a:extLst>
              <a:ext uri="{FF2B5EF4-FFF2-40B4-BE49-F238E27FC236}">
                <a16:creationId xmlns:a16="http://schemas.microsoft.com/office/drawing/2014/main" id="{6134554D-5F03-B8C8-E29F-A5D6EFBFD16C}"/>
              </a:ext>
            </a:extLst>
          </p:cNvPr>
          <p:cNvGrpSpPr/>
          <p:nvPr userDrawn="1"/>
        </p:nvGrpSpPr>
        <p:grpSpPr>
          <a:xfrm>
            <a:off x="0" y="6465881"/>
            <a:ext cx="1628676" cy="392119"/>
            <a:chOff x="0" y="6465881"/>
            <a:chExt cx="1628676" cy="392119"/>
          </a:xfrm>
        </p:grpSpPr>
        <p:sp>
          <p:nvSpPr>
            <p:cNvPr id="12" name="Freeform: Shape 11">
              <a:extLst>
                <a:ext uri="{FF2B5EF4-FFF2-40B4-BE49-F238E27FC236}">
                  <a16:creationId xmlns:a16="http://schemas.microsoft.com/office/drawing/2014/main" id="{C93226C5-F5B5-6196-533E-420DC7AFE72A}"/>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1"/>
            </a:solidFill>
            <a:ln w="13935" cap="flat">
              <a:noFill/>
              <a:prstDash val="solid"/>
              <a:miter/>
            </a:ln>
          </p:spPr>
          <p:txBody>
            <a:bodyPr wrap="square" rtlCol="0" anchor="ctr">
              <a:noAutofit/>
            </a:bodyPr>
            <a:lstStyle/>
            <a:p>
              <a:endParaRPr lang="en-IN"/>
            </a:p>
          </p:txBody>
        </p:sp>
        <p:pic>
          <p:nvPicPr>
            <p:cNvPr id="13" name="Graphic 12">
              <a:extLst>
                <a:ext uri="{FF2B5EF4-FFF2-40B4-BE49-F238E27FC236}">
                  <a16:creationId xmlns:a16="http://schemas.microsoft.com/office/drawing/2014/main" id="{79527B54-96FA-A3D5-1C7C-77511C6400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60CE717F-6344-85D5-D109-5BA04FDAFD7E}"/>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4872793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stimonial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GB"/>
              <a:t>Click to edit Master title style</a:t>
            </a:r>
            <a:endParaRPr lang="en-IN"/>
          </a:p>
        </p:txBody>
      </p:sp>
      <p:sp>
        <p:nvSpPr>
          <p:cNvPr id="6" name="Text Placeholder 7">
            <a:extLst>
              <a:ext uri="{FF2B5EF4-FFF2-40B4-BE49-F238E27FC236}">
                <a16:creationId xmlns:a16="http://schemas.microsoft.com/office/drawing/2014/main" id="{133D2C85-4459-42ED-AF60-DF212EE2FBF3}"/>
              </a:ext>
            </a:extLst>
          </p:cNvPr>
          <p:cNvSpPr>
            <a:spLocks noGrp="1"/>
          </p:cNvSpPr>
          <p:nvPr>
            <p:ph type="body" sz="quarter" idx="13" hasCustomPrompt="1"/>
          </p:nvPr>
        </p:nvSpPr>
        <p:spPr>
          <a:xfrm>
            <a:off x="381000" y="255620"/>
            <a:ext cx="11436645" cy="215444"/>
          </a:xfrm>
          <a:prstGeom prst="rect">
            <a:avLst/>
          </a:prstGeom>
        </p:spPr>
        <p:txBody>
          <a:bodyPr wrap="square" lIns="0" tIns="0" rIns="0" bIns="0">
            <a:spAutoFit/>
          </a:bodyPr>
          <a:lstStyle>
            <a:lvl1pPr marL="0" indent="0">
              <a:lnSpc>
                <a:spcPct val="100000"/>
              </a:lnSpc>
              <a:buNone/>
              <a:defRPr sz="1400" b="1" spc="0" baseline="0">
                <a:solidFill>
                  <a:schemeClr val="accent2"/>
                </a:solidFill>
              </a:defRPr>
            </a:lvl1pPr>
            <a:lvl2pPr marL="173037" indent="0">
              <a:buNone/>
              <a:defRPr/>
            </a:lvl2pPr>
            <a:lvl3pPr marL="358775" indent="0">
              <a:buNone/>
              <a:defRPr/>
            </a:lvl3pPr>
            <a:lvl4pPr marL="531812" indent="0">
              <a:buNone/>
              <a:defRPr/>
            </a:lvl4pPr>
            <a:lvl5pPr marL="717550" indent="0">
              <a:buNone/>
              <a:defRPr/>
            </a:lvl5pPr>
          </a:lstStyle>
          <a:p>
            <a:pPr lvl="0"/>
            <a:r>
              <a:rPr lang="en-GB"/>
              <a:t>CLICK TO EDIT MASTER TEXT STYLES</a:t>
            </a:r>
          </a:p>
        </p:txBody>
      </p:sp>
      <p:sp>
        <p:nvSpPr>
          <p:cNvPr id="5" name="Rectangle 4">
            <a:extLst>
              <a:ext uri="{FF2B5EF4-FFF2-40B4-BE49-F238E27FC236}">
                <a16:creationId xmlns:a16="http://schemas.microsoft.com/office/drawing/2014/main" id="{B05EBE60-20D2-5340-41D4-B9A95BDC9999}"/>
              </a:ext>
            </a:extLst>
          </p:cNvPr>
          <p:cNvSpPr/>
          <p:nvPr userDrawn="1"/>
        </p:nvSpPr>
        <p:spPr>
          <a:xfrm>
            <a:off x="400368"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7" name="Group 6">
            <a:extLst>
              <a:ext uri="{FF2B5EF4-FFF2-40B4-BE49-F238E27FC236}">
                <a16:creationId xmlns:a16="http://schemas.microsoft.com/office/drawing/2014/main" id="{1AD8C09E-0E2B-98DF-C034-71CABE4BEC84}"/>
              </a:ext>
            </a:extLst>
          </p:cNvPr>
          <p:cNvGrpSpPr>
            <a:grpSpLocks noChangeAspect="1"/>
          </p:cNvGrpSpPr>
          <p:nvPr userDrawn="1"/>
        </p:nvGrpSpPr>
        <p:grpSpPr>
          <a:xfrm>
            <a:off x="398694" y="2758940"/>
            <a:ext cx="272178" cy="216000"/>
            <a:chOff x="1046150" y="843200"/>
            <a:chExt cx="562500" cy="446400"/>
          </a:xfrm>
          <a:solidFill>
            <a:schemeClr val="accent2"/>
          </a:solidFill>
        </p:grpSpPr>
        <p:sp>
          <p:nvSpPr>
            <p:cNvPr id="8" name="Freeform: Shape 7">
              <a:extLst>
                <a:ext uri="{FF2B5EF4-FFF2-40B4-BE49-F238E27FC236}">
                  <a16:creationId xmlns:a16="http://schemas.microsoft.com/office/drawing/2014/main" id="{C1D24A73-58F0-21B6-2D58-903D3BC5B636}"/>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C4B50B12-F565-00EB-1847-F0381257A2EF}"/>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13" name="Picture Placeholder 11">
            <a:extLst>
              <a:ext uri="{FF2B5EF4-FFF2-40B4-BE49-F238E27FC236}">
                <a16:creationId xmlns:a16="http://schemas.microsoft.com/office/drawing/2014/main" id="{E9CB4465-182B-CDA4-44CE-513D50B98BFF}"/>
              </a:ext>
            </a:extLst>
          </p:cNvPr>
          <p:cNvSpPr>
            <a:spLocks noGrp="1"/>
          </p:cNvSpPr>
          <p:nvPr>
            <p:ph type="pic" sz="quarter" idx="14"/>
          </p:nvPr>
        </p:nvSpPr>
        <p:spPr>
          <a:xfrm>
            <a:off x="400368" y="1756644"/>
            <a:ext cx="864000" cy="864000"/>
          </a:xfrm>
        </p:spPr>
        <p:txBody>
          <a:bodyPr/>
          <a:lstStyle/>
          <a:p>
            <a:endParaRPr lang="en-IN"/>
          </a:p>
        </p:txBody>
      </p:sp>
      <p:sp>
        <p:nvSpPr>
          <p:cNvPr id="15" name="Text Placeholder 14">
            <a:extLst>
              <a:ext uri="{FF2B5EF4-FFF2-40B4-BE49-F238E27FC236}">
                <a16:creationId xmlns:a16="http://schemas.microsoft.com/office/drawing/2014/main" id="{8028E9F4-3EEE-F428-783C-32E8AE26EB2B}"/>
              </a:ext>
            </a:extLst>
          </p:cNvPr>
          <p:cNvSpPr>
            <a:spLocks noGrp="1"/>
          </p:cNvSpPr>
          <p:nvPr>
            <p:ph type="body" sz="quarter" idx="15" hasCustomPrompt="1"/>
          </p:nvPr>
        </p:nvSpPr>
        <p:spPr>
          <a:xfrm>
            <a:off x="1357500"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19" name="Text Placeholder 18">
            <a:extLst>
              <a:ext uri="{FF2B5EF4-FFF2-40B4-BE49-F238E27FC236}">
                <a16:creationId xmlns:a16="http://schemas.microsoft.com/office/drawing/2014/main" id="{5AEC55EA-1B7E-51E8-6A8D-6EC145A683B7}"/>
              </a:ext>
            </a:extLst>
          </p:cNvPr>
          <p:cNvSpPr>
            <a:spLocks noGrp="1"/>
          </p:cNvSpPr>
          <p:nvPr>
            <p:ph type="body" sz="quarter" idx="17" hasCustomPrompt="1"/>
          </p:nvPr>
        </p:nvSpPr>
        <p:spPr>
          <a:xfrm>
            <a:off x="400369"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20" name="Rectangle 19">
            <a:extLst>
              <a:ext uri="{FF2B5EF4-FFF2-40B4-BE49-F238E27FC236}">
                <a16:creationId xmlns:a16="http://schemas.microsoft.com/office/drawing/2014/main" id="{ED77F042-5153-4154-D4B5-1724E3CABF74}"/>
              </a:ext>
            </a:extLst>
          </p:cNvPr>
          <p:cNvSpPr/>
          <p:nvPr userDrawn="1"/>
        </p:nvSpPr>
        <p:spPr>
          <a:xfrm>
            <a:off x="3336167"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21" name="Group 20">
            <a:extLst>
              <a:ext uri="{FF2B5EF4-FFF2-40B4-BE49-F238E27FC236}">
                <a16:creationId xmlns:a16="http://schemas.microsoft.com/office/drawing/2014/main" id="{E984B67B-DA45-9C8D-FE5F-C66AD687F499}"/>
              </a:ext>
            </a:extLst>
          </p:cNvPr>
          <p:cNvGrpSpPr>
            <a:grpSpLocks noChangeAspect="1"/>
          </p:cNvGrpSpPr>
          <p:nvPr userDrawn="1"/>
        </p:nvGrpSpPr>
        <p:grpSpPr>
          <a:xfrm>
            <a:off x="3335780" y="2758940"/>
            <a:ext cx="272178" cy="216000"/>
            <a:chOff x="1046150" y="843200"/>
            <a:chExt cx="562500" cy="446400"/>
          </a:xfrm>
          <a:solidFill>
            <a:schemeClr val="accent2"/>
          </a:solidFill>
        </p:grpSpPr>
        <p:sp>
          <p:nvSpPr>
            <p:cNvPr id="22" name="Freeform: Shape 21">
              <a:extLst>
                <a:ext uri="{FF2B5EF4-FFF2-40B4-BE49-F238E27FC236}">
                  <a16:creationId xmlns:a16="http://schemas.microsoft.com/office/drawing/2014/main" id="{3369C6A6-118F-951F-3164-433358B37272}"/>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041B1204-83D8-0883-05DE-8BC17606CF99}"/>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24" name="Picture Placeholder 11">
            <a:extLst>
              <a:ext uri="{FF2B5EF4-FFF2-40B4-BE49-F238E27FC236}">
                <a16:creationId xmlns:a16="http://schemas.microsoft.com/office/drawing/2014/main" id="{56E7BFB2-6205-9E58-E7FD-10B0913CFDA0}"/>
              </a:ext>
            </a:extLst>
          </p:cNvPr>
          <p:cNvSpPr>
            <a:spLocks noGrp="1"/>
          </p:cNvSpPr>
          <p:nvPr>
            <p:ph type="pic" sz="quarter" idx="18"/>
          </p:nvPr>
        </p:nvSpPr>
        <p:spPr>
          <a:xfrm>
            <a:off x="3336167" y="1756644"/>
            <a:ext cx="864000" cy="864000"/>
          </a:xfrm>
        </p:spPr>
        <p:txBody>
          <a:bodyPr/>
          <a:lstStyle/>
          <a:p>
            <a:endParaRPr lang="en-IN"/>
          </a:p>
        </p:txBody>
      </p:sp>
      <p:sp>
        <p:nvSpPr>
          <p:cNvPr id="25" name="Text Placeholder 14">
            <a:extLst>
              <a:ext uri="{FF2B5EF4-FFF2-40B4-BE49-F238E27FC236}">
                <a16:creationId xmlns:a16="http://schemas.microsoft.com/office/drawing/2014/main" id="{641B32E8-DD86-D949-CB09-E9185BF8C37B}"/>
              </a:ext>
            </a:extLst>
          </p:cNvPr>
          <p:cNvSpPr>
            <a:spLocks noGrp="1"/>
          </p:cNvSpPr>
          <p:nvPr>
            <p:ph type="body" sz="quarter" idx="19" hasCustomPrompt="1"/>
          </p:nvPr>
        </p:nvSpPr>
        <p:spPr>
          <a:xfrm>
            <a:off x="4294586"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27" name="Text Placeholder 18">
            <a:extLst>
              <a:ext uri="{FF2B5EF4-FFF2-40B4-BE49-F238E27FC236}">
                <a16:creationId xmlns:a16="http://schemas.microsoft.com/office/drawing/2014/main" id="{41992650-7020-358C-507A-3D8A8795A9AC}"/>
              </a:ext>
            </a:extLst>
          </p:cNvPr>
          <p:cNvSpPr>
            <a:spLocks noGrp="1"/>
          </p:cNvSpPr>
          <p:nvPr>
            <p:ph type="body" sz="quarter" idx="21" hasCustomPrompt="1"/>
          </p:nvPr>
        </p:nvSpPr>
        <p:spPr>
          <a:xfrm>
            <a:off x="3337455"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28" name="Rectangle 27">
            <a:extLst>
              <a:ext uri="{FF2B5EF4-FFF2-40B4-BE49-F238E27FC236}">
                <a16:creationId xmlns:a16="http://schemas.microsoft.com/office/drawing/2014/main" id="{36C3360A-5288-C388-EEFF-AE93DB4DB242}"/>
              </a:ext>
            </a:extLst>
          </p:cNvPr>
          <p:cNvSpPr/>
          <p:nvPr userDrawn="1"/>
        </p:nvSpPr>
        <p:spPr>
          <a:xfrm>
            <a:off x="6264346"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29" name="Group 28">
            <a:extLst>
              <a:ext uri="{FF2B5EF4-FFF2-40B4-BE49-F238E27FC236}">
                <a16:creationId xmlns:a16="http://schemas.microsoft.com/office/drawing/2014/main" id="{E2228995-D5A5-4C28-2EB2-691151568305}"/>
              </a:ext>
            </a:extLst>
          </p:cNvPr>
          <p:cNvGrpSpPr>
            <a:grpSpLocks noChangeAspect="1"/>
          </p:cNvGrpSpPr>
          <p:nvPr userDrawn="1"/>
        </p:nvGrpSpPr>
        <p:grpSpPr>
          <a:xfrm>
            <a:off x="6264346" y="2758940"/>
            <a:ext cx="272178" cy="216000"/>
            <a:chOff x="1046150" y="843200"/>
            <a:chExt cx="562500" cy="446400"/>
          </a:xfrm>
          <a:solidFill>
            <a:schemeClr val="accent2"/>
          </a:solidFill>
        </p:grpSpPr>
        <p:sp>
          <p:nvSpPr>
            <p:cNvPr id="30" name="Freeform: Shape 29">
              <a:extLst>
                <a:ext uri="{FF2B5EF4-FFF2-40B4-BE49-F238E27FC236}">
                  <a16:creationId xmlns:a16="http://schemas.microsoft.com/office/drawing/2014/main" id="{A2AE6B7D-C1D0-B921-53A8-3FE096B12EF6}"/>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E28DC69B-272B-8E50-09C4-A529124D6B7E}"/>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32" name="Picture Placeholder 11">
            <a:extLst>
              <a:ext uri="{FF2B5EF4-FFF2-40B4-BE49-F238E27FC236}">
                <a16:creationId xmlns:a16="http://schemas.microsoft.com/office/drawing/2014/main" id="{4253CDAD-F8D7-1FF9-D79A-53C001063E83}"/>
              </a:ext>
            </a:extLst>
          </p:cNvPr>
          <p:cNvSpPr>
            <a:spLocks noGrp="1"/>
          </p:cNvSpPr>
          <p:nvPr>
            <p:ph type="pic" sz="quarter" idx="22"/>
          </p:nvPr>
        </p:nvSpPr>
        <p:spPr>
          <a:xfrm>
            <a:off x="6264346" y="1756644"/>
            <a:ext cx="864000" cy="864000"/>
          </a:xfrm>
        </p:spPr>
        <p:txBody>
          <a:bodyPr/>
          <a:lstStyle/>
          <a:p>
            <a:endParaRPr lang="en-IN"/>
          </a:p>
        </p:txBody>
      </p:sp>
      <p:sp>
        <p:nvSpPr>
          <p:cNvPr id="33" name="Text Placeholder 14">
            <a:extLst>
              <a:ext uri="{FF2B5EF4-FFF2-40B4-BE49-F238E27FC236}">
                <a16:creationId xmlns:a16="http://schemas.microsoft.com/office/drawing/2014/main" id="{DFAC25BB-48B8-6051-1F8B-ADB22C785E99}"/>
              </a:ext>
            </a:extLst>
          </p:cNvPr>
          <p:cNvSpPr>
            <a:spLocks noGrp="1"/>
          </p:cNvSpPr>
          <p:nvPr>
            <p:ph type="body" sz="quarter" idx="23" hasCustomPrompt="1"/>
          </p:nvPr>
        </p:nvSpPr>
        <p:spPr>
          <a:xfrm>
            <a:off x="7200656"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35" name="Text Placeholder 18">
            <a:extLst>
              <a:ext uri="{FF2B5EF4-FFF2-40B4-BE49-F238E27FC236}">
                <a16:creationId xmlns:a16="http://schemas.microsoft.com/office/drawing/2014/main" id="{CD646E58-13C1-67CB-9BDC-B9ECF03C9DA8}"/>
              </a:ext>
            </a:extLst>
          </p:cNvPr>
          <p:cNvSpPr>
            <a:spLocks noGrp="1"/>
          </p:cNvSpPr>
          <p:nvPr>
            <p:ph type="body" sz="quarter" idx="25" hasCustomPrompt="1"/>
          </p:nvPr>
        </p:nvSpPr>
        <p:spPr>
          <a:xfrm>
            <a:off x="6264346"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
        <p:nvSpPr>
          <p:cNvPr id="36" name="Rectangle 35">
            <a:extLst>
              <a:ext uri="{FF2B5EF4-FFF2-40B4-BE49-F238E27FC236}">
                <a16:creationId xmlns:a16="http://schemas.microsoft.com/office/drawing/2014/main" id="{B78C66A7-BACD-2703-970E-B9CF79C5DEF0}"/>
              </a:ext>
            </a:extLst>
          </p:cNvPr>
          <p:cNvSpPr/>
          <p:nvPr userDrawn="1"/>
        </p:nvSpPr>
        <p:spPr>
          <a:xfrm>
            <a:off x="9192525" y="1835391"/>
            <a:ext cx="2628000" cy="785253"/>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8000" tIns="0" rIns="72000" bIns="0" rtlCol="0" anchor="ctr"/>
          <a:lstStyle/>
          <a:p>
            <a:pPr>
              <a:spcAft>
                <a:spcPts val="300"/>
              </a:spcAft>
            </a:pPr>
            <a:endParaRPr lang="en-US" sz="1000"/>
          </a:p>
        </p:txBody>
      </p:sp>
      <p:grpSp>
        <p:nvGrpSpPr>
          <p:cNvPr id="37" name="Group 36">
            <a:extLst>
              <a:ext uri="{FF2B5EF4-FFF2-40B4-BE49-F238E27FC236}">
                <a16:creationId xmlns:a16="http://schemas.microsoft.com/office/drawing/2014/main" id="{F18C4D10-5765-8A5A-5C1B-20C62B9B95AB}"/>
              </a:ext>
            </a:extLst>
          </p:cNvPr>
          <p:cNvGrpSpPr>
            <a:grpSpLocks noChangeAspect="1"/>
          </p:cNvGrpSpPr>
          <p:nvPr userDrawn="1"/>
        </p:nvGrpSpPr>
        <p:grpSpPr>
          <a:xfrm>
            <a:off x="9190851" y="2758940"/>
            <a:ext cx="272178" cy="216000"/>
            <a:chOff x="1046150" y="843200"/>
            <a:chExt cx="562500" cy="446400"/>
          </a:xfrm>
          <a:solidFill>
            <a:schemeClr val="accent2"/>
          </a:solidFill>
        </p:grpSpPr>
        <p:sp>
          <p:nvSpPr>
            <p:cNvPr id="38" name="Freeform: Shape 37">
              <a:extLst>
                <a:ext uri="{FF2B5EF4-FFF2-40B4-BE49-F238E27FC236}">
                  <a16:creationId xmlns:a16="http://schemas.microsoft.com/office/drawing/2014/main" id="{01935DF2-EF55-CFFA-59FA-D73E91AB122B}"/>
                </a:ext>
              </a:extLst>
            </p:cNvPr>
            <p:cNvSpPr/>
            <p:nvPr/>
          </p:nvSpPr>
          <p:spPr>
            <a:xfrm>
              <a:off x="13836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78B64980-9AA5-72EA-6253-BEAE6B2C175A}"/>
                </a:ext>
              </a:extLst>
            </p:cNvPr>
            <p:cNvSpPr/>
            <p:nvPr/>
          </p:nvSpPr>
          <p:spPr>
            <a:xfrm>
              <a:off x="1046150" y="843200"/>
              <a:ext cx="225000" cy="446400"/>
            </a:xfrm>
            <a:custGeom>
              <a:avLst/>
              <a:gdLst>
                <a:gd name="connsiteX0" fmla="*/ 225000 w 225000"/>
                <a:gd name="connsiteY0" fmla="*/ 446400 h 446400"/>
                <a:gd name="connsiteX1" fmla="*/ 225000 w 225000"/>
                <a:gd name="connsiteY1" fmla="*/ 221400 h 446400"/>
                <a:gd name="connsiteX2" fmla="*/ 96638 w 225000"/>
                <a:gd name="connsiteY2" fmla="*/ 221400 h 446400"/>
                <a:gd name="connsiteX3" fmla="*/ 225000 w 225000"/>
                <a:gd name="connsiteY3" fmla="*/ 96525 h 446400"/>
                <a:gd name="connsiteX4" fmla="*/ 225000 w 225000"/>
                <a:gd name="connsiteY4" fmla="*/ 0 h 446400"/>
                <a:gd name="connsiteX5" fmla="*/ 0 w 225000"/>
                <a:gd name="connsiteY5" fmla="*/ 221400 h 446400"/>
                <a:gd name="connsiteX6" fmla="*/ 0 w 225000"/>
                <a:gd name="connsiteY6" fmla="*/ 221400 h 446400"/>
                <a:gd name="connsiteX7" fmla="*/ 0 w 225000"/>
                <a:gd name="connsiteY7" fmla="*/ 446400 h 4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00" h="446400">
                  <a:moveTo>
                    <a:pt x="225000" y="446400"/>
                  </a:moveTo>
                  <a:lnTo>
                    <a:pt x="225000" y="221400"/>
                  </a:lnTo>
                  <a:lnTo>
                    <a:pt x="96638" y="221400"/>
                  </a:lnTo>
                  <a:cubicBezTo>
                    <a:pt x="98586" y="151899"/>
                    <a:pt x="155472" y="96559"/>
                    <a:pt x="225000" y="96525"/>
                  </a:cubicBezTo>
                  <a:lnTo>
                    <a:pt x="225000" y="0"/>
                  </a:lnTo>
                  <a:cubicBezTo>
                    <a:pt x="102129" y="-16"/>
                    <a:pt x="1967" y="98544"/>
                    <a:pt x="0" y="221400"/>
                  </a:cubicBezTo>
                  <a:lnTo>
                    <a:pt x="0" y="221400"/>
                  </a:lnTo>
                  <a:lnTo>
                    <a:pt x="0" y="446400"/>
                  </a:lnTo>
                  <a:close/>
                </a:path>
              </a:pathLst>
            </a:custGeom>
            <a:grpFill/>
            <a:ln w="11212" cap="flat">
              <a:noFill/>
              <a:prstDash val="solid"/>
              <a:miter/>
            </a:ln>
          </p:spPr>
          <p:txBody>
            <a:bodyPr rtlCol="0" anchor="ctr"/>
            <a:lstStyle/>
            <a:p>
              <a:endParaRPr lang="en-IN"/>
            </a:p>
          </p:txBody>
        </p:sp>
      </p:grpSp>
      <p:sp>
        <p:nvSpPr>
          <p:cNvPr id="40" name="Picture Placeholder 11">
            <a:extLst>
              <a:ext uri="{FF2B5EF4-FFF2-40B4-BE49-F238E27FC236}">
                <a16:creationId xmlns:a16="http://schemas.microsoft.com/office/drawing/2014/main" id="{D1074B06-24DA-559F-E230-BE85E370C8CC}"/>
              </a:ext>
            </a:extLst>
          </p:cNvPr>
          <p:cNvSpPr>
            <a:spLocks noGrp="1"/>
          </p:cNvSpPr>
          <p:nvPr>
            <p:ph type="pic" sz="quarter" idx="26"/>
          </p:nvPr>
        </p:nvSpPr>
        <p:spPr>
          <a:xfrm>
            <a:off x="9192525" y="1756644"/>
            <a:ext cx="864000" cy="864000"/>
          </a:xfrm>
        </p:spPr>
        <p:txBody>
          <a:bodyPr/>
          <a:lstStyle/>
          <a:p>
            <a:endParaRPr lang="en-IN"/>
          </a:p>
        </p:txBody>
      </p:sp>
      <p:sp>
        <p:nvSpPr>
          <p:cNvPr id="41" name="Text Placeholder 14">
            <a:extLst>
              <a:ext uri="{FF2B5EF4-FFF2-40B4-BE49-F238E27FC236}">
                <a16:creationId xmlns:a16="http://schemas.microsoft.com/office/drawing/2014/main" id="{445A47BF-268F-75DE-C7B1-BA0F8B7938AE}"/>
              </a:ext>
            </a:extLst>
          </p:cNvPr>
          <p:cNvSpPr>
            <a:spLocks noGrp="1"/>
          </p:cNvSpPr>
          <p:nvPr>
            <p:ph type="body" sz="quarter" idx="27" hasCustomPrompt="1"/>
          </p:nvPr>
        </p:nvSpPr>
        <p:spPr>
          <a:xfrm>
            <a:off x="10149657" y="2074129"/>
            <a:ext cx="1619379" cy="307777"/>
          </a:xfrm>
        </p:spPr>
        <p:txBody>
          <a:bodyPr anchor="ctr"/>
          <a:lstStyle>
            <a:lvl1pPr marL="0" algn="l" defTabSz="914400" rtl="0" eaLnBrk="1" latinLnBrk="0" hangingPunct="1">
              <a:spcAft>
                <a:spcPts val="300"/>
              </a:spcAft>
              <a:defRPr lang="en-US" sz="1000" b="1" kern="1200" dirty="0" smtClean="0">
                <a:solidFill>
                  <a:schemeClr val="lt1"/>
                </a:solidFill>
                <a:latin typeface="+mn-lt"/>
                <a:ea typeface="+mn-ea"/>
                <a:cs typeface="+mn-cs"/>
              </a:defRPr>
            </a:lvl1pPr>
          </a:lstStyle>
          <a:p>
            <a:pPr lvl="0"/>
            <a:r>
              <a:rPr lang="en-US"/>
              <a:t>Click to edit Name and Designation</a:t>
            </a:r>
          </a:p>
        </p:txBody>
      </p:sp>
      <p:sp>
        <p:nvSpPr>
          <p:cNvPr id="43" name="Text Placeholder 18">
            <a:extLst>
              <a:ext uri="{FF2B5EF4-FFF2-40B4-BE49-F238E27FC236}">
                <a16:creationId xmlns:a16="http://schemas.microsoft.com/office/drawing/2014/main" id="{95D66A2F-A40B-51F2-A091-8776A33D33CF}"/>
              </a:ext>
            </a:extLst>
          </p:cNvPr>
          <p:cNvSpPr>
            <a:spLocks noGrp="1"/>
          </p:cNvSpPr>
          <p:nvPr>
            <p:ph type="body" sz="quarter" idx="29" hasCustomPrompt="1"/>
          </p:nvPr>
        </p:nvSpPr>
        <p:spPr>
          <a:xfrm>
            <a:off x="9192526" y="3113236"/>
            <a:ext cx="2627999" cy="184666"/>
          </a:xfrm>
        </p:spPr>
        <p:txBody>
          <a:bodyPr/>
          <a:lstStyle>
            <a:lvl1pPr algn="just">
              <a:defRPr sz="1200"/>
            </a:lvl1pPr>
            <a:lvl2pPr>
              <a:defRPr sz="1200"/>
            </a:lvl2pPr>
            <a:lvl3pPr>
              <a:defRPr sz="1200"/>
            </a:lvl3pPr>
            <a:lvl4pPr>
              <a:defRPr sz="1200"/>
            </a:lvl4pPr>
            <a:lvl5pPr>
              <a:defRPr sz="1200"/>
            </a:lvl5pPr>
          </a:lstStyle>
          <a:p>
            <a:pPr lvl="0"/>
            <a:r>
              <a:rPr lang="en-US"/>
              <a:t>Click to edit Testimonial text</a:t>
            </a:r>
          </a:p>
        </p:txBody>
      </p:sp>
    </p:spTree>
    <p:extLst>
      <p:ext uri="{BB962C8B-B14F-4D97-AF65-F5344CB8AC3E}">
        <p14:creationId xmlns:p14="http://schemas.microsoft.com/office/powerpoint/2010/main" val="9663227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ast slide (Info + Contact)">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32E1860-567C-F32D-6BD3-DAD1CD12766F}"/>
              </a:ext>
            </a:extLst>
          </p:cNvPr>
          <p:cNvSpPr/>
          <p:nvPr userDrawn="1"/>
        </p:nvSpPr>
        <p:spPr>
          <a:xfrm>
            <a:off x="8232000" y="0"/>
            <a:ext cx="3960000" cy="6858000"/>
          </a:xfrm>
          <a:prstGeom prst="rect">
            <a:avLst/>
          </a:prstGeom>
          <a:gradFill>
            <a:gsLst>
              <a:gs pos="90000">
                <a:schemeClr val="accent2"/>
              </a:gs>
              <a:gs pos="9000">
                <a:schemeClr val="accent1">
                  <a:lumMod val="50000"/>
                </a:schemeClr>
              </a:gs>
              <a:gs pos="50000">
                <a:schemeClr val="accent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US" err="1"/>
          </a:p>
        </p:txBody>
      </p:sp>
      <p:sp>
        <p:nvSpPr>
          <p:cNvPr id="5" name="Rectangle 4">
            <a:extLst>
              <a:ext uri="{FF2B5EF4-FFF2-40B4-BE49-F238E27FC236}">
                <a16:creationId xmlns:a16="http://schemas.microsoft.com/office/drawing/2014/main" id="{C8D7DE67-079F-7684-670E-6898CC16E786}"/>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B99363C9-3403-455D-4850-217E95EF245F}"/>
              </a:ext>
            </a:extLst>
          </p:cNvPr>
          <p:cNvGrpSpPr/>
          <p:nvPr userDrawn="1"/>
        </p:nvGrpSpPr>
        <p:grpSpPr>
          <a:xfrm>
            <a:off x="8232000" y="3343065"/>
            <a:ext cx="2032176" cy="2793600"/>
            <a:chOff x="8232000" y="3343065"/>
            <a:chExt cx="2032176" cy="2793600"/>
          </a:xfrm>
        </p:grpSpPr>
        <p:sp>
          <p:nvSpPr>
            <p:cNvPr id="68" name="Freeform: Shape 67">
              <a:extLst>
                <a:ext uri="{FF2B5EF4-FFF2-40B4-BE49-F238E27FC236}">
                  <a16:creationId xmlns:a16="http://schemas.microsoft.com/office/drawing/2014/main" id="{CACBE160-5B3F-BEB5-3122-0A8E025A7AC1}"/>
                </a:ext>
              </a:extLst>
            </p:cNvPr>
            <p:cNvSpPr/>
            <p:nvPr/>
          </p:nvSpPr>
          <p:spPr>
            <a:xfrm flipH="1" flipV="1">
              <a:off x="8232001" y="3343065"/>
              <a:ext cx="2032175" cy="2010763"/>
            </a:xfrm>
            <a:custGeom>
              <a:avLst/>
              <a:gdLst>
                <a:gd name="connsiteX0" fmla="*/ 1288953 w 3016268"/>
                <a:gd name="connsiteY0" fmla="*/ 2984328 h 2984488"/>
                <a:gd name="connsiteX1" fmla="*/ 3016268 w 3016268"/>
                <a:gd name="connsiteY1" fmla="*/ 2984328 h 2984488"/>
                <a:gd name="connsiteX2" fmla="*/ 3016268 w 3016268"/>
                <a:gd name="connsiteY2" fmla="*/ 2404478 h 2984488"/>
                <a:gd name="connsiteX3" fmla="*/ 1452354 w 3016268"/>
                <a:gd name="connsiteY3" fmla="*/ 2404478 h 2984488"/>
                <a:gd name="connsiteX4" fmla="*/ 1148146 w 3016268"/>
                <a:gd name="connsiteY4" fmla="*/ 2325419 h 2984488"/>
                <a:gd name="connsiteX5" fmla="*/ 919161 w 3016268"/>
                <a:gd name="connsiteY5" fmla="*/ 2116497 h 2984488"/>
                <a:gd name="connsiteX6" fmla="*/ 771879 w 3016268"/>
                <a:gd name="connsiteY6" fmla="*/ 1823690 h 2984488"/>
                <a:gd name="connsiteX7" fmla="*/ 720296 w 3016268"/>
                <a:gd name="connsiteY7" fmla="*/ 1504448 h 2984488"/>
                <a:gd name="connsiteX8" fmla="*/ 720296 w 3016268"/>
                <a:gd name="connsiteY8" fmla="*/ 1474227 h 2984488"/>
                <a:gd name="connsiteX9" fmla="*/ 771879 w 3016268"/>
                <a:gd name="connsiteY9" fmla="*/ 1157940 h 2984488"/>
                <a:gd name="connsiteX10" fmla="*/ 919161 w 3016268"/>
                <a:gd name="connsiteY10" fmla="*/ 865082 h 2984488"/>
                <a:gd name="connsiteX11" fmla="*/ 1148146 w 3016268"/>
                <a:gd name="connsiteY11" fmla="*/ 656217 h 2984488"/>
                <a:gd name="connsiteX12" fmla="*/ 1452354 w 3016268"/>
                <a:gd name="connsiteY12" fmla="*/ 577101 h 2984488"/>
                <a:gd name="connsiteX13" fmla="*/ 3016268 w 3016268"/>
                <a:gd name="connsiteY13" fmla="*/ 577101 h 2984488"/>
                <a:gd name="connsiteX14" fmla="*/ 3016268 w 3016268"/>
                <a:gd name="connsiteY14" fmla="*/ 206 h 2984488"/>
                <a:gd name="connsiteX15" fmla="*/ 1288953 w 3016268"/>
                <a:gd name="connsiteY15" fmla="*/ 206 h 2984488"/>
                <a:gd name="connsiteX16" fmla="*/ 726725 w 3016268"/>
                <a:gd name="connsiteY16" fmla="*/ 147647 h 2984488"/>
                <a:gd name="connsiteX17" fmla="*/ 323598 w 3016268"/>
                <a:gd name="connsiteY17" fmla="*/ 511732 h 2984488"/>
                <a:gd name="connsiteX18" fmla="*/ 81703 w 3016268"/>
                <a:gd name="connsiteY18" fmla="*/ 975402 h 2984488"/>
                <a:gd name="connsiteX19" fmla="*/ 0 w 3016268"/>
                <a:gd name="connsiteY19" fmla="*/ 1421502 h 2984488"/>
                <a:gd name="connsiteX20" fmla="*/ 0 w 3016268"/>
                <a:gd name="connsiteY20" fmla="*/ 1563032 h 2984488"/>
                <a:gd name="connsiteX21" fmla="*/ 81703 w 3016268"/>
                <a:gd name="connsiteY21" fmla="*/ 2009132 h 2984488"/>
                <a:gd name="connsiteX22" fmla="*/ 323598 w 3016268"/>
                <a:gd name="connsiteY22" fmla="*/ 2472809 h 2984488"/>
                <a:gd name="connsiteX23" fmla="*/ 726725 w 3016268"/>
                <a:gd name="connsiteY23" fmla="*/ 2836894 h 2984488"/>
                <a:gd name="connsiteX24" fmla="*/ 1288953 w 3016268"/>
                <a:gd name="connsiteY24" fmla="*/ 2984328 h 298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16268" h="2984488">
                  <a:moveTo>
                    <a:pt x="1288953" y="2984328"/>
                  </a:moveTo>
                  <a:lnTo>
                    <a:pt x="3016268" y="2984328"/>
                  </a:lnTo>
                  <a:lnTo>
                    <a:pt x="3016268" y="2404478"/>
                  </a:lnTo>
                  <a:lnTo>
                    <a:pt x="1452354" y="2404478"/>
                  </a:lnTo>
                  <a:cubicBezTo>
                    <a:pt x="1344627" y="2405772"/>
                    <a:pt x="1238822" y="2378296"/>
                    <a:pt x="1148146" y="2325419"/>
                  </a:cubicBezTo>
                  <a:cubicBezTo>
                    <a:pt x="1057007" y="2270621"/>
                    <a:pt x="979089" y="2199545"/>
                    <a:pt x="919161" y="2116497"/>
                  </a:cubicBezTo>
                  <a:cubicBezTo>
                    <a:pt x="853893" y="2026291"/>
                    <a:pt x="804224" y="1927530"/>
                    <a:pt x="771879" y="1823690"/>
                  </a:cubicBezTo>
                  <a:cubicBezTo>
                    <a:pt x="738076" y="1720009"/>
                    <a:pt x="720708" y="1612543"/>
                    <a:pt x="720296" y="1504448"/>
                  </a:cubicBezTo>
                  <a:lnTo>
                    <a:pt x="720296" y="1474227"/>
                  </a:lnTo>
                  <a:cubicBezTo>
                    <a:pt x="720556" y="1367071"/>
                    <a:pt x="737923" y="1260537"/>
                    <a:pt x="771879" y="1157940"/>
                  </a:cubicBezTo>
                  <a:cubicBezTo>
                    <a:pt x="804383" y="1054100"/>
                    <a:pt x="854046" y="955397"/>
                    <a:pt x="919161" y="865082"/>
                  </a:cubicBezTo>
                  <a:cubicBezTo>
                    <a:pt x="978779" y="781825"/>
                    <a:pt x="1056747" y="710699"/>
                    <a:pt x="1148146" y="656217"/>
                  </a:cubicBezTo>
                  <a:cubicBezTo>
                    <a:pt x="1238822" y="603334"/>
                    <a:pt x="1344627" y="575807"/>
                    <a:pt x="1452354" y="577101"/>
                  </a:cubicBezTo>
                  <a:lnTo>
                    <a:pt x="3016268" y="577101"/>
                  </a:lnTo>
                  <a:lnTo>
                    <a:pt x="3016268" y="206"/>
                  </a:lnTo>
                  <a:lnTo>
                    <a:pt x="1288953" y="206"/>
                  </a:lnTo>
                  <a:cubicBezTo>
                    <a:pt x="1089409" y="-3681"/>
                    <a:pt x="893290" y="47745"/>
                    <a:pt x="726725" y="147647"/>
                  </a:cubicBezTo>
                  <a:cubicBezTo>
                    <a:pt x="567155" y="243554"/>
                    <a:pt x="430082" y="367348"/>
                    <a:pt x="323598" y="511732"/>
                  </a:cubicBezTo>
                  <a:cubicBezTo>
                    <a:pt x="218205" y="654607"/>
                    <a:pt x="136654" y="810861"/>
                    <a:pt x="81703" y="975402"/>
                  </a:cubicBezTo>
                  <a:cubicBezTo>
                    <a:pt x="30792" y="1119735"/>
                    <a:pt x="3266" y="1269972"/>
                    <a:pt x="0" y="1421502"/>
                  </a:cubicBezTo>
                  <a:lnTo>
                    <a:pt x="0" y="1563032"/>
                  </a:lnTo>
                  <a:cubicBezTo>
                    <a:pt x="3266" y="1714569"/>
                    <a:pt x="30792" y="1864805"/>
                    <a:pt x="81703" y="2009132"/>
                  </a:cubicBezTo>
                  <a:cubicBezTo>
                    <a:pt x="136654" y="2173680"/>
                    <a:pt x="218205" y="2329928"/>
                    <a:pt x="323598" y="2472809"/>
                  </a:cubicBezTo>
                  <a:cubicBezTo>
                    <a:pt x="430082" y="2617186"/>
                    <a:pt x="567155" y="2740981"/>
                    <a:pt x="726725" y="2836894"/>
                  </a:cubicBezTo>
                  <a:cubicBezTo>
                    <a:pt x="893499" y="2936377"/>
                    <a:pt x="1089460" y="2987752"/>
                    <a:pt x="1288953" y="2984328"/>
                  </a:cubicBezTo>
                  <a:close/>
                </a:path>
              </a:pathLst>
            </a:custGeom>
            <a:solidFill>
              <a:schemeClr val="bg1">
                <a:alpha val="10000"/>
              </a:schemeClr>
            </a:solidFill>
            <a:ln w="8151" cap="flat">
              <a:noFill/>
              <a:prstDash val="solid"/>
              <a:miter/>
            </a:ln>
          </p:spPr>
          <p:txBody>
            <a:bodyPr wrap="square" rtlCol="0" anchor="ctr">
              <a:noAutofit/>
            </a:bodyPr>
            <a:lstStyle/>
            <a:p>
              <a:endParaRPr lang="en-IN"/>
            </a:p>
          </p:txBody>
        </p:sp>
        <p:sp>
          <p:nvSpPr>
            <p:cNvPr id="69" name="Freeform: Shape 68">
              <a:extLst>
                <a:ext uri="{FF2B5EF4-FFF2-40B4-BE49-F238E27FC236}">
                  <a16:creationId xmlns:a16="http://schemas.microsoft.com/office/drawing/2014/main" id="{8E4CE958-D148-5988-ADC9-B7C06C9620F0}"/>
                </a:ext>
              </a:extLst>
            </p:cNvPr>
            <p:cNvSpPr/>
            <p:nvPr userDrawn="1"/>
          </p:nvSpPr>
          <p:spPr>
            <a:xfrm flipH="1">
              <a:off x="8232000" y="5744704"/>
              <a:ext cx="1294947" cy="391961"/>
            </a:xfrm>
            <a:custGeom>
              <a:avLst/>
              <a:gdLst>
                <a:gd name="connsiteX0" fmla="*/ 0 w 1922033"/>
                <a:gd name="connsiteY0" fmla="*/ 0 h 581771"/>
                <a:gd name="connsiteX1" fmla="*/ 1922033 w 1922033"/>
                <a:gd name="connsiteY1" fmla="*/ 0 h 581771"/>
                <a:gd name="connsiteX2" fmla="*/ 1922033 w 1922033"/>
                <a:gd name="connsiteY2" fmla="*/ 581771 h 581771"/>
                <a:gd name="connsiteX3" fmla="*/ 0 w 1922033"/>
                <a:gd name="connsiteY3" fmla="*/ 581771 h 581771"/>
              </a:gdLst>
              <a:ahLst/>
              <a:cxnLst>
                <a:cxn ang="0">
                  <a:pos x="connsiteX0" y="connsiteY0"/>
                </a:cxn>
                <a:cxn ang="0">
                  <a:pos x="connsiteX1" y="connsiteY1"/>
                </a:cxn>
                <a:cxn ang="0">
                  <a:pos x="connsiteX2" y="connsiteY2"/>
                </a:cxn>
                <a:cxn ang="0">
                  <a:pos x="connsiteX3" y="connsiteY3"/>
                </a:cxn>
              </a:cxnLst>
              <a:rect l="l" t="t" r="r" b="b"/>
              <a:pathLst>
                <a:path w="1922033" h="581771">
                  <a:moveTo>
                    <a:pt x="0" y="0"/>
                  </a:moveTo>
                  <a:lnTo>
                    <a:pt x="1922033" y="0"/>
                  </a:lnTo>
                  <a:lnTo>
                    <a:pt x="1922033" y="581771"/>
                  </a:lnTo>
                  <a:lnTo>
                    <a:pt x="0" y="581771"/>
                  </a:ln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lvl="0" algn="ctr"/>
              <a:endParaRPr lang="en-US" err="1"/>
            </a:p>
          </p:txBody>
        </p:sp>
      </p:grpSp>
      <p:cxnSp>
        <p:nvCxnSpPr>
          <p:cNvPr id="4" name="Straight Connector 3">
            <a:extLst>
              <a:ext uri="{FF2B5EF4-FFF2-40B4-BE49-F238E27FC236}">
                <a16:creationId xmlns:a16="http://schemas.microsoft.com/office/drawing/2014/main" id="{A68AD239-B35F-F371-7011-66F29DD41AD3}"/>
              </a:ext>
            </a:extLst>
          </p:cNvPr>
          <p:cNvCxnSpPr>
            <a:cxnSpLocks/>
          </p:cNvCxnSpPr>
          <p:nvPr userDrawn="1"/>
        </p:nvCxnSpPr>
        <p:spPr>
          <a:xfrm>
            <a:off x="397774" y="4350662"/>
            <a:ext cx="6626369"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EC9B3A4-AAA1-4723-E49E-4CF77093BC38}"/>
              </a:ext>
            </a:extLst>
          </p:cNvPr>
          <p:cNvSpPr txBox="1"/>
          <p:nvPr userDrawn="1"/>
        </p:nvSpPr>
        <p:spPr>
          <a:xfrm>
            <a:off x="397774" y="4883916"/>
            <a:ext cx="1851469" cy="44627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200" b="1" i="0" u="none" strike="noStrike" kern="1200" cap="none" spc="0" normalizeH="0" baseline="0" noProof="0">
                <a:ln>
                  <a:noFill/>
                </a:ln>
                <a:solidFill>
                  <a:schemeClr val="tx1"/>
                </a:solidFill>
                <a:effectLst/>
                <a:uLnTx/>
                <a:uFillTx/>
                <a:latin typeface="+mn-lt"/>
                <a:ea typeface="+mn-ea"/>
                <a:cs typeface="+mn-cs"/>
              </a:rPr>
              <a:t>Contact us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3C3C3C"/>
                </a:solidFill>
                <a:effectLst/>
                <a:uLnTx/>
                <a:uFillTx/>
                <a:latin typeface="+mn-lt"/>
                <a:ea typeface="+mn-ea"/>
                <a:cs typeface="+mn-cs"/>
                <a:hlinkClick r:id="rId2"/>
              </a:rPr>
              <a:t>info@opustechglobal.com</a:t>
            </a:r>
            <a:r>
              <a:rPr kumimoji="0" lang="en-IN" sz="1200" b="0" i="0" u="none" strike="noStrike" kern="1200" cap="none" spc="0" normalizeH="0" baseline="0" noProof="0">
                <a:ln>
                  <a:noFill/>
                </a:ln>
                <a:solidFill>
                  <a:srgbClr val="3C3C3C"/>
                </a:solidFill>
                <a:effectLst/>
                <a:uLnTx/>
                <a:uFillTx/>
                <a:latin typeface="+mn-lt"/>
                <a:ea typeface="+mn-ea"/>
                <a:cs typeface="+mn-cs"/>
              </a:rPr>
              <a:t> </a:t>
            </a:r>
          </a:p>
        </p:txBody>
      </p:sp>
      <p:grpSp>
        <p:nvGrpSpPr>
          <p:cNvPr id="9" name="Group 8">
            <a:extLst>
              <a:ext uri="{FF2B5EF4-FFF2-40B4-BE49-F238E27FC236}">
                <a16:creationId xmlns:a16="http://schemas.microsoft.com/office/drawing/2014/main" id="{40946687-ED7E-A687-75DD-521C285CB697}"/>
              </a:ext>
            </a:extLst>
          </p:cNvPr>
          <p:cNvGrpSpPr/>
          <p:nvPr userDrawn="1"/>
        </p:nvGrpSpPr>
        <p:grpSpPr>
          <a:xfrm>
            <a:off x="397774" y="5935748"/>
            <a:ext cx="244756" cy="245788"/>
            <a:chOff x="5058135" y="1987666"/>
            <a:chExt cx="324245" cy="325612"/>
          </a:xfrm>
        </p:grpSpPr>
        <p:sp>
          <p:nvSpPr>
            <p:cNvPr id="11" name="Rounded Rectangle 30">
              <a:extLst>
                <a:ext uri="{FF2B5EF4-FFF2-40B4-BE49-F238E27FC236}">
                  <a16:creationId xmlns:a16="http://schemas.microsoft.com/office/drawing/2014/main" id="{32B323F0-6022-EFDA-9A83-FF2E10DF1539}"/>
                </a:ext>
              </a:extLst>
            </p:cNvPr>
            <p:cNvSpPr/>
            <p:nvPr userDrawn="1"/>
          </p:nvSpPr>
          <p:spPr>
            <a:xfrm>
              <a:off x="5058135" y="1987666"/>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2" name="Graphic 11">
              <a:extLst>
                <a:ext uri="{FF2B5EF4-FFF2-40B4-BE49-F238E27FC236}">
                  <a16:creationId xmlns:a16="http://schemas.microsoft.com/office/drawing/2014/main" id="{E14AA33F-B62B-F600-54D3-CB756EA7E2B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121884" y="2059841"/>
              <a:ext cx="253437" cy="253437"/>
            </a:xfrm>
            <a:prstGeom prst="rect">
              <a:avLst/>
            </a:prstGeom>
          </p:spPr>
        </p:pic>
        <p:sp>
          <p:nvSpPr>
            <p:cNvPr id="13" name="Rounded Rectangle 45">
              <a:hlinkClick r:id="rId5"/>
              <a:extLst>
                <a:ext uri="{FF2B5EF4-FFF2-40B4-BE49-F238E27FC236}">
                  <a16:creationId xmlns:a16="http://schemas.microsoft.com/office/drawing/2014/main" id="{5B8D242C-78E6-7942-7D36-F5A225664C02}"/>
                </a:ext>
              </a:extLst>
            </p:cNvPr>
            <p:cNvSpPr/>
            <p:nvPr userDrawn="1"/>
          </p:nvSpPr>
          <p:spPr>
            <a:xfrm>
              <a:off x="5058135" y="1989033"/>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4" name="Group 13">
            <a:extLst>
              <a:ext uri="{FF2B5EF4-FFF2-40B4-BE49-F238E27FC236}">
                <a16:creationId xmlns:a16="http://schemas.microsoft.com/office/drawing/2014/main" id="{C4F1C457-A49A-2CB6-A796-7630D48E822B}"/>
              </a:ext>
            </a:extLst>
          </p:cNvPr>
          <p:cNvGrpSpPr/>
          <p:nvPr userDrawn="1"/>
        </p:nvGrpSpPr>
        <p:grpSpPr>
          <a:xfrm>
            <a:off x="783098" y="5937117"/>
            <a:ext cx="244758" cy="244757"/>
            <a:chOff x="5561312" y="1989033"/>
            <a:chExt cx="324247" cy="324246"/>
          </a:xfrm>
        </p:grpSpPr>
        <p:sp>
          <p:nvSpPr>
            <p:cNvPr id="15" name="Rounded Rectangle 14">
              <a:extLst>
                <a:ext uri="{FF2B5EF4-FFF2-40B4-BE49-F238E27FC236}">
                  <a16:creationId xmlns:a16="http://schemas.microsoft.com/office/drawing/2014/main" id="{F5711B35-9AB3-B78F-535B-C4105986AF38}"/>
                </a:ext>
              </a:extLst>
            </p:cNvPr>
            <p:cNvSpPr/>
            <p:nvPr/>
          </p:nvSpPr>
          <p:spPr>
            <a:xfrm>
              <a:off x="5561312" y="1989033"/>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6" name="Graphic 15">
              <a:extLst>
                <a:ext uri="{FF2B5EF4-FFF2-40B4-BE49-F238E27FC236}">
                  <a16:creationId xmlns:a16="http://schemas.microsoft.com/office/drawing/2014/main" id="{528B4E5B-059E-1229-5FEC-4DCF95DF4A16}"/>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605214" y="2032935"/>
              <a:ext cx="236441" cy="236441"/>
            </a:xfrm>
            <a:prstGeom prst="rect">
              <a:avLst/>
            </a:prstGeom>
          </p:spPr>
        </p:pic>
        <p:sp>
          <p:nvSpPr>
            <p:cNvPr id="17" name="Rounded Rectangle 46">
              <a:hlinkClick r:id="rId8"/>
              <a:extLst>
                <a:ext uri="{FF2B5EF4-FFF2-40B4-BE49-F238E27FC236}">
                  <a16:creationId xmlns:a16="http://schemas.microsoft.com/office/drawing/2014/main" id="{048469D6-6431-3AC8-28F4-91D8F0C63124}"/>
                </a:ext>
              </a:extLst>
            </p:cNvPr>
            <p:cNvSpPr/>
            <p:nvPr/>
          </p:nvSpPr>
          <p:spPr>
            <a:xfrm>
              <a:off x="5561314" y="1989034"/>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8" name="Group 17">
            <a:extLst>
              <a:ext uri="{FF2B5EF4-FFF2-40B4-BE49-F238E27FC236}">
                <a16:creationId xmlns:a16="http://schemas.microsoft.com/office/drawing/2014/main" id="{97E8D9EA-570F-DBD3-938E-075724F44BF9}"/>
              </a:ext>
            </a:extLst>
          </p:cNvPr>
          <p:cNvGrpSpPr/>
          <p:nvPr userDrawn="1"/>
        </p:nvGrpSpPr>
        <p:grpSpPr>
          <a:xfrm>
            <a:off x="1137854" y="5937116"/>
            <a:ext cx="244756" cy="244756"/>
            <a:chOff x="6064488" y="1989033"/>
            <a:chExt cx="324245" cy="324245"/>
          </a:xfrm>
        </p:grpSpPr>
        <p:sp>
          <p:nvSpPr>
            <p:cNvPr id="19" name="Rounded Rectangle 32">
              <a:extLst>
                <a:ext uri="{FF2B5EF4-FFF2-40B4-BE49-F238E27FC236}">
                  <a16:creationId xmlns:a16="http://schemas.microsoft.com/office/drawing/2014/main" id="{932C3F7F-C562-9EF3-5915-2886F652A55B}"/>
                </a:ext>
              </a:extLst>
            </p:cNvPr>
            <p:cNvSpPr/>
            <p:nvPr/>
          </p:nvSpPr>
          <p:spPr>
            <a:xfrm>
              <a:off x="6064488" y="1989033"/>
              <a:ext cx="324245" cy="324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34" name="Graphic 33">
              <a:extLst>
                <a:ext uri="{FF2B5EF4-FFF2-40B4-BE49-F238E27FC236}">
                  <a16:creationId xmlns:a16="http://schemas.microsoft.com/office/drawing/2014/main" id="{D5605354-801D-B621-A22B-DF7D0DA5469A}"/>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133520" y="2058065"/>
              <a:ext cx="186182" cy="186182"/>
            </a:xfrm>
            <a:prstGeom prst="rect">
              <a:avLst/>
            </a:prstGeom>
          </p:spPr>
        </p:pic>
        <p:sp>
          <p:nvSpPr>
            <p:cNvPr id="35" name="Rounded Rectangle 47">
              <a:hlinkClick r:id="rId11"/>
              <a:extLst>
                <a:ext uri="{FF2B5EF4-FFF2-40B4-BE49-F238E27FC236}">
                  <a16:creationId xmlns:a16="http://schemas.microsoft.com/office/drawing/2014/main" id="{8AF558F2-3E41-5D59-DCF3-80669B560D50}"/>
                </a:ext>
              </a:extLst>
            </p:cNvPr>
            <p:cNvSpPr/>
            <p:nvPr/>
          </p:nvSpPr>
          <p:spPr>
            <a:xfrm>
              <a:off x="6064488" y="1989033"/>
              <a:ext cx="324245" cy="324245"/>
            </a:xfrm>
            <a:prstGeom prst="round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sp>
        <p:nvSpPr>
          <p:cNvPr id="36" name="TextBox 35">
            <a:extLst>
              <a:ext uri="{FF2B5EF4-FFF2-40B4-BE49-F238E27FC236}">
                <a16:creationId xmlns:a16="http://schemas.microsoft.com/office/drawing/2014/main" id="{6451EDB8-2BFD-92BA-320E-88D26A70241A}"/>
              </a:ext>
            </a:extLst>
          </p:cNvPr>
          <p:cNvSpPr txBox="1"/>
          <p:nvPr userDrawn="1"/>
        </p:nvSpPr>
        <p:spPr>
          <a:xfrm>
            <a:off x="397774" y="5540637"/>
            <a:ext cx="17724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3C3C3C"/>
                </a:solidFill>
                <a:effectLst/>
                <a:uLnTx/>
                <a:uFillTx/>
                <a:latin typeface="+mn-lt"/>
                <a:ea typeface="+mn-ea"/>
                <a:cs typeface="+mn-cs"/>
                <a:hlinkClick r:id="rId12"/>
              </a:rPr>
              <a:t>www.opustechglobal.com</a:t>
            </a:r>
            <a:r>
              <a:rPr kumimoji="0" lang="en-IN" sz="1200" b="0" i="0" u="none" strike="noStrike" kern="1200" cap="none" spc="0" normalizeH="0" baseline="0" noProof="0">
                <a:ln>
                  <a:noFill/>
                </a:ln>
                <a:solidFill>
                  <a:srgbClr val="3C3C3C"/>
                </a:solidFill>
                <a:effectLst/>
                <a:uLnTx/>
                <a:uFillTx/>
                <a:latin typeface="+mn-lt"/>
                <a:ea typeface="+mn-ea"/>
                <a:cs typeface="+mn-cs"/>
              </a:rPr>
              <a:t> </a:t>
            </a:r>
          </a:p>
        </p:txBody>
      </p:sp>
      <p:sp>
        <p:nvSpPr>
          <p:cNvPr id="20" name="Freeform 7">
            <a:extLst>
              <a:ext uri="{FF2B5EF4-FFF2-40B4-BE49-F238E27FC236}">
                <a16:creationId xmlns:a16="http://schemas.microsoft.com/office/drawing/2014/main" id="{23287CC6-1A61-005C-8C34-4BB7978689BB}"/>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Slide Number Placeholder 3">
            <a:extLst>
              <a:ext uri="{FF2B5EF4-FFF2-40B4-BE49-F238E27FC236}">
                <a16:creationId xmlns:a16="http://schemas.microsoft.com/office/drawing/2014/main" id="{77B3364D-3D86-8FB4-AC30-D06304B61A34}"/>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solidFill>
                  <a:schemeClr val="accent1"/>
                </a:solidFill>
              </a:rPr>
              <a:pPr algn="ctr"/>
              <a:t>‹#›</a:t>
            </a:fld>
            <a:endParaRPr lang="en-IN" sz="900">
              <a:solidFill>
                <a:schemeClr val="accent1"/>
              </a:solidFill>
            </a:endParaRPr>
          </a:p>
        </p:txBody>
      </p:sp>
      <p:sp>
        <p:nvSpPr>
          <p:cNvPr id="23" name="TextBox 22">
            <a:extLst>
              <a:ext uri="{FF2B5EF4-FFF2-40B4-BE49-F238E27FC236}">
                <a16:creationId xmlns:a16="http://schemas.microsoft.com/office/drawing/2014/main" id="{99F233BD-7B67-A84D-422A-734784D0E574}"/>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6" name="TextBox 5">
            <a:extLst>
              <a:ext uri="{FF2B5EF4-FFF2-40B4-BE49-F238E27FC236}">
                <a16:creationId xmlns:a16="http://schemas.microsoft.com/office/drawing/2014/main" id="{DBB6928D-740F-6D07-CA9D-E262E166CCE7}"/>
              </a:ext>
            </a:extLst>
          </p:cNvPr>
          <p:cNvSpPr txBox="1"/>
          <p:nvPr userDrawn="1"/>
        </p:nvSpPr>
        <p:spPr>
          <a:xfrm>
            <a:off x="397774" y="2341667"/>
            <a:ext cx="6701930" cy="1446550"/>
          </a:xfrm>
          <a:prstGeom prst="rect">
            <a:avLst/>
          </a:prstGeom>
          <a:noFill/>
        </p:spPr>
        <p:txBody>
          <a:bodyPr wrap="square" lIns="0" tIns="0" rIns="0" bIns="0" rtlCol="0">
            <a:spAutoFit/>
          </a:bodyPr>
          <a:lstStyle/>
          <a:p>
            <a:pPr>
              <a:spcAft>
                <a:spcPts val="600"/>
              </a:spcAft>
              <a:buNone/>
            </a:pPr>
            <a:r>
              <a:rPr lang="en-US" sz="1200"/>
              <a:t>Opus is a trusted engineering partner to payment providers, banks and </a:t>
            </a:r>
            <a:r>
              <a:rPr lang="en-US" sz="1200" err="1"/>
              <a:t>fintechs</a:t>
            </a:r>
            <a:r>
              <a:rPr lang="en-US" sz="1200"/>
              <a:t> navigating change in a real-time, digital-first world. We solve for business value—accelerating go-to-market, unlocking future readiness, and powering transformation at scale.</a:t>
            </a:r>
          </a:p>
          <a:p>
            <a:pPr>
              <a:spcAft>
                <a:spcPts val="600"/>
              </a:spcAft>
              <a:buNone/>
            </a:pPr>
            <a:r>
              <a:rPr lang="en-US" sz="1200"/>
              <a:t>Our promise is simple: Business Value Acceleration. Realization. Maximization.</a:t>
            </a:r>
          </a:p>
          <a:p>
            <a:pPr>
              <a:spcAft>
                <a:spcPts val="600"/>
              </a:spcAft>
              <a:buNone/>
            </a:pPr>
            <a:r>
              <a:rPr lang="en-US" sz="1200"/>
              <a:t>We deliver on this promise through the Opus trifecta—a domain-native engineering skillset, a value-creation mindset, and a toolset that drives business agility. From MVP (Minimum Viable Product to MPT (Maximum Possible Transformation), Opus turns engineering into business advantage.</a:t>
            </a:r>
          </a:p>
        </p:txBody>
      </p:sp>
      <p:pic>
        <p:nvPicPr>
          <p:cNvPr id="8" name="Graphic 7">
            <a:extLst>
              <a:ext uri="{FF2B5EF4-FFF2-40B4-BE49-F238E27FC236}">
                <a16:creationId xmlns:a16="http://schemas.microsoft.com/office/drawing/2014/main" id="{44694DAA-15E7-8AA7-C241-FE344D4BC93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97774" y="1485900"/>
            <a:ext cx="1932006" cy="432000"/>
          </a:xfrm>
          <a:prstGeom prst="rect">
            <a:avLst/>
          </a:prstGeom>
        </p:spPr>
      </p:pic>
    </p:spTree>
    <p:extLst>
      <p:ext uri="{BB962C8B-B14F-4D97-AF65-F5344CB8AC3E}">
        <p14:creationId xmlns:p14="http://schemas.microsoft.com/office/powerpoint/2010/main" val="11788820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4524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_Title only (Style 2) - Layou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26F002-2361-A973-562A-B863BEDDD314}"/>
              </a:ext>
            </a:extLst>
          </p:cNvPr>
          <p:cNvSpPr/>
          <p:nvPr userDrawn="1"/>
        </p:nvSpPr>
        <p:spPr>
          <a:xfrm>
            <a:off x="0" y="4348480"/>
            <a:ext cx="12192000" cy="25095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39525" cy="430887"/>
          </a:xfrm>
        </p:spPr>
        <p:txBody>
          <a:bodyPr wrap="square" anchor="t">
            <a:spAutoFit/>
          </a:bodyPr>
          <a:lstStyle>
            <a:lvl1pPr>
              <a:defRPr sz="2800">
                <a:solidFill>
                  <a:schemeClr val="accent1"/>
                </a:solidFill>
              </a:defRPr>
            </a:lvl1pPr>
          </a:lstStyle>
          <a:p>
            <a:r>
              <a:rPr lang="en-US"/>
              <a:t>Click to edit Master title style</a:t>
            </a:r>
            <a:endParaRPr lang="en-IN"/>
          </a:p>
        </p:txBody>
      </p:sp>
      <p:sp>
        <p:nvSpPr>
          <p:cNvPr id="4" name="Freeform 7">
            <a:extLst>
              <a:ext uri="{FF2B5EF4-FFF2-40B4-BE49-F238E27FC236}">
                <a16:creationId xmlns:a16="http://schemas.microsoft.com/office/drawing/2014/main" id="{442CB260-0370-B8BD-913F-2B6F3B15FBF5}"/>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E102380C-DFC5-81D3-B84F-3A01D7F73CA8}"/>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64B6045-C2A8-4CEF-95F1-F931BFD7A7F3}" type="slidenum">
              <a:rPr lang="en-IN" sz="900" smtClean="0"/>
              <a:pPr algn="ctr"/>
              <a:t>‹#›</a:t>
            </a:fld>
            <a:endParaRPr lang="en-IN" sz="900"/>
          </a:p>
        </p:txBody>
      </p:sp>
      <p:sp>
        <p:nvSpPr>
          <p:cNvPr id="7" name="TextBox 6">
            <a:extLst>
              <a:ext uri="{FF2B5EF4-FFF2-40B4-BE49-F238E27FC236}">
                <a16:creationId xmlns:a16="http://schemas.microsoft.com/office/drawing/2014/main" id="{F09D8371-819A-C4B0-42A9-EC6C8FB6EBE3}"/>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grpSp>
        <p:nvGrpSpPr>
          <p:cNvPr id="11" name="Group 10">
            <a:extLst>
              <a:ext uri="{FF2B5EF4-FFF2-40B4-BE49-F238E27FC236}">
                <a16:creationId xmlns:a16="http://schemas.microsoft.com/office/drawing/2014/main" id="{6134554D-5F03-B8C8-E29F-A5D6EFBFD16C}"/>
              </a:ext>
            </a:extLst>
          </p:cNvPr>
          <p:cNvGrpSpPr/>
          <p:nvPr userDrawn="1"/>
        </p:nvGrpSpPr>
        <p:grpSpPr>
          <a:xfrm>
            <a:off x="0" y="6465881"/>
            <a:ext cx="1628676" cy="392119"/>
            <a:chOff x="0" y="6465881"/>
            <a:chExt cx="1628676" cy="392119"/>
          </a:xfrm>
        </p:grpSpPr>
        <p:sp>
          <p:nvSpPr>
            <p:cNvPr id="12" name="Freeform: Shape 11">
              <a:extLst>
                <a:ext uri="{FF2B5EF4-FFF2-40B4-BE49-F238E27FC236}">
                  <a16:creationId xmlns:a16="http://schemas.microsoft.com/office/drawing/2014/main" id="{C93226C5-F5B5-6196-533E-420DC7AFE72A}"/>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1"/>
            </a:solidFill>
            <a:ln w="13935" cap="flat">
              <a:noFill/>
              <a:prstDash val="solid"/>
              <a:miter/>
            </a:ln>
          </p:spPr>
          <p:txBody>
            <a:bodyPr wrap="square" rtlCol="0" anchor="ctr">
              <a:noAutofit/>
            </a:bodyPr>
            <a:lstStyle/>
            <a:p>
              <a:endParaRPr lang="en-IN"/>
            </a:p>
          </p:txBody>
        </p:sp>
        <p:pic>
          <p:nvPicPr>
            <p:cNvPr id="13" name="Graphic 12">
              <a:extLst>
                <a:ext uri="{FF2B5EF4-FFF2-40B4-BE49-F238E27FC236}">
                  <a16:creationId xmlns:a16="http://schemas.microsoft.com/office/drawing/2014/main" id="{79527B54-96FA-A3D5-1C7C-77511C6400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8" name="TextBox 7">
            <a:extLst>
              <a:ext uri="{FF2B5EF4-FFF2-40B4-BE49-F238E27FC236}">
                <a16:creationId xmlns:a16="http://schemas.microsoft.com/office/drawing/2014/main" id="{60CE717F-6344-85D5-D109-5BA04FDAFD7E}"/>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4095997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2_Title Only (Style 1) - Layou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74EB25-A259-4F5C-0144-E8EF0DC09CBE}"/>
              </a:ext>
            </a:extLst>
          </p:cNvPr>
          <p:cNvSpPr/>
          <p:nvPr userDrawn="1"/>
        </p:nvSpPr>
        <p:spPr>
          <a:xfrm>
            <a:off x="0" y="1"/>
            <a:ext cx="415544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8" name="Rectangle: Single Corner Rounded 7">
            <a:extLst>
              <a:ext uri="{FF2B5EF4-FFF2-40B4-BE49-F238E27FC236}">
                <a16:creationId xmlns:a16="http://schemas.microsoft.com/office/drawing/2014/main" id="{376A46AF-B7CF-AA1A-416F-3B6109172CA2}"/>
              </a:ext>
            </a:extLst>
          </p:cNvPr>
          <p:cNvSpPr/>
          <p:nvPr userDrawn="1"/>
        </p:nvSpPr>
        <p:spPr>
          <a:xfrm flipV="1">
            <a:off x="0" y="0"/>
            <a:ext cx="4155440" cy="3120320"/>
          </a:xfrm>
          <a:prstGeom prst="round1Rect">
            <a:avLst/>
          </a:prstGeom>
          <a:gradFill flip="none" rotWithShape="1">
            <a:gsLst>
              <a:gs pos="90000">
                <a:schemeClr val="accent2"/>
              </a:gs>
              <a:gs pos="9000">
                <a:schemeClr val="accent1">
                  <a:lumMod val="50000"/>
                </a:schemeClr>
              </a:gs>
              <a:gs pos="50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lvl="0" algn="ctr"/>
            <a:endParaRPr lang="en-IN"/>
          </a:p>
        </p:txBody>
      </p:sp>
      <p:sp>
        <p:nvSpPr>
          <p:cNvPr id="2" name="Title 1">
            <a:extLst>
              <a:ext uri="{FF2B5EF4-FFF2-40B4-BE49-F238E27FC236}">
                <a16:creationId xmlns:a16="http://schemas.microsoft.com/office/drawing/2014/main" id="{4C1B42BC-4AA7-BF8A-04EB-42063BD3B0BD}"/>
              </a:ext>
            </a:extLst>
          </p:cNvPr>
          <p:cNvSpPr>
            <a:spLocks noGrp="1"/>
          </p:cNvSpPr>
          <p:nvPr>
            <p:ph type="title" hasCustomPrompt="1"/>
          </p:nvPr>
        </p:nvSpPr>
        <p:spPr>
          <a:xfrm>
            <a:off x="381000" y="930545"/>
            <a:ext cx="3207600" cy="861774"/>
          </a:xfrm>
        </p:spPr>
        <p:txBody>
          <a:bodyPr>
            <a:spAutoFit/>
          </a:bodyPr>
          <a:lstStyle>
            <a:lvl1pPr>
              <a:defRPr>
                <a:solidFill>
                  <a:schemeClr val="bg1"/>
                </a:solidFill>
              </a:defRPr>
            </a:lvl1pPr>
          </a:lstStyle>
          <a:p>
            <a:r>
              <a:rPr lang="en-US" dirty="0"/>
              <a:t>Click to edit Slide title style</a:t>
            </a:r>
            <a:endParaRPr lang="en-IN" dirty="0"/>
          </a:p>
        </p:txBody>
      </p:sp>
      <p:sp>
        <p:nvSpPr>
          <p:cNvPr id="6" name="Rectangle 5">
            <a:extLst>
              <a:ext uri="{FF2B5EF4-FFF2-40B4-BE49-F238E27FC236}">
                <a16:creationId xmlns:a16="http://schemas.microsoft.com/office/drawing/2014/main" id="{8ABC2B11-0855-B651-D25B-7723BA7D53AF}"/>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DDBFAAC9-4EEB-734A-ADB1-B7E96D7D2DD1}"/>
              </a:ext>
            </a:extLst>
          </p:cNvPr>
          <p:cNvGrpSpPr/>
          <p:nvPr userDrawn="1"/>
        </p:nvGrpSpPr>
        <p:grpSpPr>
          <a:xfrm>
            <a:off x="0" y="6465881"/>
            <a:ext cx="1628676" cy="392119"/>
            <a:chOff x="0" y="6465881"/>
            <a:chExt cx="1628676" cy="392119"/>
          </a:xfrm>
        </p:grpSpPr>
        <p:sp>
          <p:nvSpPr>
            <p:cNvPr id="5" name="Freeform: Shape 4">
              <a:extLst>
                <a:ext uri="{FF2B5EF4-FFF2-40B4-BE49-F238E27FC236}">
                  <a16:creationId xmlns:a16="http://schemas.microsoft.com/office/drawing/2014/main" id="{8A99DF36-99CA-C2D4-A4C2-FD16C2533DB3}"/>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0" name="Graphic 9">
              <a:extLst>
                <a:ext uri="{FF2B5EF4-FFF2-40B4-BE49-F238E27FC236}">
                  <a16:creationId xmlns:a16="http://schemas.microsoft.com/office/drawing/2014/main" id="{C358EC83-1CE6-BB52-6777-0070AEA0C5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Tree>
    <p:extLst>
      <p:ext uri="{BB962C8B-B14F-4D97-AF65-F5344CB8AC3E}">
        <p14:creationId xmlns:p14="http://schemas.microsoft.com/office/powerpoint/2010/main" val="2275539224"/>
      </p:ext>
    </p:extLst>
  </p:cSld>
  <p:clrMapOvr>
    <a:masterClrMapping/>
  </p:clrMapOvr>
  <p:extLst>
    <p:ext uri="{DCECCB84-F9BA-43D5-87BE-67443E8EF086}">
      <p15:sldGuideLst xmlns:p15="http://schemas.microsoft.com/office/powerpoint/2012/main">
        <p15:guide id="1" orient="horz" pos="79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only (Sty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3969-9AA0-463D-8749-01A2BC40C636}"/>
              </a:ext>
            </a:extLst>
          </p:cNvPr>
          <p:cNvSpPr>
            <a:spLocks noGrp="1"/>
          </p:cNvSpPr>
          <p:nvPr>
            <p:ph type="title"/>
          </p:nvPr>
        </p:nvSpPr>
        <p:spPr>
          <a:xfrm>
            <a:off x="381000" y="490520"/>
            <a:ext cx="11415411" cy="430887"/>
          </a:xfrm>
        </p:spPr>
        <p:txBody>
          <a:bodyPr wrap="square">
            <a:spAutoFit/>
          </a:bodyPr>
          <a:lstStyle>
            <a:lvl1pPr>
              <a:defRPr sz="2800">
                <a:solidFill>
                  <a:schemeClr val="bg1"/>
                </a:solidFill>
              </a:defRPr>
            </a:lvl1pPr>
          </a:lstStyle>
          <a:p>
            <a:r>
              <a:rPr lang="en-GB"/>
              <a:t>Click to edit Master title style</a:t>
            </a:r>
            <a:endParaRPr lang="en-IN"/>
          </a:p>
        </p:txBody>
      </p:sp>
      <p:sp>
        <p:nvSpPr>
          <p:cNvPr id="3" name="Rectangle 2">
            <a:extLst>
              <a:ext uri="{FF2B5EF4-FFF2-40B4-BE49-F238E27FC236}">
                <a16:creationId xmlns:a16="http://schemas.microsoft.com/office/drawing/2014/main" id="{55AD3D06-064E-FCF3-9DCB-8C9333443A2A}"/>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AB922B9B-E321-F200-7A9B-5EF4A78071EC}"/>
              </a:ext>
            </a:extLst>
          </p:cNvPr>
          <p:cNvGrpSpPr/>
          <p:nvPr userDrawn="1"/>
        </p:nvGrpSpPr>
        <p:grpSpPr>
          <a:xfrm>
            <a:off x="0" y="6465881"/>
            <a:ext cx="1628676" cy="392119"/>
            <a:chOff x="0" y="6465881"/>
            <a:chExt cx="1628676" cy="392119"/>
          </a:xfrm>
        </p:grpSpPr>
        <p:sp>
          <p:nvSpPr>
            <p:cNvPr id="11" name="Freeform: Shape 10">
              <a:extLst>
                <a:ext uri="{FF2B5EF4-FFF2-40B4-BE49-F238E27FC236}">
                  <a16:creationId xmlns:a16="http://schemas.microsoft.com/office/drawing/2014/main" id="{ABF2C871-7202-58CD-23EB-951C3E11B1C3}"/>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2" name="Graphic 11">
              <a:extLst>
                <a:ext uri="{FF2B5EF4-FFF2-40B4-BE49-F238E27FC236}">
                  <a16:creationId xmlns:a16="http://schemas.microsoft.com/office/drawing/2014/main" id="{9BB3B128-43EA-1618-DA3C-A1D2418F22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616" y="6605313"/>
              <a:ext cx="740603" cy="165600"/>
            </a:xfrm>
            <a:prstGeom prst="rect">
              <a:avLst/>
            </a:prstGeom>
          </p:spPr>
        </p:pic>
      </p:grpSp>
      <p:sp>
        <p:nvSpPr>
          <p:cNvPr id="13" name="Freeform 7">
            <a:extLst>
              <a:ext uri="{FF2B5EF4-FFF2-40B4-BE49-F238E27FC236}">
                <a16:creationId xmlns:a16="http://schemas.microsoft.com/office/drawing/2014/main" id="{50CBB772-54A4-8ADA-7534-EE3F29D245F1}"/>
              </a:ext>
            </a:extLst>
          </p:cNvPr>
          <p:cNvSpPr/>
          <p:nvPr userDrawn="1"/>
        </p:nvSpPr>
        <p:spPr>
          <a:xfrm>
            <a:off x="11532524" y="6475875"/>
            <a:ext cx="288000" cy="28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Slide Number Placeholder 3">
            <a:extLst>
              <a:ext uri="{FF2B5EF4-FFF2-40B4-BE49-F238E27FC236}">
                <a16:creationId xmlns:a16="http://schemas.microsoft.com/office/drawing/2014/main" id="{35D45EC2-F494-499F-81D2-135BB791DB09}"/>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solidFill>
                  <a:schemeClr val="accent1"/>
                </a:solidFill>
              </a:rPr>
              <a:t>‹#›</a:t>
            </a:fld>
            <a:endParaRPr lang="en-IN" sz="900">
              <a:solidFill>
                <a:schemeClr val="accent1"/>
              </a:solidFill>
            </a:endParaRPr>
          </a:p>
        </p:txBody>
      </p:sp>
      <p:sp>
        <p:nvSpPr>
          <p:cNvPr id="15" name="TextBox 14">
            <a:extLst>
              <a:ext uri="{FF2B5EF4-FFF2-40B4-BE49-F238E27FC236}">
                <a16:creationId xmlns:a16="http://schemas.microsoft.com/office/drawing/2014/main" id="{FFCEB5D6-D848-E9DE-0450-BD650AD753BD}"/>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solidFill>
                <a:effectLst/>
              </a:rPr>
              <a:t>© 2025, Opus Technologies</a:t>
            </a:r>
            <a:endParaRPr lang="en-US" sz="900">
              <a:solidFill>
                <a:schemeClr val="bg1"/>
              </a:solidFill>
            </a:endParaRPr>
          </a:p>
        </p:txBody>
      </p:sp>
      <p:sp>
        <p:nvSpPr>
          <p:cNvPr id="16" name="TextBox 15">
            <a:extLst>
              <a:ext uri="{FF2B5EF4-FFF2-40B4-BE49-F238E27FC236}">
                <a16:creationId xmlns:a16="http://schemas.microsoft.com/office/drawing/2014/main" id="{7F4AE9B4-24D3-8F51-0DC6-1723C8551B05}"/>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solidFill>
                <a:effectLst/>
              </a:rPr>
              <a:t>Private and Confidential</a:t>
            </a:r>
            <a:endParaRPr lang="en-US" sz="900">
              <a:solidFill>
                <a:schemeClr val="bg1"/>
              </a:solidFill>
            </a:endParaRPr>
          </a:p>
        </p:txBody>
      </p:sp>
    </p:spTree>
    <p:extLst>
      <p:ext uri="{BB962C8B-B14F-4D97-AF65-F5344CB8AC3E}">
        <p14:creationId xmlns:p14="http://schemas.microsoft.com/office/powerpoint/2010/main" val="54026416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image" Target="../media/image1.png"/><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image" Target="../media/image2.svg"/><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9A9D54-875E-359F-4A59-4484872C8A8B}"/>
              </a:ext>
            </a:extLst>
          </p:cNvPr>
          <p:cNvSpPr>
            <a:spLocks noGrp="1"/>
          </p:cNvSpPr>
          <p:nvPr>
            <p:ph type="title"/>
          </p:nvPr>
        </p:nvSpPr>
        <p:spPr>
          <a:xfrm>
            <a:off x="381000" y="490520"/>
            <a:ext cx="11433048" cy="430887"/>
          </a:xfrm>
          <a:prstGeom prst="rect">
            <a:avLst/>
          </a:prstGeom>
        </p:spPr>
        <p:txBody>
          <a:bodyPr vert="horz" wrap="square" lIns="0" tIns="0" rIns="0" bIns="0" rtlCol="0" anchor="t">
            <a:sp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BCF83-41B8-7810-E089-B548FEBE50F7}"/>
              </a:ext>
            </a:extLst>
          </p:cNvPr>
          <p:cNvSpPr>
            <a:spLocks noGrp="1"/>
          </p:cNvSpPr>
          <p:nvPr>
            <p:ph type="body" idx="1"/>
          </p:nvPr>
        </p:nvSpPr>
        <p:spPr>
          <a:xfrm>
            <a:off x="381000" y="1490472"/>
            <a:ext cx="11433048" cy="107721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Rectangle 10">
            <a:extLst>
              <a:ext uri="{FF2B5EF4-FFF2-40B4-BE49-F238E27FC236}">
                <a16:creationId xmlns:a16="http://schemas.microsoft.com/office/drawing/2014/main" id="{5F4D72C7-60D6-73A7-3DEE-3E939B2E37B1}"/>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EA39B5-4FED-4906-C3AA-12E61ECAEC40}"/>
              </a:ext>
            </a:extLst>
          </p:cNvPr>
          <p:cNvGrpSpPr/>
          <p:nvPr userDrawn="1"/>
        </p:nvGrpSpPr>
        <p:grpSpPr>
          <a:xfrm>
            <a:off x="0" y="6465881"/>
            <a:ext cx="1628676" cy="392119"/>
            <a:chOff x="0" y="6465881"/>
            <a:chExt cx="1628676" cy="392119"/>
          </a:xfrm>
        </p:grpSpPr>
        <p:sp>
          <p:nvSpPr>
            <p:cNvPr id="8" name="Freeform: Shape 7">
              <a:extLst>
                <a:ext uri="{FF2B5EF4-FFF2-40B4-BE49-F238E27FC236}">
                  <a16:creationId xmlns:a16="http://schemas.microsoft.com/office/drawing/2014/main" id="{AC52D849-B6E3-BE25-D31A-0BDE0F4707B7}"/>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9" name="Graphic 18">
              <a:extLst>
                <a:ext uri="{FF2B5EF4-FFF2-40B4-BE49-F238E27FC236}">
                  <a16:creationId xmlns:a16="http://schemas.microsoft.com/office/drawing/2014/main" id="{CD3094FB-655C-F01A-5BF1-EDB9FA1D6C9B}"/>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81616" y="6605313"/>
              <a:ext cx="740603" cy="165600"/>
            </a:xfrm>
            <a:prstGeom prst="rect">
              <a:avLst/>
            </a:prstGeom>
          </p:spPr>
        </p:pic>
      </p:grpSp>
      <p:sp>
        <p:nvSpPr>
          <p:cNvPr id="4" name="Freeform 7">
            <a:extLst>
              <a:ext uri="{FF2B5EF4-FFF2-40B4-BE49-F238E27FC236}">
                <a16:creationId xmlns:a16="http://schemas.microsoft.com/office/drawing/2014/main" id="{D6DCAD6F-BF00-E27A-6964-D7854AD6076B}"/>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1DD8CB2A-A68D-583E-1D8C-3B651168E7D0}"/>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t>‹#›</a:t>
            </a:fld>
            <a:endParaRPr lang="en-IN" sz="900"/>
          </a:p>
        </p:txBody>
      </p:sp>
      <p:sp>
        <p:nvSpPr>
          <p:cNvPr id="7" name="TextBox 6">
            <a:extLst>
              <a:ext uri="{FF2B5EF4-FFF2-40B4-BE49-F238E27FC236}">
                <a16:creationId xmlns:a16="http://schemas.microsoft.com/office/drawing/2014/main" id="{C0B52901-DBF3-AE1A-4799-821CAFEDAB3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sp>
        <p:nvSpPr>
          <p:cNvPr id="6" name="TextBox 5">
            <a:extLst>
              <a:ext uri="{FF2B5EF4-FFF2-40B4-BE49-F238E27FC236}">
                <a16:creationId xmlns:a16="http://schemas.microsoft.com/office/drawing/2014/main" id="{0D50805E-E95A-075C-9D51-1107EA3AB7AB}"/>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765099453"/>
      </p:ext>
    </p:extLst>
  </p:cSld>
  <p:clrMap bg1="lt1" tx1="dk1" bg2="lt2" tx2="dk2" accent1="accent1" accent2="accent2" accent3="accent3" accent4="accent4" accent5="accent5" accent6="accent6" hlink="hlink" folHlink="folHlink"/>
  <p:sldLayoutIdLst>
    <p:sldLayoutId id="2147483849" r:id="rId1"/>
    <p:sldLayoutId id="2147483867" r:id="rId2"/>
    <p:sldLayoutId id="2147483869" r:id="rId3"/>
    <p:sldLayoutId id="2147483890" r:id="rId4"/>
    <p:sldLayoutId id="2147483850" r:id="rId5"/>
    <p:sldLayoutId id="2147483851" r:id="rId6"/>
    <p:sldLayoutId id="2147483868" r:id="rId7"/>
    <p:sldLayoutId id="2147483853" r:id="rId8"/>
    <p:sldLayoutId id="2147483854" r:id="rId9"/>
    <p:sldLayoutId id="2147483903" r:id="rId10"/>
    <p:sldLayoutId id="2147483855" r:id="rId11"/>
    <p:sldLayoutId id="2147483856" r:id="rId12"/>
    <p:sldLayoutId id="2147483909" r:id="rId13"/>
    <p:sldLayoutId id="2147483859" r:id="rId14"/>
    <p:sldLayoutId id="2147483857" r:id="rId15"/>
    <p:sldLayoutId id="2147483858" r:id="rId16"/>
    <p:sldLayoutId id="2147483888" r:id="rId17"/>
    <p:sldLayoutId id="2147483860" r:id="rId18"/>
    <p:sldLayoutId id="2147483902" r:id="rId19"/>
    <p:sldLayoutId id="2147483904" r:id="rId20"/>
    <p:sldLayoutId id="2147483861" r:id="rId21"/>
    <p:sldLayoutId id="2147483910" r:id="rId22"/>
    <p:sldLayoutId id="2147483862" r:id="rId23"/>
    <p:sldLayoutId id="2147483863" r:id="rId24"/>
    <p:sldLayoutId id="2147483864" r:id="rId25"/>
    <p:sldLayoutId id="2147483908" r:id="rId26"/>
    <p:sldLayoutId id="2147483907" r:id="rId27"/>
    <p:sldLayoutId id="2147483906" r:id="rId28"/>
    <p:sldLayoutId id="2147483865" r:id="rId29"/>
    <p:sldLayoutId id="2147483905" r:id="rId30"/>
    <p:sldLayoutId id="2147483866" r:id="rId31"/>
    <p:sldLayoutId id="2147483848" r:id="rId32"/>
    <p:sldLayoutId id="2147483843" r:id="rId33"/>
  </p:sldLayoutIdLst>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228600" indent="-228600" algn="l" defTabSz="914400" rtl="0" eaLnBrk="1" latinLnBrk="0" hangingPunct="1">
        <a:lnSpc>
          <a:spcPct val="100000"/>
        </a:lnSpc>
        <a:spcBef>
          <a:spcPts val="0"/>
        </a:spcBef>
        <a:buClr>
          <a:schemeClr val="tx1"/>
        </a:buClr>
        <a:buFont typeface="Arial" panose="020B0604020202020204" pitchFamily="34" charset="0"/>
        <a:buChar char="•"/>
        <a:defRPr sz="1400" kern="1200">
          <a:solidFill>
            <a:schemeClr val="tx1"/>
          </a:solidFill>
          <a:latin typeface="+mn-lt"/>
          <a:ea typeface="+mn-ea"/>
          <a:cs typeface="+mn-cs"/>
        </a:defRPr>
      </a:lvl2pPr>
      <a:lvl3pPr marL="457200" indent="-228600" algn="l" defTabSz="914400" rtl="0" eaLnBrk="1" latinLnBrk="0" hangingPunct="1">
        <a:lnSpc>
          <a:spcPct val="100000"/>
        </a:lnSpc>
        <a:spcBef>
          <a:spcPts val="0"/>
        </a:spcBef>
        <a:buClr>
          <a:schemeClr val="tx1"/>
        </a:buClr>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00000"/>
        </a:lnSpc>
        <a:spcBef>
          <a:spcPts val="0"/>
        </a:spcBef>
        <a:buClr>
          <a:schemeClr val="tx1"/>
        </a:buClr>
        <a:buSzPct val="80000"/>
        <a:buFont typeface="Wingdings" panose="05000000000000000000" pitchFamily="2" charset="2"/>
        <a:buChar char="§"/>
        <a:defRPr sz="1400" kern="1200">
          <a:solidFill>
            <a:schemeClr val="tx1"/>
          </a:solidFill>
          <a:latin typeface="+mn-lt"/>
          <a:ea typeface="+mn-ea"/>
          <a:cs typeface="+mn-cs"/>
        </a:defRPr>
      </a:lvl4pPr>
      <a:lvl5pPr marL="914400" indent="-228600" algn="l"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446" userDrawn="1">
          <p15:clr>
            <a:srgbClr val="F26B43"/>
          </p15:clr>
        </p15:guide>
        <p15:guide id="3" pos="234" userDrawn="1">
          <p15:clr>
            <a:srgbClr val="F26B43"/>
          </p15:clr>
        </p15:guide>
        <p15:guide id="5" orient="horz" pos="360" userDrawn="1">
          <p15:clr>
            <a:srgbClr val="F26B43"/>
          </p15:clr>
        </p15:guide>
        <p15:guide id="6" orient="horz" pos="936" userDrawn="1">
          <p15:clr>
            <a:srgbClr val="F26B43"/>
          </p15:clr>
        </p15:guide>
        <p15:guide id="7" orient="horz" pos="400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9A9D54-875E-359F-4A59-4484872C8A8B}"/>
              </a:ext>
            </a:extLst>
          </p:cNvPr>
          <p:cNvSpPr>
            <a:spLocks noGrp="1"/>
          </p:cNvSpPr>
          <p:nvPr>
            <p:ph type="title"/>
          </p:nvPr>
        </p:nvSpPr>
        <p:spPr>
          <a:xfrm>
            <a:off x="381000" y="490520"/>
            <a:ext cx="11433048" cy="430887"/>
          </a:xfrm>
          <a:prstGeom prst="rect">
            <a:avLst/>
          </a:prstGeom>
        </p:spPr>
        <p:txBody>
          <a:bodyPr vert="horz" wrap="square" lIns="0" tIns="0" rIns="0" bIns="0" rtlCol="0" anchor="t">
            <a:sp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BCF83-41B8-7810-E089-B548FEBE50F7}"/>
              </a:ext>
            </a:extLst>
          </p:cNvPr>
          <p:cNvSpPr>
            <a:spLocks noGrp="1"/>
          </p:cNvSpPr>
          <p:nvPr>
            <p:ph type="body" idx="1"/>
          </p:nvPr>
        </p:nvSpPr>
        <p:spPr>
          <a:xfrm>
            <a:off x="381000" y="1490472"/>
            <a:ext cx="11433048" cy="107721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Rectangle 10">
            <a:extLst>
              <a:ext uri="{FF2B5EF4-FFF2-40B4-BE49-F238E27FC236}">
                <a16:creationId xmlns:a16="http://schemas.microsoft.com/office/drawing/2014/main" id="{5F4D72C7-60D6-73A7-3DEE-3E939B2E37B1}"/>
              </a:ext>
            </a:extLst>
          </p:cNvPr>
          <p:cNvSpPr/>
          <p:nvPr userDrawn="1"/>
        </p:nvSpPr>
        <p:spPr>
          <a:xfrm>
            <a:off x="-1" y="0"/>
            <a:ext cx="12192001" cy="50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EA39B5-4FED-4906-C3AA-12E61ECAEC40}"/>
              </a:ext>
            </a:extLst>
          </p:cNvPr>
          <p:cNvGrpSpPr/>
          <p:nvPr userDrawn="1"/>
        </p:nvGrpSpPr>
        <p:grpSpPr>
          <a:xfrm>
            <a:off x="0" y="6465881"/>
            <a:ext cx="1628676" cy="392119"/>
            <a:chOff x="0" y="6465881"/>
            <a:chExt cx="1628676" cy="392119"/>
          </a:xfrm>
        </p:grpSpPr>
        <p:sp>
          <p:nvSpPr>
            <p:cNvPr id="8" name="Freeform: Shape 7">
              <a:extLst>
                <a:ext uri="{FF2B5EF4-FFF2-40B4-BE49-F238E27FC236}">
                  <a16:creationId xmlns:a16="http://schemas.microsoft.com/office/drawing/2014/main" id="{AC52D849-B6E3-BE25-D31A-0BDE0F4707B7}"/>
                </a:ext>
              </a:extLst>
            </p:cNvPr>
            <p:cNvSpPr/>
            <p:nvPr userDrawn="1"/>
          </p:nvSpPr>
          <p:spPr>
            <a:xfrm>
              <a:off x="0" y="6465881"/>
              <a:ext cx="1628676" cy="392119"/>
            </a:xfrm>
            <a:custGeom>
              <a:avLst/>
              <a:gdLst>
                <a:gd name="connsiteX0" fmla="*/ 436172 w 1628676"/>
                <a:gd name="connsiteY0" fmla="*/ 0 h 392119"/>
                <a:gd name="connsiteX1" fmla="*/ 868004 w 1628676"/>
                <a:gd name="connsiteY1" fmla="*/ 0 h 392119"/>
                <a:gd name="connsiteX2" fmla="*/ 868004 w 1628676"/>
                <a:gd name="connsiteY2" fmla="*/ 891 h 392119"/>
                <a:gd name="connsiteX3" fmla="*/ 1147923 w 1628676"/>
                <a:gd name="connsiteY3" fmla="*/ 891 h 392119"/>
                <a:gd name="connsiteX4" fmla="*/ 1321571 w 1628676"/>
                <a:gd name="connsiteY4" fmla="*/ 96159 h 392119"/>
                <a:gd name="connsiteX5" fmla="*/ 1455028 w 1628676"/>
                <a:gd name="connsiteY5" fmla="*/ 296852 h 392119"/>
                <a:gd name="connsiteX6" fmla="*/ 1628676 w 1628676"/>
                <a:gd name="connsiteY6" fmla="*/ 392119 h 392119"/>
                <a:gd name="connsiteX7" fmla="*/ 0 w 1628676"/>
                <a:gd name="connsiteY7" fmla="*/ 392119 h 392119"/>
                <a:gd name="connsiteX8" fmla="*/ 0 w 1628676"/>
                <a:gd name="connsiteY8" fmla="*/ 347485 h 392119"/>
                <a:gd name="connsiteX9" fmla="*/ 14667 w 1628676"/>
                <a:gd name="connsiteY9" fmla="*/ 336930 h 392119"/>
                <a:gd name="connsiteX10" fmla="*/ 48804 w 1628676"/>
                <a:gd name="connsiteY10" fmla="*/ 296852 h 392119"/>
                <a:gd name="connsiteX11" fmla="*/ 182261 w 1628676"/>
                <a:gd name="connsiteY11" fmla="*/ 96159 h 392119"/>
                <a:gd name="connsiteX12" fmla="*/ 355909 w 1628676"/>
                <a:gd name="connsiteY12" fmla="*/ 891 h 392119"/>
                <a:gd name="connsiteX13" fmla="*/ 436172 w 1628676"/>
                <a:gd name="connsiteY13" fmla="*/ 891 h 39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8676" h="392119">
                  <a:moveTo>
                    <a:pt x="436172" y="0"/>
                  </a:moveTo>
                  <a:lnTo>
                    <a:pt x="868004" y="0"/>
                  </a:lnTo>
                  <a:lnTo>
                    <a:pt x="868004" y="891"/>
                  </a:lnTo>
                  <a:lnTo>
                    <a:pt x="1147923" y="891"/>
                  </a:lnTo>
                  <a:cubicBezTo>
                    <a:pt x="1217122" y="891"/>
                    <a:pt x="1281899" y="36446"/>
                    <a:pt x="1321571" y="96159"/>
                  </a:cubicBezTo>
                  <a:lnTo>
                    <a:pt x="1455028" y="296852"/>
                  </a:lnTo>
                  <a:cubicBezTo>
                    <a:pt x="1494830" y="356566"/>
                    <a:pt x="1559607" y="392119"/>
                    <a:pt x="1628676" y="392119"/>
                  </a:cubicBezTo>
                  <a:lnTo>
                    <a:pt x="0" y="392119"/>
                  </a:lnTo>
                  <a:lnTo>
                    <a:pt x="0" y="347485"/>
                  </a:lnTo>
                  <a:lnTo>
                    <a:pt x="14667" y="336930"/>
                  </a:lnTo>
                  <a:cubicBezTo>
                    <a:pt x="27399" y="325199"/>
                    <a:pt x="38886" y="311781"/>
                    <a:pt x="48804" y="296852"/>
                  </a:cubicBezTo>
                  <a:lnTo>
                    <a:pt x="182261" y="96159"/>
                  </a:lnTo>
                  <a:cubicBezTo>
                    <a:pt x="222063" y="36446"/>
                    <a:pt x="286840" y="891"/>
                    <a:pt x="355909" y="891"/>
                  </a:cubicBezTo>
                  <a:lnTo>
                    <a:pt x="436172" y="891"/>
                  </a:lnTo>
                  <a:close/>
                </a:path>
              </a:pathLst>
            </a:custGeom>
            <a:solidFill>
              <a:schemeClr val="bg2"/>
            </a:solidFill>
            <a:ln w="13935" cap="flat">
              <a:noFill/>
              <a:prstDash val="solid"/>
              <a:miter/>
            </a:ln>
          </p:spPr>
          <p:txBody>
            <a:bodyPr wrap="square" rtlCol="0" anchor="ctr">
              <a:noAutofit/>
            </a:bodyPr>
            <a:lstStyle/>
            <a:p>
              <a:endParaRPr lang="en-IN"/>
            </a:p>
          </p:txBody>
        </p:sp>
        <p:pic>
          <p:nvPicPr>
            <p:cNvPr id="19" name="Graphic 18">
              <a:extLst>
                <a:ext uri="{FF2B5EF4-FFF2-40B4-BE49-F238E27FC236}">
                  <a16:creationId xmlns:a16="http://schemas.microsoft.com/office/drawing/2014/main" id="{CD3094FB-655C-F01A-5BF1-EDB9FA1D6C9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81616" y="6605313"/>
              <a:ext cx="740603" cy="165600"/>
            </a:xfrm>
            <a:prstGeom prst="rect">
              <a:avLst/>
            </a:prstGeom>
          </p:spPr>
        </p:pic>
      </p:grpSp>
      <p:sp>
        <p:nvSpPr>
          <p:cNvPr id="4" name="Freeform 7">
            <a:extLst>
              <a:ext uri="{FF2B5EF4-FFF2-40B4-BE49-F238E27FC236}">
                <a16:creationId xmlns:a16="http://schemas.microsoft.com/office/drawing/2014/main" id="{D6DCAD6F-BF00-E27A-6964-D7854AD6076B}"/>
              </a:ext>
            </a:extLst>
          </p:cNvPr>
          <p:cNvSpPr/>
          <p:nvPr userDrawn="1"/>
        </p:nvSpPr>
        <p:spPr>
          <a:xfrm>
            <a:off x="11532524" y="6475875"/>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3">
            <a:extLst>
              <a:ext uri="{FF2B5EF4-FFF2-40B4-BE49-F238E27FC236}">
                <a16:creationId xmlns:a16="http://schemas.microsoft.com/office/drawing/2014/main" id="{1DD8CB2A-A68D-583E-1D8C-3B651168E7D0}"/>
              </a:ext>
            </a:extLst>
          </p:cNvPr>
          <p:cNvSpPr txBox="1">
            <a:spLocks/>
          </p:cNvSpPr>
          <p:nvPr userDrawn="1"/>
        </p:nvSpPr>
        <p:spPr>
          <a:xfrm>
            <a:off x="11532524" y="6550626"/>
            <a:ext cx="288000" cy="138499"/>
          </a:xfrm>
          <a:prstGeom prst="rect">
            <a:avLst/>
          </a:prstGeom>
          <a:noFill/>
        </p:spPr>
        <p:txBody>
          <a:bodyPr vert="horz" wrap="square" lIns="0" tIns="0" rIns="0" bIns="0" rtlCol="0" anchor="ctr">
            <a:spAutoFit/>
          </a:bodyPr>
          <a:lstStyle>
            <a:defPPr>
              <a:defRPr lang="en-US"/>
            </a:defPPr>
            <a:lvl1pPr marL="0" algn="ctr" defTabSz="914400" rtl="0" eaLnBrk="1" latinLnBrk="0" hangingPunct="1">
              <a:defRPr lang="en-IN" sz="105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B0553F6-1638-48AE-A159-1F7CA680A2A7}" type="slidenum">
              <a:rPr lang="en-IN" sz="900" smtClean="0"/>
              <a:t>‹#›</a:t>
            </a:fld>
            <a:endParaRPr lang="en-IN" sz="900"/>
          </a:p>
        </p:txBody>
      </p:sp>
      <p:sp>
        <p:nvSpPr>
          <p:cNvPr id="7" name="TextBox 6">
            <a:extLst>
              <a:ext uri="{FF2B5EF4-FFF2-40B4-BE49-F238E27FC236}">
                <a16:creationId xmlns:a16="http://schemas.microsoft.com/office/drawing/2014/main" id="{C0B52901-DBF3-AE1A-4799-821CAFEDAB38}"/>
              </a:ext>
            </a:extLst>
          </p:cNvPr>
          <p:cNvSpPr txBox="1"/>
          <p:nvPr userDrawn="1"/>
        </p:nvSpPr>
        <p:spPr>
          <a:xfrm>
            <a:off x="9942900" y="6550626"/>
            <a:ext cx="1431482" cy="138499"/>
          </a:xfrm>
          <a:prstGeom prst="rect">
            <a:avLst/>
          </a:prstGeom>
          <a:noFill/>
        </p:spPr>
        <p:txBody>
          <a:bodyPr wrap="none" lIns="0" tIns="0" rIns="0" bIns="0">
            <a:spAutoFit/>
          </a:bodyPr>
          <a:lstStyle/>
          <a:p>
            <a:pPr algn="r"/>
            <a:r>
              <a:rPr lang="en-US" sz="900">
                <a:solidFill>
                  <a:schemeClr val="bg1">
                    <a:lumMod val="50000"/>
                  </a:schemeClr>
                </a:solidFill>
                <a:effectLst/>
              </a:rPr>
              <a:t>© 2025, Opus Technologies</a:t>
            </a:r>
            <a:endParaRPr lang="en-US" sz="900">
              <a:solidFill>
                <a:schemeClr val="bg1">
                  <a:lumMod val="50000"/>
                </a:schemeClr>
              </a:solidFill>
            </a:endParaRPr>
          </a:p>
        </p:txBody>
      </p:sp>
      <p:sp>
        <p:nvSpPr>
          <p:cNvPr id="6" name="TextBox 5">
            <a:extLst>
              <a:ext uri="{FF2B5EF4-FFF2-40B4-BE49-F238E27FC236}">
                <a16:creationId xmlns:a16="http://schemas.microsoft.com/office/drawing/2014/main" id="{0D50805E-E95A-075C-9D51-1107EA3AB7AB}"/>
              </a:ext>
            </a:extLst>
          </p:cNvPr>
          <p:cNvSpPr txBox="1"/>
          <p:nvPr userDrawn="1"/>
        </p:nvSpPr>
        <p:spPr>
          <a:xfrm>
            <a:off x="5483653" y="6550626"/>
            <a:ext cx="1224694" cy="138499"/>
          </a:xfrm>
          <a:prstGeom prst="rect">
            <a:avLst/>
          </a:prstGeom>
          <a:noFill/>
        </p:spPr>
        <p:txBody>
          <a:bodyPr wrap="none" lIns="0" tIns="0" rIns="0" bIns="0">
            <a:spAutoFit/>
          </a:bodyPr>
          <a:lstStyle/>
          <a:p>
            <a:pPr algn="ctr"/>
            <a:r>
              <a:rPr lang="en-US" sz="900">
                <a:solidFill>
                  <a:schemeClr val="bg1">
                    <a:lumMod val="50000"/>
                  </a:schemeClr>
                </a:solidFill>
                <a:effectLst/>
              </a:rPr>
              <a:t>Private and Confidential</a:t>
            </a:r>
            <a:endParaRPr lang="en-US" sz="900">
              <a:solidFill>
                <a:schemeClr val="bg1">
                  <a:lumMod val="50000"/>
                </a:schemeClr>
              </a:solidFill>
            </a:endParaRPr>
          </a:p>
        </p:txBody>
      </p:sp>
    </p:spTree>
    <p:extLst>
      <p:ext uri="{BB962C8B-B14F-4D97-AF65-F5344CB8AC3E}">
        <p14:creationId xmlns:p14="http://schemas.microsoft.com/office/powerpoint/2010/main" val="2907609077"/>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4" r:id="rId13"/>
    <p:sldLayoutId id="2147483925" r:id="rId14"/>
    <p:sldLayoutId id="2147483926" r:id="rId15"/>
    <p:sldLayoutId id="2147483927" r:id="rId16"/>
    <p:sldLayoutId id="2147483928" r:id="rId17"/>
    <p:sldLayoutId id="2147483929" r:id="rId18"/>
    <p:sldLayoutId id="2147483930" r:id="rId19"/>
    <p:sldLayoutId id="2147483931" r:id="rId20"/>
    <p:sldLayoutId id="2147483932" r:id="rId21"/>
    <p:sldLayoutId id="2147483933" r:id="rId22"/>
    <p:sldLayoutId id="2147483934" r:id="rId23"/>
    <p:sldLayoutId id="2147483935" r:id="rId24"/>
    <p:sldLayoutId id="2147483936" r:id="rId25"/>
    <p:sldLayoutId id="2147483937" r:id="rId26"/>
    <p:sldLayoutId id="2147483938" r:id="rId27"/>
    <p:sldLayoutId id="2147483939" r:id="rId28"/>
    <p:sldLayoutId id="2147483940" r:id="rId29"/>
    <p:sldLayoutId id="2147483941" r:id="rId30"/>
    <p:sldLayoutId id="2147483942" r:id="rId31"/>
    <p:sldLayoutId id="2147483943" r:id="rId32"/>
  </p:sldLayoutIdLst>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228600" indent="-228600" algn="l" defTabSz="914400" rtl="0" eaLnBrk="1" latinLnBrk="0" hangingPunct="1">
        <a:lnSpc>
          <a:spcPct val="100000"/>
        </a:lnSpc>
        <a:spcBef>
          <a:spcPts val="0"/>
        </a:spcBef>
        <a:buClr>
          <a:schemeClr val="tx1"/>
        </a:buClr>
        <a:buFont typeface="Arial" panose="020B0604020202020204" pitchFamily="34" charset="0"/>
        <a:buChar char="•"/>
        <a:defRPr sz="1400" kern="1200">
          <a:solidFill>
            <a:schemeClr val="tx1"/>
          </a:solidFill>
          <a:latin typeface="+mn-lt"/>
          <a:ea typeface="+mn-ea"/>
          <a:cs typeface="+mn-cs"/>
        </a:defRPr>
      </a:lvl2pPr>
      <a:lvl3pPr marL="457200" indent="-228600" algn="l" defTabSz="914400" rtl="0" eaLnBrk="1" latinLnBrk="0" hangingPunct="1">
        <a:lnSpc>
          <a:spcPct val="100000"/>
        </a:lnSpc>
        <a:spcBef>
          <a:spcPts val="0"/>
        </a:spcBef>
        <a:buClr>
          <a:schemeClr val="tx1"/>
        </a:buClr>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00000"/>
        </a:lnSpc>
        <a:spcBef>
          <a:spcPts val="0"/>
        </a:spcBef>
        <a:buClr>
          <a:schemeClr val="tx1"/>
        </a:buClr>
        <a:buSzPct val="80000"/>
        <a:buFont typeface="Wingdings" panose="05000000000000000000" pitchFamily="2" charset="2"/>
        <a:buChar char="§"/>
        <a:defRPr sz="1400" kern="1200">
          <a:solidFill>
            <a:schemeClr val="tx1"/>
          </a:solidFill>
          <a:latin typeface="+mn-lt"/>
          <a:ea typeface="+mn-ea"/>
          <a:cs typeface="+mn-cs"/>
        </a:defRPr>
      </a:lvl4pPr>
      <a:lvl5pPr marL="914400" indent="-228600" algn="l"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446">
          <p15:clr>
            <a:srgbClr val="F26B43"/>
          </p15:clr>
        </p15:guide>
        <p15:guide id="3" pos="240">
          <p15:clr>
            <a:srgbClr val="F26B43"/>
          </p15:clr>
        </p15:guide>
        <p15:guide id="4" pos="3840">
          <p15:clr>
            <a:srgbClr val="F26B43"/>
          </p15:clr>
        </p15:guide>
        <p15:guide id="5" orient="horz" pos="360">
          <p15:clr>
            <a:srgbClr val="F26B43"/>
          </p15:clr>
        </p15:guide>
        <p15:guide id="6" orient="horz" pos="936">
          <p15:clr>
            <a:srgbClr val="F26B43"/>
          </p15:clr>
        </p15:guide>
        <p15:guide id="7"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12E0-E2B4-BD2F-97BB-45D354C5662D}"/>
              </a:ext>
            </a:extLst>
          </p:cNvPr>
          <p:cNvSpPr>
            <a:spLocks noGrp="1"/>
          </p:cNvSpPr>
          <p:nvPr>
            <p:ph type="ctrTitle"/>
          </p:nvPr>
        </p:nvSpPr>
        <p:spPr>
          <a:xfrm>
            <a:off x="994733" y="3329252"/>
            <a:ext cx="5760720" cy="1354217"/>
          </a:xfrm>
        </p:spPr>
        <p:txBody>
          <a:bodyPr/>
          <a:lstStyle/>
          <a:p>
            <a:r>
              <a:rPr lang="en-US" dirty="0"/>
              <a:t>Merchant Dispute Management</a:t>
            </a:r>
            <a:endParaRPr lang="en-IN" dirty="0"/>
          </a:p>
        </p:txBody>
      </p:sp>
      <p:sp>
        <p:nvSpPr>
          <p:cNvPr id="3" name="Subtitle 2">
            <a:extLst>
              <a:ext uri="{FF2B5EF4-FFF2-40B4-BE49-F238E27FC236}">
                <a16:creationId xmlns:a16="http://schemas.microsoft.com/office/drawing/2014/main" id="{0F3AC1C1-3B99-E85C-76A5-DE54450401F5}"/>
              </a:ext>
            </a:extLst>
          </p:cNvPr>
          <p:cNvSpPr>
            <a:spLocks noGrp="1"/>
          </p:cNvSpPr>
          <p:nvPr>
            <p:ph type="subTitle" idx="1"/>
          </p:nvPr>
        </p:nvSpPr>
        <p:spPr/>
        <p:txBody>
          <a:bodyPr/>
          <a:lstStyle/>
          <a:p>
            <a:r>
              <a:rPr lang="en-US"/>
              <a:t>Agentic AI Powered Case Management</a:t>
            </a:r>
            <a:endParaRPr lang="en-IN"/>
          </a:p>
        </p:txBody>
      </p:sp>
      <p:sp>
        <p:nvSpPr>
          <p:cNvPr id="4" name="Text Placeholder 3">
            <a:extLst>
              <a:ext uri="{FF2B5EF4-FFF2-40B4-BE49-F238E27FC236}">
                <a16:creationId xmlns:a16="http://schemas.microsoft.com/office/drawing/2014/main" id="{ACDCB610-16CD-2747-5CCF-74A4B659694A}"/>
              </a:ext>
            </a:extLst>
          </p:cNvPr>
          <p:cNvSpPr>
            <a:spLocks noGrp="1"/>
          </p:cNvSpPr>
          <p:nvPr>
            <p:ph type="body" sz="quarter" idx="10"/>
          </p:nvPr>
        </p:nvSpPr>
        <p:spPr/>
        <p:txBody>
          <a:bodyPr/>
          <a:lstStyle/>
          <a:p>
            <a:r>
              <a:rPr lang="en-US" dirty="0"/>
              <a:t>March 2026</a:t>
            </a:r>
            <a:endParaRPr lang="en-IN" dirty="0"/>
          </a:p>
        </p:txBody>
      </p:sp>
    </p:spTree>
    <p:extLst>
      <p:ext uri="{BB962C8B-B14F-4D97-AF65-F5344CB8AC3E}">
        <p14:creationId xmlns:p14="http://schemas.microsoft.com/office/powerpoint/2010/main" val="2042307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98AD-6FD3-E976-CFFB-5893B7E55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89C9D-CA4C-93C0-13BE-8A50FD119A02}"/>
              </a:ext>
            </a:extLst>
          </p:cNvPr>
          <p:cNvSpPr>
            <a:spLocks noGrp="1"/>
          </p:cNvSpPr>
          <p:nvPr>
            <p:ph type="title"/>
          </p:nvPr>
        </p:nvSpPr>
        <p:spPr>
          <a:xfrm>
            <a:off x="381000" y="490520"/>
            <a:ext cx="7354822" cy="430887"/>
          </a:xfrm>
        </p:spPr>
        <p:txBody>
          <a:bodyPr/>
          <a:lstStyle/>
          <a:p>
            <a:r>
              <a:rPr lang="en-IN"/>
              <a:t>Contents</a:t>
            </a:r>
          </a:p>
        </p:txBody>
      </p:sp>
      <p:graphicFrame>
        <p:nvGraphicFramePr>
          <p:cNvPr id="5" name="Table 4">
            <a:extLst>
              <a:ext uri="{FF2B5EF4-FFF2-40B4-BE49-F238E27FC236}">
                <a16:creationId xmlns:a16="http://schemas.microsoft.com/office/drawing/2014/main" id="{845EF274-C9CA-A2AD-8D65-645E55B0B473}"/>
              </a:ext>
            </a:extLst>
          </p:cNvPr>
          <p:cNvGraphicFramePr>
            <a:graphicFrameLocks noGrp="1"/>
          </p:cNvGraphicFramePr>
          <p:nvPr>
            <p:extLst>
              <p:ext uri="{D42A27DB-BD31-4B8C-83A1-F6EECF244321}">
                <p14:modId xmlns:p14="http://schemas.microsoft.com/office/powerpoint/2010/main" val="593162502"/>
              </p:ext>
            </p:extLst>
          </p:nvPr>
        </p:nvGraphicFramePr>
        <p:xfrm>
          <a:off x="381000" y="1341920"/>
          <a:ext cx="5760720" cy="4544568"/>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3471146400"/>
                    </a:ext>
                  </a:extLst>
                </a:gridCol>
                <a:gridCol w="5227320">
                  <a:extLst>
                    <a:ext uri="{9D8B030D-6E8A-4147-A177-3AD203B41FA5}">
                      <a16:colId xmlns:a16="http://schemas.microsoft.com/office/drawing/2014/main" val="1649153735"/>
                    </a:ext>
                  </a:extLst>
                </a:gridCol>
              </a:tblGrid>
              <a:tr h="649224">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2000" b="0" kern="1200">
                          <a:solidFill>
                            <a:schemeClr val="accent2"/>
                          </a:solidFill>
                          <a:latin typeface="+mn-lt"/>
                          <a:ea typeface="+mn-ea"/>
                          <a:cs typeface="+mn-cs"/>
                        </a:rPr>
                        <a:t>1</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latin typeface="+mn-lt"/>
                          <a:ea typeface="+mn-ea"/>
                          <a:cs typeface="+mn-cs"/>
                        </a:rPr>
                        <a:t>Introduction</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4016501464"/>
                  </a:ext>
                </a:extLst>
              </a:tr>
              <a:tr h="649224">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2000" b="0" noProof="0">
                          <a:solidFill>
                            <a:schemeClr val="accent2"/>
                          </a:solidFill>
                        </a:rPr>
                        <a:t>2</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600" b="0" noProof="0" dirty="0">
                          <a:solidFill>
                            <a:schemeClr val="tx1"/>
                          </a:solidFill>
                        </a:rPr>
                        <a:t>Features list</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3139496475"/>
                  </a:ext>
                </a:extLst>
              </a:tr>
              <a:tr h="649224">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2000" b="0" noProof="0">
                          <a:solidFill>
                            <a:schemeClr val="accent2"/>
                          </a:solidFill>
                        </a:rPr>
                        <a:t>3</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600" b="0" noProof="0">
                          <a:solidFill>
                            <a:schemeClr val="tx1"/>
                          </a:solidFill>
                        </a:rPr>
                        <a:t>Functional Scope</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345070809"/>
                  </a:ext>
                </a:extLst>
              </a:tr>
              <a:tr h="649224">
                <a:tc>
                  <a:txBody>
                    <a:bodyPr/>
                    <a:lstStyle/>
                    <a:p>
                      <a:pPr marL="0" indent="0" algn="l">
                        <a:spcAft>
                          <a:spcPts val="1200"/>
                        </a:spcAft>
                        <a:buFont typeface="+mj-lt"/>
                        <a:buNone/>
                      </a:pPr>
                      <a:r>
                        <a:rPr lang="en-US" sz="2000" b="0" noProof="0">
                          <a:solidFill>
                            <a:schemeClr val="accent2"/>
                          </a:solidFill>
                        </a:rPr>
                        <a:t>4</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indent="0" algn="l">
                        <a:spcAft>
                          <a:spcPts val="1200"/>
                        </a:spcAft>
                        <a:buFont typeface="+mj-lt"/>
                        <a:buNone/>
                      </a:pPr>
                      <a:r>
                        <a:rPr lang="en-US" sz="1600" b="0" noProof="0">
                          <a:solidFill>
                            <a:schemeClr val="tx1"/>
                          </a:solidFill>
                        </a:rPr>
                        <a:t>Agentic AI Solution Workflow</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497719540"/>
                  </a:ext>
                </a:extLst>
              </a:tr>
              <a:tr h="649224">
                <a:tc>
                  <a:txBody>
                    <a:bodyPr/>
                    <a:lstStyle/>
                    <a:p>
                      <a:pPr algn="l"/>
                      <a:r>
                        <a:rPr lang="en-US" sz="2000" b="0">
                          <a:solidFill>
                            <a:schemeClr val="accent2"/>
                          </a:solidFill>
                        </a:rPr>
                        <a:t>5</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r>
                        <a:rPr lang="en-US" sz="1600" b="0" dirty="0">
                          <a:solidFill>
                            <a:schemeClr val="tx1"/>
                          </a:solidFill>
                        </a:rPr>
                        <a:t>Solution Architecture</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996690946"/>
                  </a:ext>
                </a:extLst>
              </a:tr>
              <a:tr h="649224">
                <a:tc>
                  <a:txBody>
                    <a:bodyPr/>
                    <a:lstStyle/>
                    <a:p>
                      <a:pPr algn="l"/>
                      <a:r>
                        <a:rPr lang="en-US" sz="2000" b="0">
                          <a:solidFill>
                            <a:schemeClr val="accent2"/>
                          </a:solidFill>
                        </a:rPr>
                        <a:t>6</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r>
                        <a:rPr lang="en-US" sz="1600" b="0" dirty="0">
                          <a:solidFill>
                            <a:schemeClr val="tx1"/>
                          </a:solidFill>
                        </a:rPr>
                        <a:t>Project Timelines</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628735237"/>
                  </a:ext>
                </a:extLst>
              </a:tr>
              <a:tr h="649224">
                <a:tc>
                  <a:txBody>
                    <a:bodyPr/>
                    <a:lstStyle/>
                    <a:p>
                      <a:pPr algn="l"/>
                      <a:r>
                        <a:rPr lang="en-US" sz="2000" b="0">
                          <a:solidFill>
                            <a:schemeClr val="accent2"/>
                          </a:solidFill>
                        </a:rPr>
                        <a:t>7</a:t>
                      </a:r>
                    </a:p>
                  </a:txBody>
                  <a:tcPr marL="0" marR="72000" marT="72000" marB="72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lang="en-US" sz="1600" b="0" dirty="0">
                          <a:solidFill>
                            <a:schemeClr val="tx1"/>
                          </a:solidFill>
                        </a:rPr>
                        <a:t>Assumptions &amp; Dependencies</a:t>
                      </a:r>
                    </a:p>
                  </a:txBody>
                  <a:tcPr marL="0" marR="72000" marT="72000" marB="72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0178500"/>
                  </a:ext>
                </a:extLst>
              </a:tr>
            </a:tbl>
          </a:graphicData>
        </a:graphic>
      </p:graphicFrame>
    </p:spTree>
    <p:extLst>
      <p:ext uri="{BB962C8B-B14F-4D97-AF65-F5344CB8AC3E}">
        <p14:creationId xmlns:p14="http://schemas.microsoft.com/office/powerpoint/2010/main" val="1210136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38C7-D73B-D6EA-0F53-A7A3130EE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81A45-9427-3781-09F0-CA3846907CF9}"/>
              </a:ext>
            </a:extLst>
          </p:cNvPr>
          <p:cNvSpPr>
            <a:spLocks noGrp="1"/>
          </p:cNvSpPr>
          <p:nvPr>
            <p:ph type="title"/>
          </p:nvPr>
        </p:nvSpPr>
        <p:spPr>
          <a:xfrm>
            <a:off x="381000" y="490520"/>
            <a:ext cx="11415411" cy="430887"/>
          </a:xfrm>
        </p:spPr>
        <p:txBody>
          <a:bodyPr/>
          <a:lstStyle/>
          <a:p>
            <a:r>
              <a:rPr lang="en-US" dirty="0"/>
              <a:t>Introduction</a:t>
            </a:r>
            <a:endParaRPr lang="en-IN" dirty="0"/>
          </a:p>
        </p:txBody>
      </p:sp>
      <p:sp>
        <p:nvSpPr>
          <p:cNvPr id="8" name="TextBox 7">
            <a:extLst>
              <a:ext uri="{FF2B5EF4-FFF2-40B4-BE49-F238E27FC236}">
                <a16:creationId xmlns:a16="http://schemas.microsoft.com/office/drawing/2014/main" id="{41E5C4AD-9810-0033-1BEA-244EB4BF77C7}"/>
              </a:ext>
            </a:extLst>
          </p:cNvPr>
          <p:cNvSpPr txBox="1"/>
          <p:nvPr/>
        </p:nvSpPr>
        <p:spPr>
          <a:xfrm>
            <a:off x="381000" y="1430052"/>
            <a:ext cx="11737223" cy="3159839"/>
          </a:xfrm>
          <a:prstGeom prst="rect">
            <a:avLst/>
          </a:prstGeom>
          <a:noFill/>
        </p:spPr>
        <p:txBody>
          <a:bodyPr wrap="square" lIns="0" tIns="0" rIns="0" bIns="0">
            <a:spAutoFit/>
          </a:bodyP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16529E"/>
                </a:solidFill>
                <a:effectLst/>
                <a:uLnTx/>
                <a:uFillTx/>
                <a:latin typeface="Arial"/>
              </a:defRPr>
            </a:lvl1pPr>
          </a:lstStyle>
          <a:p>
            <a:pPr>
              <a:spcAft>
                <a:spcPts val="600"/>
              </a:spcAft>
            </a:pPr>
            <a:r>
              <a:rPr lang="en-US" b="0" dirty="0">
                <a:solidFill>
                  <a:schemeClr val="tx1"/>
                </a:solidFill>
                <a:latin typeface="+mn-lt"/>
              </a:rPr>
              <a:t>A unified chargeback platform that improves win rates and ROI by ensuring the best evidence is always used, decisions are made with full context, and teams act faster and with clarity. </a:t>
            </a:r>
          </a:p>
          <a:p>
            <a:pPr marL="228600" indent="-228600">
              <a:spcAft>
                <a:spcPts val="200"/>
              </a:spcAft>
              <a:buFont typeface="Arial" panose="020B0604020202020204" pitchFamily="34" charset="0"/>
              <a:buChar char="•"/>
            </a:pPr>
            <a:r>
              <a:rPr lang="en-US" dirty="0">
                <a:solidFill>
                  <a:schemeClr val="tx1"/>
                </a:solidFill>
                <a:latin typeface="+mn-lt"/>
              </a:rPr>
              <a:t>Higher Win Rate, Better ROI </a:t>
            </a:r>
            <a:br>
              <a:rPr lang="en-US" dirty="0">
                <a:solidFill>
                  <a:schemeClr val="tx1"/>
                </a:solidFill>
                <a:latin typeface="+mn-lt"/>
              </a:rPr>
            </a:br>
            <a:r>
              <a:rPr lang="en-US" b="0" dirty="0">
                <a:solidFill>
                  <a:schemeClr val="tx1"/>
                </a:solidFill>
                <a:latin typeface="+mn-lt"/>
              </a:rPr>
              <a:t>Automatically identifies and </a:t>
            </a:r>
            <a:r>
              <a:rPr lang="en-US" b="0" dirty="0" err="1">
                <a:solidFill>
                  <a:schemeClr val="tx1"/>
                </a:solidFill>
                <a:latin typeface="+mn-lt"/>
              </a:rPr>
              <a:t>prioritises</a:t>
            </a:r>
            <a:r>
              <a:rPr lang="en-US" b="0" dirty="0">
                <a:solidFill>
                  <a:schemeClr val="tx1"/>
                </a:solidFill>
                <a:latin typeface="+mn-lt"/>
              </a:rPr>
              <a:t> the strongest evidence per chargeback, so only high‑probability disputes are challenged.</a:t>
            </a:r>
          </a:p>
          <a:p>
            <a:pPr marL="228600" indent="-228600">
              <a:spcAft>
                <a:spcPts val="200"/>
              </a:spcAft>
              <a:buFont typeface="Arial" panose="020B0604020202020204" pitchFamily="34" charset="0"/>
              <a:buChar char="•"/>
            </a:pPr>
            <a:r>
              <a:rPr lang="en-US" dirty="0">
                <a:solidFill>
                  <a:schemeClr val="tx1"/>
                </a:solidFill>
                <a:latin typeface="+mn-lt"/>
              </a:rPr>
              <a:t>Single, </a:t>
            </a:r>
            <a:r>
              <a:rPr lang="en-US" dirty="0" err="1">
                <a:solidFill>
                  <a:schemeClr val="tx1"/>
                </a:solidFill>
                <a:latin typeface="+mn-lt"/>
              </a:rPr>
              <a:t>Centralised</a:t>
            </a:r>
            <a:r>
              <a:rPr lang="en-US" dirty="0">
                <a:solidFill>
                  <a:schemeClr val="tx1"/>
                </a:solidFill>
                <a:latin typeface="+mn-lt"/>
              </a:rPr>
              <a:t> View</a:t>
            </a:r>
            <a:br>
              <a:rPr lang="en-US" dirty="0">
                <a:solidFill>
                  <a:schemeClr val="tx1"/>
                </a:solidFill>
                <a:latin typeface="+mn-lt"/>
              </a:rPr>
            </a:br>
            <a:r>
              <a:rPr lang="en-US" b="0" dirty="0">
                <a:solidFill>
                  <a:schemeClr val="tx1"/>
                </a:solidFill>
                <a:latin typeface="+mn-lt"/>
              </a:rPr>
              <a:t>Brings together issuer data, merchant evidence, and AI insights in one dashboard, eliminating fragmented workflows</a:t>
            </a:r>
            <a:r>
              <a:rPr lang="en-US" dirty="0">
                <a:solidFill>
                  <a:schemeClr val="tx1"/>
                </a:solidFill>
                <a:latin typeface="+mn-lt"/>
              </a:rPr>
              <a:t>.</a:t>
            </a:r>
          </a:p>
          <a:p>
            <a:pPr marL="228600" indent="-228600">
              <a:spcAft>
                <a:spcPts val="200"/>
              </a:spcAft>
              <a:buFont typeface="Arial" panose="020B0604020202020204" pitchFamily="34" charset="0"/>
              <a:buChar char="•"/>
            </a:pPr>
            <a:r>
              <a:rPr lang="en-US" dirty="0">
                <a:solidFill>
                  <a:schemeClr val="tx1"/>
                </a:solidFill>
                <a:latin typeface="+mn-lt"/>
              </a:rPr>
              <a:t>Time Savings Through Intelligent Automation</a:t>
            </a:r>
            <a:br>
              <a:rPr lang="en-US" dirty="0">
                <a:solidFill>
                  <a:schemeClr val="tx1"/>
                </a:solidFill>
                <a:latin typeface="+mn-lt"/>
              </a:rPr>
            </a:br>
            <a:r>
              <a:rPr lang="en-US" b="0" dirty="0" err="1">
                <a:solidFill>
                  <a:schemeClr val="tx1"/>
                </a:solidFill>
                <a:latin typeface="+mn-lt"/>
              </a:rPr>
              <a:t>Summarisation</a:t>
            </a:r>
            <a:r>
              <a:rPr lang="en-US" b="0" dirty="0">
                <a:solidFill>
                  <a:schemeClr val="tx1"/>
                </a:solidFill>
                <a:latin typeface="+mn-lt"/>
              </a:rPr>
              <a:t>, evidence enrichment, and decision support reduce manual investigation effort and turnaround time.</a:t>
            </a:r>
          </a:p>
          <a:p>
            <a:pPr marL="228600" indent="-228600">
              <a:spcAft>
                <a:spcPts val="200"/>
              </a:spcAft>
              <a:buFont typeface="Arial" panose="020B0604020202020204" pitchFamily="34" charset="0"/>
              <a:buChar char="•"/>
            </a:pPr>
            <a:r>
              <a:rPr lang="en-US" dirty="0">
                <a:solidFill>
                  <a:schemeClr val="tx1"/>
                </a:solidFill>
                <a:latin typeface="+mn-lt"/>
              </a:rPr>
              <a:t>Clear Actionability</a:t>
            </a:r>
            <a:br>
              <a:rPr lang="en-US" dirty="0">
                <a:solidFill>
                  <a:schemeClr val="tx1"/>
                </a:solidFill>
                <a:latin typeface="+mn-lt"/>
              </a:rPr>
            </a:br>
            <a:r>
              <a:rPr lang="en-US" b="0" dirty="0">
                <a:solidFill>
                  <a:schemeClr val="tx1"/>
                </a:solidFill>
                <a:latin typeface="+mn-lt"/>
              </a:rPr>
              <a:t>Highlights exactly what to do next — enrich, challenge, or accept — with transparent reasoning behind every suggestion.</a:t>
            </a:r>
          </a:p>
          <a:p>
            <a:pPr marL="228600" indent="-228600">
              <a:spcAft>
                <a:spcPts val="200"/>
              </a:spcAft>
              <a:buFont typeface="Arial" panose="020B0604020202020204" pitchFamily="34" charset="0"/>
              <a:buChar char="•"/>
            </a:pPr>
            <a:endParaRPr lang="en-IN" dirty="0">
              <a:solidFill>
                <a:schemeClr val="tx1"/>
              </a:solidFill>
              <a:latin typeface="+mn-lt"/>
            </a:endParaRPr>
          </a:p>
          <a:p>
            <a:pPr>
              <a:spcAft>
                <a:spcPts val="200"/>
              </a:spcAft>
            </a:pPr>
            <a:r>
              <a:rPr lang="en-US" dirty="0">
                <a:solidFill>
                  <a:schemeClr val="tx1"/>
                </a:solidFill>
                <a:latin typeface="+mn-lt"/>
              </a:rPr>
              <a:t>It is not about challenging more chargebacks — about challenging the right ones, the right way.</a:t>
            </a:r>
            <a:endParaRPr lang="en-IN" dirty="0">
              <a:solidFill>
                <a:schemeClr val="tx1"/>
              </a:solidFill>
              <a:latin typeface="+mn-lt"/>
            </a:endParaRPr>
          </a:p>
        </p:txBody>
      </p:sp>
    </p:spTree>
    <p:extLst>
      <p:ext uri="{BB962C8B-B14F-4D97-AF65-F5344CB8AC3E}">
        <p14:creationId xmlns:p14="http://schemas.microsoft.com/office/powerpoint/2010/main" val="1087447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87708-9890-72F8-D3B5-04F84C69CA2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CE3A362-C9B2-F7C0-103A-9E9CEF922E70}"/>
              </a:ext>
            </a:extLst>
          </p:cNvPr>
          <p:cNvSpPr>
            <a:spLocks noGrp="1"/>
          </p:cNvSpPr>
          <p:nvPr>
            <p:ph type="title"/>
          </p:nvPr>
        </p:nvSpPr>
        <p:spPr>
          <a:xfrm>
            <a:off x="381000" y="490520"/>
            <a:ext cx="11439525" cy="430887"/>
          </a:xfrm>
        </p:spPr>
        <p:txBody>
          <a:bodyPr/>
          <a:lstStyle/>
          <a:p>
            <a:r>
              <a:rPr lang="en-US" dirty="0"/>
              <a:t>Feature List</a:t>
            </a:r>
            <a:endParaRPr lang="en-IN" dirty="0"/>
          </a:p>
        </p:txBody>
      </p:sp>
      <p:sp>
        <p:nvSpPr>
          <p:cNvPr id="10" name="TextBox 38">
            <a:extLst>
              <a:ext uri="{FF2B5EF4-FFF2-40B4-BE49-F238E27FC236}">
                <a16:creationId xmlns:a16="http://schemas.microsoft.com/office/drawing/2014/main" id="{81ECB828-CAF2-6D98-CEC1-ACA65DFC0DBA}"/>
              </a:ext>
            </a:extLst>
          </p:cNvPr>
          <p:cNvSpPr txBox="1"/>
          <p:nvPr/>
        </p:nvSpPr>
        <p:spPr>
          <a:xfrm>
            <a:off x="380999" y="1497476"/>
            <a:ext cx="5487365" cy="4635356"/>
          </a:xfrm>
          <a:prstGeom prst="roundRect">
            <a:avLst>
              <a:gd name="adj" fmla="val 4095"/>
            </a:avLst>
          </a:prstGeom>
          <a:solidFill>
            <a:schemeClr val="bg1"/>
          </a:solidFill>
          <a:ln w="6350">
            <a:noFill/>
          </a:ln>
          <a:effectLst>
            <a:outerShdw blurRad="114300" dist="38100" dir="2700000" algn="tl" rotWithShape="0">
              <a:prstClr val="black">
                <a:alpha val="12000"/>
              </a:prstClr>
            </a:outerShdw>
          </a:effectLst>
        </p:spPr>
        <p:txBody>
          <a:bodyPr wrap="square" lIns="91440" tIns="502920" rIns="91440" bIns="91440" rtlCol="0" anchor="t" anchorCtr="0">
            <a:spAutoFit/>
          </a:bodyPr>
          <a:lstStyle/>
          <a:p>
            <a:pPr marL="182880" lvl="0" indent="-182880">
              <a:spcAft>
                <a:spcPts val="900"/>
              </a:spcAft>
              <a:buFont typeface="Arial" panose="020B0604020202020204" pitchFamily="34" charset="0"/>
              <a:buChar char="•"/>
              <a:defRPr/>
            </a:pPr>
            <a:r>
              <a:rPr lang="en-US" sz="1200" b="1" dirty="0"/>
              <a:t>Proactive dashboard </a:t>
            </a:r>
            <a:r>
              <a:rPr lang="en-US" sz="1200" dirty="0"/>
              <a:t>–</a:t>
            </a:r>
            <a:r>
              <a:rPr lang="en-US" sz="1200" b="1" dirty="0"/>
              <a:t> </a:t>
            </a:r>
            <a:r>
              <a:rPr lang="en-US" sz="1200" dirty="0"/>
              <a:t>Proactive ingestion of issuer claims for instant, lag-free review.</a:t>
            </a:r>
          </a:p>
          <a:p>
            <a:pPr marL="182880" lvl="0" indent="-182880">
              <a:spcAft>
                <a:spcPts val="900"/>
              </a:spcAft>
              <a:buFont typeface="Arial" panose="020B0604020202020204" pitchFamily="34" charset="0"/>
              <a:buChar char="•"/>
              <a:defRPr/>
            </a:pPr>
            <a:r>
              <a:rPr lang="en-US" sz="1200" b="1" dirty="0"/>
              <a:t>Unified Chargeback View </a:t>
            </a:r>
            <a:r>
              <a:rPr lang="en-US" sz="1200" dirty="0"/>
              <a:t>– Issuer-side dispute data auto-summarized for rapid understanding</a:t>
            </a:r>
          </a:p>
          <a:p>
            <a:pPr marL="182880" lvl="0" indent="-182880">
              <a:spcAft>
                <a:spcPts val="900"/>
              </a:spcAft>
              <a:buFont typeface="Arial" panose="020B0604020202020204" pitchFamily="34" charset="0"/>
              <a:buChar char="•"/>
              <a:defRPr/>
            </a:pPr>
            <a:r>
              <a:rPr lang="en-US" sz="1200" b="1" dirty="0"/>
              <a:t>On‑Demand Evidence Enrichment </a:t>
            </a:r>
            <a:r>
              <a:rPr lang="en-US" sz="1200" dirty="0"/>
              <a:t>– AI Agent dynamically fetches most apt merchant, PSP, and delivery evidence. Thinking beyond the templates.</a:t>
            </a:r>
          </a:p>
          <a:p>
            <a:pPr marL="182880" lvl="0" indent="-182880">
              <a:spcAft>
                <a:spcPts val="900"/>
              </a:spcAft>
              <a:buFont typeface="Arial" panose="020B0604020202020204" pitchFamily="34" charset="0"/>
              <a:buChar char="•"/>
              <a:defRPr/>
            </a:pPr>
            <a:r>
              <a:rPr lang="en-US" sz="1200" b="1" dirty="0"/>
              <a:t>Agentic Decision Intelligence </a:t>
            </a:r>
            <a:r>
              <a:rPr lang="en-US" sz="1200" dirty="0"/>
              <a:t>– AI agents reason, verify, and annotate evidence before recommending actions</a:t>
            </a:r>
          </a:p>
          <a:p>
            <a:pPr marL="182880" lvl="0" indent="-182880">
              <a:spcAft>
                <a:spcPts val="900"/>
              </a:spcAft>
              <a:buFont typeface="Arial" panose="020B0604020202020204" pitchFamily="34" charset="0"/>
              <a:buChar char="•"/>
              <a:defRPr/>
            </a:pPr>
            <a:r>
              <a:rPr lang="en-US" sz="1200" b="1" dirty="0"/>
              <a:t>Intelligent Decision Support </a:t>
            </a:r>
            <a:r>
              <a:rPr lang="en-US" sz="1200" dirty="0"/>
              <a:t>– Analyzes the full evidence map (Issuer vs. Merchant) to recommend "Challenge" or "Accept." If "Accept" is suggested, the agent provides a detailed gap analysis of what was missing to win.</a:t>
            </a:r>
          </a:p>
          <a:p>
            <a:pPr marL="182880" lvl="0" indent="-182880">
              <a:spcAft>
                <a:spcPts val="900"/>
              </a:spcAft>
              <a:buFont typeface="Arial" panose="020B0604020202020204" pitchFamily="34" charset="0"/>
              <a:buChar char="•"/>
              <a:defRPr/>
            </a:pPr>
            <a:r>
              <a:rPr lang="en-US" sz="1200" b="1" dirty="0"/>
              <a:t>Human-in-the-loop Control </a:t>
            </a:r>
            <a:r>
              <a:rPr lang="en-US" sz="1200" dirty="0"/>
              <a:t>– Users can enrich manually, override AI, or proceed independently</a:t>
            </a:r>
          </a:p>
          <a:p>
            <a:pPr marL="182880" lvl="0" indent="-182880">
              <a:spcAft>
                <a:spcPts val="900"/>
              </a:spcAft>
              <a:buFont typeface="Arial" panose="020B0604020202020204" pitchFamily="34" charset="0"/>
              <a:buChar char="•"/>
              <a:defRPr/>
            </a:pPr>
            <a:r>
              <a:rPr lang="en-US" sz="1200" b="1" dirty="0"/>
              <a:t>Explainable &amp; Auditable AI </a:t>
            </a:r>
            <a:r>
              <a:rPr lang="en-US" sz="1200" dirty="0"/>
              <a:t>– Every recommendation backed by evidence availability and reasoning</a:t>
            </a:r>
          </a:p>
          <a:p>
            <a:pPr marL="182880" lvl="0" indent="-182880">
              <a:spcAft>
                <a:spcPts val="900"/>
              </a:spcAft>
              <a:buFont typeface="Arial" panose="020B0604020202020204" pitchFamily="34" charset="0"/>
              <a:buChar char="•"/>
              <a:defRPr/>
            </a:pPr>
            <a:r>
              <a:rPr lang="en-US" sz="1200" b="1" dirty="0"/>
              <a:t>Cost-Aware AI Usage </a:t>
            </a:r>
            <a:r>
              <a:rPr lang="en-US" sz="1200" dirty="0"/>
              <a:t>– LLM calls invoked only when value is added</a:t>
            </a:r>
            <a:endParaRPr lang="en-US" sz="1200" b="1" spc="34" dirty="0">
              <a:latin typeface="+mj-lt"/>
              <a:ea typeface="Noto Sans Bold"/>
              <a:cs typeface="Noto Sans Bold"/>
              <a:sym typeface="Noto Sans Bold"/>
            </a:endParaRPr>
          </a:p>
        </p:txBody>
      </p:sp>
      <p:sp>
        <p:nvSpPr>
          <p:cNvPr id="12" name="TextBox 40">
            <a:extLst>
              <a:ext uri="{FF2B5EF4-FFF2-40B4-BE49-F238E27FC236}">
                <a16:creationId xmlns:a16="http://schemas.microsoft.com/office/drawing/2014/main" id="{19C333CD-232A-A46A-DBD7-58ED6D77F363}"/>
              </a:ext>
            </a:extLst>
          </p:cNvPr>
          <p:cNvSpPr txBox="1"/>
          <p:nvPr/>
        </p:nvSpPr>
        <p:spPr>
          <a:xfrm>
            <a:off x="380999" y="1483012"/>
            <a:ext cx="5487365" cy="427196"/>
          </a:xfrm>
          <a:prstGeom prst="round2SameRect">
            <a:avLst>
              <a:gd name="adj1" fmla="val 22443"/>
              <a:gd name="adj2" fmla="val 0"/>
            </a:avLst>
          </a:prstGeom>
          <a:solidFill>
            <a:schemeClr val="accent1"/>
          </a:solidFill>
        </p:spPr>
        <p:txBody>
          <a:bodyPr wrap="square" lIns="91440" tIns="91440" rIns="91440" bIns="91440" rtlCol="0" anchor="ctr" anchorCtr="0">
            <a:spAutoFit/>
          </a:bodyPr>
          <a:lstStyle/>
          <a:p>
            <a:pPr marL="0" lvl="1" defTabSz="609630">
              <a:spcBef>
                <a:spcPct val="0"/>
              </a:spcBef>
            </a:pPr>
            <a:r>
              <a:rPr lang="en-US" sz="1400" b="1" spc="34" dirty="0">
                <a:solidFill>
                  <a:schemeClr val="bg1"/>
                </a:solidFill>
                <a:ea typeface="Noto Sans Bold"/>
                <a:cs typeface="Noto Sans Bold"/>
                <a:sym typeface="Noto Sans Bold"/>
              </a:rPr>
              <a:t>Chargeback Workflow Features</a:t>
            </a:r>
          </a:p>
        </p:txBody>
      </p:sp>
      <p:sp>
        <p:nvSpPr>
          <p:cNvPr id="21" name="Freeform: Shape 20">
            <a:extLst>
              <a:ext uri="{FF2B5EF4-FFF2-40B4-BE49-F238E27FC236}">
                <a16:creationId xmlns:a16="http://schemas.microsoft.com/office/drawing/2014/main" id="{68CFAB4B-3362-57B2-7003-CBE54F0A79CD}"/>
              </a:ext>
            </a:extLst>
          </p:cNvPr>
          <p:cNvSpPr/>
          <p:nvPr/>
        </p:nvSpPr>
        <p:spPr>
          <a:xfrm>
            <a:off x="5439060" y="1564640"/>
            <a:ext cx="293814" cy="263940"/>
          </a:xfrm>
          <a:custGeom>
            <a:avLst/>
            <a:gdLst>
              <a:gd name="connsiteX0" fmla="*/ 260816 w 858246"/>
              <a:gd name="connsiteY0" fmla="*/ 747713 h 770982"/>
              <a:gd name="connsiteX1" fmla="*/ 179111 w 858246"/>
              <a:gd name="connsiteY1" fmla="*/ 636261 h 770982"/>
              <a:gd name="connsiteX2" fmla="*/ 207286 w 858246"/>
              <a:gd name="connsiteY2" fmla="*/ 576834 h 770982"/>
              <a:gd name="connsiteX3" fmla="*/ 130438 w 858246"/>
              <a:gd name="connsiteY3" fmla="*/ 499986 h 770982"/>
              <a:gd name="connsiteX4" fmla="*/ 53590 w 858246"/>
              <a:gd name="connsiteY4" fmla="*/ 576834 h 770982"/>
              <a:gd name="connsiteX5" fmla="*/ 81765 w 858246"/>
              <a:gd name="connsiteY5" fmla="*/ 636261 h 770982"/>
              <a:gd name="connsiteX6" fmla="*/ 60 w 858246"/>
              <a:gd name="connsiteY6" fmla="*/ 747713 h 770982"/>
              <a:gd name="connsiteX7" fmla="*/ 5765 w 858246"/>
              <a:gd name="connsiteY7" fmla="*/ 764067 h 770982"/>
              <a:gd name="connsiteX8" fmla="*/ 21644 w 858246"/>
              <a:gd name="connsiteY8" fmla="*/ 770982 h 770982"/>
              <a:gd name="connsiteX9" fmla="*/ 239233 w 858246"/>
              <a:gd name="connsiteY9" fmla="*/ 770982 h 770982"/>
              <a:gd name="connsiteX10" fmla="*/ 255111 w 858246"/>
              <a:gd name="connsiteY10" fmla="*/ 764076 h 770982"/>
              <a:gd name="connsiteX11" fmla="*/ 260816 w 858246"/>
              <a:gd name="connsiteY11" fmla="*/ 747713 h 770982"/>
              <a:gd name="connsiteX12" fmla="*/ 260816 w 858246"/>
              <a:gd name="connsiteY12" fmla="*/ 747713 h 770982"/>
              <a:gd name="connsiteX13" fmla="*/ 80518 w 858246"/>
              <a:gd name="connsiteY13" fmla="*/ 576844 h 770982"/>
              <a:gd name="connsiteX14" fmla="*/ 130438 w 858246"/>
              <a:gd name="connsiteY14" fmla="*/ 526913 h 770982"/>
              <a:gd name="connsiteX15" fmla="*/ 180359 w 858246"/>
              <a:gd name="connsiteY15" fmla="*/ 576844 h 770982"/>
              <a:gd name="connsiteX16" fmla="*/ 130448 w 858246"/>
              <a:gd name="connsiteY16" fmla="*/ 626764 h 770982"/>
              <a:gd name="connsiteX17" fmla="*/ 130429 w 858246"/>
              <a:gd name="connsiteY17" fmla="*/ 626764 h 770982"/>
              <a:gd name="connsiteX18" fmla="*/ 130410 w 858246"/>
              <a:gd name="connsiteY18" fmla="*/ 626764 h 770982"/>
              <a:gd name="connsiteX19" fmla="*/ 80518 w 858246"/>
              <a:gd name="connsiteY19" fmla="*/ 576844 h 770982"/>
              <a:gd name="connsiteX20" fmla="*/ 27492 w 858246"/>
              <a:gd name="connsiteY20" fmla="*/ 744045 h 770982"/>
              <a:gd name="connsiteX21" fmla="*/ 130419 w 858246"/>
              <a:gd name="connsiteY21" fmla="*/ 653691 h 770982"/>
              <a:gd name="connsiteX22" fmla="*/ 130438 w 858246"/>
              <a:gd name="connsiteY22" fmla="*/ 653691 h 770982"/>
              <a:gd name="connsiteX23" fmla="*/ 130457 w 858246"/>
              <a:gd name="connsiteY23" fmla="*/ 653691 h 770982"/>
              <a:gd name="connsiteX24" fmla="*/ 233384 w 858246"/>
              <a:gd name="connsiteY24" fmla="*/ 744045 h 770982"/>
              <a:gd name="connsiteX25" fmla="*/ 27492 w 858246"/>
              <a:gd name="connsiteY25" fmla="*/ 744045 h 770982"/>
              <a:gd name="connsiteX26" fmla="*/ 477796 w 858246"/>
              <a:gd name="connsiteY26" fmla="*/ 636261 h 770982"/>
              <a:gd name="connsiteX27" fmla="*/ 505971 w 858246"/>
              <a:gd name="connsiteY27" fmla="*/ 576834 h 770982"/>
              <a:gd name="connsiteX28" fmla="*/ 429123 w 858246"/>
              <a:gd name="connsiteY28" fmla="*/ 499986 h 770982"/>
              <a:gd name="connsiteX29" fmla="*/ 352275 w 858246"/>
              <a:gd name="connsiteY29" fmla="*/ 576834 h 770982"/>
              <a:gd name="connsiteX30" fmla="*/ 380450 w 858246"/>
              <a:gd name="connsiteY30" fmla="*/ 636261 h 770982"/>
              <a:gd name="connsiteX31" fmla="*/ 298745 w 858246"/>
              <a:gd name="connsiteY31" fmla="*/ 747713 h 770982"/>
              <a:gd name="connsiteX32" fmla="*/ 304450 w 858246"/>
              <a:gd name="connsiteY32" fmla="*/ 764067 h 770982"/>
              <a:gd name="connsiteX33" fmla="*/ 320329 w 858246"/>
              <a:gd name="connsiteY33" fmla="*/ 770982 h 770982"/>
              <a:gd name="connsiteX34" fmla="*/ 537918 w 858246"/>
              <a:gd name="connsiteY34" fmla="*/ 770982 h 770982"/>
              <a:gd name="connsiteX35" fmla="*/ 553796 w 858246"/>
              <a:gd name="connsiteY35" fmla="*/ 764067 h 770982"/>
              <a:gd name="connsiteX36" fmla="*/ 559501 w 858246"/>
              <a:gd name="connsiteY36" fmla="*/ 747713 h 770982"/>
              <a:gd name="connsiteX37" fmla="*/ 477796 w 858246"/>
              <a:gd name="connsiteY37" fmla="*/ 636261 h 770982"/>
              <a:gd name="connsiteX38" fmla="*/ 379203 w 858246"/>
              <a:gd name="connsiteY38" fmla="*/ 576844 h 770982"/>
              <a:gd name="connsiteX39" fmla="*/ 429123 w 858246"/>
              <a:gd name="connsiteY39" fmla="*/ 526913 h 770982"/>
              <a:gd name="connsiteX40" fmla="*/ 479053 w 858246"/>
              <a:gd name="connsiteY40" fmla="*/ 576844 h 770982"/>
              <a:gd name="connsiteX41" fmla="*/ 429142 w 858246"/>
              <a:gd name="connsiteY41" fmla="*/ 626764 h 770982"/>
              <a:gd name="connsiteX42" fmla="*/ 429123 w 858246"/>
              <a:gd name="connsiteY42" fmla="*/ 626764 h 770982"/>
              <a:gd name="connsiteX43" fmla="*/ 429104 w 858246"/>
              <a:gd name="connsiteY43" fmla="*/ 626764 h 770982"/>
              <a:gd name="connsiteX44" fmla="*/ 379203 w 858246"/>
              <a:gd name="connsiteY44" fmla="*/ 576844 h 770982"/>
              <a:gd name="connsiteX45" fmla="*/ 326177 w 858246"/>
              <a:gd name="connsiteY45" fmla="*/ 744045 h 770982"/>
              <a:gd name="connsiteX46" fmla="*/ 429104 w 858246"/>
              <a:gd name="connsiteY46" fmla="*/ 653691 h 770982"/>
              <a:gd name="connsiteX47" fmla="*/ 429123 w 858246"/>
              <a:gd name="connsiteY47" fmla="*/ 653691 h 770982"/>
              <a:gd name="connsiteX48" fmla="*/ 429142 w 858246"/>
              <a:gd name="connsiteY48" fmla="*/ 653691 h 770982"/>
              <a:gd name="connsiteX49" fmla="*/ 532069 w 858246"/>
              <a:gd name="connsiteY49" fmla="*/ 744045 h 770982"/>
              <a:gd name="connsiteX50" fmla="*/ 326177 w 858246"/>
              <a:gd name="connsiteY50" fmla="*/ 744045 h 770982"/>
              <a:gd name="connsiteX51" fmla="*/ 858186 w 858246"/>
              <a:gd name="connsiteY51" fmla="*/ 747713 h 770982"/>
              <a:gd name="connsiteX52" fmla="*/ 858186 w 858246"/>
              <a:gd name="connsiteY52" fmla="*/ 747713 h 770982"/>
              <a:gd name="connsiteX53" fmla="*/ 776481 w 858246"/>
              <a:gd name="connsiteY53" fmla="*/ 636261 h 770982"/>
              <a:gd name="connsiteX54" fmla="*/ 804656 w 858246"/>
              <a:gd name="connsiteY54" fmla="*/ 576834 h 770982"/>
              <a:gd name="connsiteX55" fmla="*/ 727808 w 858246"/>
              <a:gd name="connsiteY55" fmla="*/ 499986 h 770982"/>
              <a:gd name="connsiteX56" fmla="*/ 650960 w 858246"/>
              <a:gd name="connsiteY56" fmla="*/ 576834 h 770982"/>
              <a:gd name="connsiteX57" fmla="*/ 679135 w 858246"/>
              <a:gd name="connsiteY57" fmla="*/ 636261 h 770982"/>
              <a:gd name="connsiteX58" fmla="*/ 597430 w 858246"/>
              <a:gd name="connsiteY58" fmla="*/ 747713 h 770982"/>
              <a:gd name="connsiteX59" fmla="*/ 603135 w 858246"/>
              <a:gd name="connsiteY59" fmla="*/ 764067 h 770982"/>
              <a:gd name="connsiteX60" fmla="*/ 619013 w 858246"/>
              <a:gd name="connsiteY60" fmla="*/ 770982 h 770982"/>
              <a:gd name="connsiteX61" fmla="*/ 836603 w 858246"/>
              <a:gd name="connsiteY61" fmla="*/ 770982 h 770982"/>
              <a:gd name="connsiteX62" fmla="*/ 852481 w 858246"/>
              <a:gd name="connsiteY62" fmla="*/ 764076 h 770982"/>
              <a:gd name="connsiteX63" fmla="*/ 858186 w 858246"/>
              <a:gd name="connsiteY63" fmla="*/ 747713 h 770982"/>
              <a:gd name="connsiteX64" fmla="*/ 677887 w 858246"/>
              <a:gd name="connsiteY64" fmla="*/ 576844 h 770982"/>
              <a:gd name="connsiteX65" fmla="*/ 727808 w 858246"/>
              <a:gd name="connsiteY65" fmla="*/ 526913 h 770982"/>
              <a:gd name="connsiteX66" fmla="*/ 777729 w 858246"/>
              <a:gd name="connsiteY66" fmla="*/ 576844 h 770982"/>
              <a:gd name="connsiteX67" fmla="*/ 727818 w 858246"/>
              <a:gd name="connsiteY67" fmla="*/ 626764 h 770982"/>
              <a:gd name="connsiteX68" fmla="*/ 727799 w 858246"/>
              <a:gd name="connsiteY68" fmla="*/ 626764 h 770982"/>
              <a:gd name="connsiteX69" fmla="*/ 727780 w 858246"/>
              <a:gd name="connsiteY69" fmla="*/ 626764 h 770982"/>
              <a:gd name="connsiteX70" fmla="*/ 677887 w 858246"/>
              <a:gd name="connsiteY70" fmla="*/ 576844 h 770982"/>
              <a:gd name="connsiteX71" fmla="*/ 624862 w 858246"/>
              <a:gd name="connsiteY71" fmla="*/ 744045 h 770982"/>
              <a:gd name="connsiteX72" fmla="*/ 727789 w 858246"/>
              <a:gd name="connsiteY72" fmla="*/ 653691 h 770982"/>
              <a:gd name="connsiteX73" fmla="*/ 727808 w 858246"/>
              <a:gd name="connsiteY73" fmla="*/ 653691 h 770982"/>
              <a:gd name="connsiteX74" fmla="*/ 727827 w 858246"/>
              <a:gd name="connsiteY74" fmla="*/ 653691 h 770982"/>
              <a:gd name="connsiteX75" fmla="*/ 830754 w 858246"/>
              <a:gd name="connsiteY75" fmla="*/ 744045 h 770982"/>
              <a:gd name="connsiteX76" fmla="*/ 624862 w 858246"/>
              <a:gd name="connsiteY76" fmla="*/ 744045 h 770982"/>
              <a:gd name="connsiteX77" fmla="*/ 116979 w 858246"/>
              <a:gd name="connsiteY77" fmla="*/ 462963 h 770982"/>
              <a:gd name="connsiteX78" fmla="*/ 116979 w 858246"/>
              <a:gd name="connsiteY78" fmla="*/ 385486 h 770982"/>
              <a:gd name="connsiteX79" fmla="*/ 130438 w 858246"/>
              <a:gd name="connsiteY79" fmla="*/ 372027 h 770982"/>
              <a:gd name="connsiteX80" fmla="*/ 415664 w 858246"/>
              <a:gd name="connsiteY80" fmla="*/ 372027 h 770982"/>
              <a:gd name="connsiteX81" fmla="*/ 415664 w 858246"/>
              <a:gd name="connsiteY81" fmla="*/ 308010 h 770982"/>
              <a:gd name="connsiteX82" fmla="*/ 429123 w 858246"/>
              <a:gd name="connsiteY82" fmla="*/ 294551 h 770982"/>
              <a:gd name="connsiteX83" fmla="*/ 442582 w 858246"/>
              <a:gd name="connsiteY83" fmla="*/ 308010 h 770982"/>
              <a:gd name="connsiteX84" fmla="*/ 442582 w 858246"/>
              <a:gd name="connsiteY84" fmla="*/ 372027 h 770982"/>
              <a:gd name="connsiteX85" fmla="*/ 727808 w 858246"/>
              <a:gd name="connsiteY85" fmla="*/ 372027 h 770982"/>
              <a:gd name="connsiteX86" fmla="*/ 741267 w 858246"/>
              <a:gd name="connsiteY86" fmla="*/ 385486 h 770982"/>
              <a:gd name="connsiteX87" fmla="*/ 741267 w 858246"/>
              <a:gd name="connsiteY87" fmla="*/ 462963 h 770982"/>
              <a:gd name="connsiteX88" fmla="*/ 727808 w 858246"/>
              <a:gd name="connsiteY88" fmla="*/ 476421 h 770982"/>
              <a:gd name="connsiteX89" fmla="*/ 714349 w 858246"/>
              <a:gd name="connsiteY89" fmla="*/ 462963 h 770982"/>
              <a:gd name="connsiteX90" fmla="*/ 714349 w 858246"/>
              <a:gd name="connsiteY90" fmla="*/ 398945 h 770982"/>
              <a:gd name="connsiteX91" fmla="*/ 442582 w 858246"/>
              <a:gd name="connsiteY91" fmla="*/ 398945 h 770982"/>
              <a:gd name="connsiteX92" fmla="*/ 442582 w 858246"/>
              <a:gd name="connsiteY92" fmla="*/ 462963 h 770982"/>
              <a:gd name="connsiteX93" fmla="*/ 429123 w 858246"/>
              <a:gd name="connsiteY93" fmla="*/ 476421 h 770982"/>
              <a:gd name="connsiteX94" fmla="*/ 415664 w 858246"/>
              <a:gd name="connsiteY94" fmla="*/ 462963 h 770982"/>
              <a:gd name="connsiteX95" fmla="*/ 415664 w 858246"/>
              <a:gd name="connsiteY95" fmla="*/ 398945 h 770982"/>
              <a:gd name="connsiteX96" fmla="*/ 143897 w 858246"/>
              <a:gd name="connsiteY96" fmla="*/ 398945 h 770982"/>
              <a:gd name="connsiteX97" fmla="*/ 143897 w 858246"/>
              <a:gd name="connsiteY97" fmla="*/ 462963 h 770982"/>
              <a:gd name="connsiteX98" fmla="*/ 130438 w 858246"/>
              <a:gd name="connsiteY98" fmla="*/ 476421 h 770982"/>
              <a:gd name="connsiteX99" fmla="*/ 116979 w 858246"/>
              <a:gd name="connsiteY99" fmla="*/ 462963 h 770982"/>
              <a:gd name="connsiteX100" fmla="*/ 320329 w 858246"/>
              <a:gd name="connsiteY100" fmla="*/ 270986 h 770982"/>
              <a:gd name="connsiteX101" fmla="*/ 537918 w 858246"/>
              <a:gd name="connsiteY101" fmla="*/ 270986 h 770982"/>
              <a:gd name="connsiteX102" fmla="*/ 553796 w 858246"/>
              <a:gd name="connsiteY102" fmla="*/ 264071 h 770982"/>
              <a:gd name="connsiteX103" fmla="*/ 559501 w 858246"/>
              <a:gd name="connsiteY103" fmla="*/ 247717 h 770982"/>
              <a:gd name="connsiteX104" fmla="*/ 477796 w 858246"/>
              <a:gd name="connsiteY104" fmla="*/ 136274 h 770982"/>
              <a:gd name="connsiteX105" fmla="*/ 505971 w 858246"/>
              <a:gd name="connsiteY105" fmla="*/ 76848 h 770982"/>
              <a:gd name="connsiteX106" fmla="*/ 429123 w 858246"/>
              <a:gd name="connsiteY106" fmla="*/ 0 h 770982"/>
              <a:gd name="connsiteX107" fmla="*/ 352275 w 858246"/>
              <a:gd name="connsiteY107" fmla="*/ 76848 h 770982"/>
              <a:gd name="connsiteX108" fmla="*/ 380450 w 858246"/>
              <a:gd name="connsiteY108" fmla="*/ 136274 h 770982"/>
              <a:gd name="connsiteX109" fmla="*/ 298745 w 858246"/>
              <a:gd name="connsiteY109" fmla="*/ 247726 h 770982"/>
              <a:gd name="connsiteX110" fmla="*/ 304450 w 858246"/>
              <a:gd name="connsiteY110" fmla="*/ 264081 h 770982"/>
              <a:gd name="connsiteX111" fmla="*/ 320329 w 858246"/>
              <a:gd name="connsiteY111" fmla="*/ 270986 h 770982"/>
              <a:gd name="connsiteX112" fmla="*/ 379203 w 858246"/>
              <a:gd name="connsiteY112" fmla="*/ 76848 h 770982"/>
              <a:gd name="connsiteX113" fmla="*/ 429123 w 858246"/>
              <a:gd name="connsiteY113" fmla="*/ 26927 h 770982"/>
              <a:gd name="connsiteX114" fmla="*/ 479053 w 858246"/>
              <a:gd name="connsiteY114" fmla="*/ 76848 h 770982"/>
              <a:gd name="connsiteX115" fmla="*/ 429142 w 858246"/>
              <a:gd name="connsiteY115" fmla="*/ 126768 h 770982"/>
              <a:gd name="connsiteX116" fmla="*/ 429123 w 858246"/>
              <a:gd name="connsiteY116" fmla="*/ 126768 h 770982"/>
              <a:gd name="connsiteX117" fmla="*/ 429104 w 858246"/>
              <a:gd name="connsiteY117" fmla="*/ 126768 h 770982"/>
              <a:gd name="connsiteX118" fmla="*/ 379203 w 858246"/>
              <a:gd name="connsiteY118" fmla="*/ 76848 h 770982"/>
              <a:gd name="connsiteX119" fmla="*/ 429104 w 858246"/>
              <a:gd name="connsiteY119" fmla="*/ 153695 h 770982"/>
              <a:gd name="connsiteX120" fmla="*/ 429123 w 858246"/>
              <a:gd name="connsiteY120" fmla="*/ 153695 h 770982"/>
              <a:gd name="connsiteX121" fmla="*/ 429142 w 858246"/>
              <a:gd name="connsiteY121" fmla="*/ 153695 h 770982"/>
              <a:gd name="connsiteX122" fmla="*/ 532069 w 858246"/>
              <a:gd name="connsiteY122" fmla="*/ 244050 h 770982"/>
              <a:gd name="connsiteX123" fmla="*/ 326177 w 858246"/>
              <a:gd name="connsiteY123" fmla="*/ 244050 h 770982"/>
              <a:gd name="connsiteX124" fmla="*/ 429104 w 858246"/>
              <a:gd name="connsiteY124" fmla="*/ 153695 h 77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858246" h="770982">
                <a:moveTo>
                  <a:pt x="260816" y="747713"/>
                </a:moveTo>
                <a:cubicBezTo>
                  <a:pt x="257006" y="696973"/>
                  <a:pt x="223983" y="654463"/>
                  <a:pt x="179111" y="636261"/>
                </a:cubicBezTo>
                <a:cubicBezTo>
                  <a:pt x="196303" y="622154"/>
                  <a:pt x="207286" y="600761"/>
                  <a:pt x="207286" y="576834"/>
                </a:cubicBezTo>
                <a:cubicBezTo>
                  <a:pt x="207286" y="534457"/>
                  <a:pt x="172815" y="499986"/>
                  <a:pt x="130438" y="499986"/>
                </a:cubicBezTo>
                <a:cubicBezTo>
                  <a:pt x="88061" y="499986"/>
                  <a:pt x="53590" y="534457"/>
                  <a:pt x="53590" y="576834"/>
                </a:cubicBezTo>
                <a:cubicBezTo>
                  <a:pt x="53590" y="600751"/>
                  <a:pt x="64582" y="622154"/>
                  <a:pt x="81765" y="636261"/>
                </a:cubicBezTo>
                <a:cubicBezTo>
                  <a:pt x="36884" y="654453"/>
                  <a:pt x="3870" y="696963"/>
                  <a:pt x="60" y="747713"/>
                </a:cubicBezTo>
                <a:cubicBezTo>
                  <a:pt x="-388" y="753713"/>
                  <a:pt x="1689" y="759666"/>
                  <a:pt x="5765" y="764067"/>
                </a:cubicBezTo>
                <a:cubicBezTo>
                  <a:pt x="9842" y="768458"/>
                  <a:pt x="15633" y="770982"/>
                  <a:pt x="21644" y="770982"/>
                </a:cubicBezTo>
                <a:lnTo>
                  <a:pt x="239233" y="770982"/>
                </a:lnTo>
                <a:cubicBezTo>
                  <a:pt x="245243" y="770982"/>
                  <a:pt x="251034" y="768468"/>
                  <a:pt x="255111" y="764076"/>
                </a:cubicBezTo>
                <a:cubicBezTo>
                  <a:pt x="259188" y="759676"/>
                  <a:pt x="261264" y="753713"/>
                  <a:pt x="260816" y="747713"/>
                </a:cubicBezTo>
                <a:cubicBezTo>
                  <a:pt x="260816" y="747713"/>
                  <a:pt x="260816" y="747713"/>
                  <a:pt x="260816" y="747713"/>
                </a:cubicBezTo>
                <a:close/>
                <a:moveTo>
                  <a:pt x="80518" y="576844"/>
                </a:moveTo>
                <a:cubicBezTo>
                  <a:pt x="80518" y="549316"/>
                  <a:pt x="102911" y="526913"/>
                  <a:pt x="130438" y="526913"/>
                </a:cubicBezTo>
                <a:cubicBezTo>
                  <a:pt x="157965" y="526913"/>
                  <a:pt x="180359" y="549307"/>
                  <a:pt x="180359" y="576844"/>
                </a:cubicBezTo>
                <a:cubicBezTo>
                  <a:pt x="180359" y="604371"/>
                  <a:pt x="157975" y="626755"/>
                  <a:pt x="130448" y="626764"/>
                </a:cubicBezTo>
                <a:cubicBezTo>
                  <a:pt x="130438" y="626764"/>
                  <a:pt x="130438" y="626764"/>
                  <a:pt x="130429" y="626764"/>
                </a:cubicBezTo>
                <a:cubicBezTo>
                  <a:pt x="130419" y="626764"/>
                  <a:pt x="130419" y="626764"/>
                  <a:pt x="130410" y="626764"/>
                </a:cubicBezTo>
                <a:cubicBezTo>
                  <a:pt x="102901" y="626755"/>
                  <a:pt x="80518" y="604361"/>
                  <a:pt x="80518" y="576844"/>
                </a:cubicBezTo>
                <a:close/>
                <a:moveTo>
                  <a:pt x="27492" y="744045"/>
                </a:moveTo>
                <a:cubicBezTo>
                  <a:pt x="34178" y="692944"/>
                  <a:pt x="78327" y="653701"/>
                  <a:pt x="130419" y="653691"/>
                </a:cubicBezTo>
                <a:cubicBezTo>
                  <a:pt x="130429" y="653691"/>
                  <a:pt x="130429" y="653691"/>
                  <a:pt x="130438" y="653691"/>
                </a:cubicBezTo>
                <a:cubicBezTo>
                  <a:pt x="130448" y="653691"/>
                  <a:pt x="130448" y="653691"/>
                  <a:pt x="130457" y="653691"/>
                </a:cubicBezTo>
                <a:cubicBezTo>
                  <a:pt x="182549" y="653701"/>
                  <a:pt x="226698" y="692944"/>
                  <a:pt x="233384" y="744045"/>
                </a:cubicBezTo>
                <a:lnTo>
                  <a:pt x="27492" y="744045"/>
                </a:lnTo>
                <a:close/>
                <a:moveTo>
                  <a:pt x="477796" y="636261"/>
                </a:moveTo>
                <a:cubicBezTo>
                  <a:pt x="494988" y="622154"/>
                  <a:pt x="505971" y="600761"/>
                  <a:pt x="505971" y="576834"/>
                </a:cubicBezTo>
                <a:cubicBezTo>
                  <a:pt x="505971" y="534457"/>
                  <a:pt x="471500" y="499986"/>
                  <a:pt x="429123" y="499986"/>
                </a:cubicBezTo>
                <a:cubicBezTo>
                  <a:pt x="386746" y="499986"/>
                  <a:pt x="352275" y="534457"/>
                  <a:pt x="352275" y="576834"/>
                </a:cubicBezTo>
                <a:cubicBezTo>
                  <a:pt x="352275" y="600751"/>
                  <a:pt x="363267" y="622154"/>
                  <a:pt x="380450" y="636261"/>
                </a:cubicBezTo>
                <a:cubicBezTo>
                  <a:pt x="335569" y="654453"/>
                  <a:pt x="302555" y="696963"/>
                  <a:pt x="298745" y="747713"/>
                </a:cubicBezTo>
                <a:cubicBezTo>
                  <a:pt x="298297" y="753713"/>
                  <a:pt x="300374" y="759666"/>
                  <a:pt x="304450" y="764067"/>
                </a:cubicBezTo>
                <a:cubicBezTo>
                  <a:pt x="308527" y="768458"/>
                  <a:pt x="314318" y="770982"/>
                  <a:pt x="320329" y="770982"/>
                </a:cubicBezTo>
                <a:lnTo>
                  <a:pt x="537918" y="770982"/>
                </a:lnTo>
                <a:cubicBezTo>
                  <a:pt x="543937" y="770982"/>
                  <a:pt x="549719" y="768468"/>
                  <a:pt x="553796" y="764067"/>
                </a:cubicBezTo>
                <a:cubicBezTo>
                  <a:pt x="557873" y="759676"/>
                  <a:pt x="559949" y="753713"/>
                  <a:pt x="559501" y="747713"/>
                </a:cubicBezTo>
                <a:cubicBezTo>
                  <a:pt x="555701" y="696973"/>
                  <a:pt x="522678" y="654463"/>
                  <a:pt x="477796" y="636261"/>
                </a:cubicBezTo>
                <a:close/>
                <a:moveTo>
                  <a:pt x="379203" y="576844"/>
                </a:moveTo>
                <a:cubicBezTo>
                  <a:pt x="379203" y="549316"/>
                  <a:pt x="401596" y="526913"/>
                  <a:pt x="429123" y="526913"/>
                </a:cubicBezTo>
                <a:cubicBezTo>
                  <a:pt x="456650" y="526913"/>
                  <a:pt x="479053" y="549307"/>
                  <a:pt x="479053" y="576844"/>
                </a:cubicBezTo>
                <a:cubicBezTo>
                  <a:pt x="479053" y="604371"/>
                  <a:pt x="456669" y="626755"/>
                  <a:pt x="429142" y="626764"/>
                </a:cubicBezTo>
                <a:cubicBezTo>
                  <a:pt x="429133" y="626764"/>
                  <a:pt x="429133" y="626764"/>
                  <a:pt x="429123" y="626764"/>
                </a:cubicBezTo>
                <a:cubicBezTo>
                  <a:pt x="429114" y="626764"/>
                  <a:pt x="429114" y="626764"/>
                  <a:pt x="429104" y="626764"/>
                </a:cubicBezTo>
                <a:cubicBezTo>
                  <a:pt x="401586" y="626755"/>
                  <a:pt x="379203" y="604361"/>
                  <a:pt x="379203" y="576844"/>
                </a:cubicBezTo>
                <a:close/>
                <a:moveTo>
                  <a:pt x="326177" y="744045"/>
                </a:moveTo>
                <a:cubicBezTo>
                  <a:pt x="332863" y="692944"/>
                  <a:pt x="377012" y="653701"/>
                  <a:pt x="429104" y="653691"/>
                </a:cubicBezTo>
                <a:cubicBezTo>
                  <a:pt x="429114" y="653691"/>
                  <a:pt x="429114" y="653691"/>
                  <a:pt x="429123" y="653691"/>
                </a:cubicBezTo>
                <a:cubicBezTo>
                  <a:pt x="429133" y="653691"/>
                  <a:pt x="429133" y="653691"/>
                  <a:pt x="429142" y="653691"/>
                </a:cubicBezTo>
                <a:cubicBezTo>
                  <a:pt x="481234" y="653701"/>
                  <a:pt x="525383" y="692944"/>
                  <a:pt x="532069" y="744045"/>
                </a:cubicBezTo>
                <a:lnTo>
                  <a:pt x="326177" y="744045"/>
                </a:lnTo>
                <a:close/>
                <a:moveTo>
                  <a:pt x="858186" y="747713"/>
                </a:moveTo>
                <a:cubicBezTo>
                  <a:pt x="858186" y="747713"/>
                  <a:pt x="858186" y="747713"/>
                  <a:pt x="858186" y="747713"/>
                </a:cubicBezTo>
                <a:cubicBezTo>
                  <a:pt x="854376" y="696963"/>
                  <a:pt x="821353" y="654453"/>
                  <a:pt x="776481" y="636261"/>
                </a:cubicBezTo>
                <a:cubicBezTo>
                  <a:pt x="793673" y="622154"/>
                  <a:pt x="804656" y="600761"/>
                  <a:pt x="804656" y="576834"/>
                </a:cubicBezTo>
                <a:cubicBezTo>
                  <a:pt x="804656" y="534457"/>
                  <a:pt x="770185" y="499986"/>
                  <a:pt x="727808" y="499986"/>
                </a:cubicBezTo>
                <a:cubicBezTo>
                  <a:pt x="685431" y="499986"/>
                  <a:pt x="650960" y="534457"/>
                  <a:pt x="650960" y="576834"/>
                </a:cubicBezTo>
                <a:cubicBezTo>
                  <a:pt x="650960" y="600751"/>
                  <a:pt x="661952" y="622154"/>
                  <a:pt x="679135" y="636261"/>
                </a:cubicBezTo>
                <a:cubicBezTo>
                  <a:pt x="634254" y="654453"/>
                  <a:pt x="601240" y="696963"/>
                  <a:pt x="597430" y="747713"/>
                </a:cubicBezTo>
                <a:cubicBezTo>
                  <a:pt x="596982" y="753713"/>
                  <a:pt x="599059" y="759666"/>
                  <a:pt x="603135" y="764067"/>
                </a:cubicBezTo>
                <a:cubicBezTo>
                  <a:pt x="607212" y="768458"/>
                  <a:pt x="613003" y="770982"/>
                  <a:pt x="619013" y="770982"/>
                </a:cubicBezTo>
                <a:lnTo>
                  <a:pt x="836603" y="770982"/>
                </a:lnTo>
                <a:cubicBezTo>
                  <a:pt x="842613" y="770982"/>
                  <a:pt x="848404" y="768468"/>
                  <a:pt x="852481" y="764076"/>
                </a:cubicBezTo>
                <a:cubicBezTo>
                  <a:pt x="856557" y="759676"/>
                  <a:pt x="858634" y="753713"/>
                  <a:pt x="858186" y="747713"/>
                </a:cubicBezTo>
                <a:close/>
                <a:moveTo>
                  <a:pt x="677887" y="576844"/>
                </a:moveTo>
                <a:cubicBezTo>
                  <a:pt x="677887" y="549316"/>
                  <a:pt x="700281" y="526913"/>
                  <a:pt x="727808" y="526913"/>
                </a:cubicBezTo>
                <a:cubicBezTo>
                  <a:pt x="755335" y="526913"/>
                  <a:pt x="777729" y="549307"/>
                  <a:pt x="777729" y="576844"/>
                </a:cubicBezTo>
                <a:cubicBezTo>
                  <a:pt x="777729" y="604371"/>
                  <a:pt x="755345" y="626755"/>
                  <a:pt x="727818" y="626764"/>
                </a:cubicBezTo>
                <a:cubicBezTo>
                  <a:pt x="727808" y="626764"/>
                  <a:pt x="727808" y="626764"/>
                  <a:pt x="727799" y="626764"/>
                </a:cubicBezTo>
                <a:cubicBezTo>
                  <a:pt x="727789" y="626764"/>
                  <a:pt x="727789" y="626764"/>
                  <a:pt x="727780" y="626764"/>
                </a:cubicBezTo>
                <a:cubicBezTo>
                  <a:pt x="700271" y="626755"/>
                  <a:pt x="677887" y="604361"/>
                  <a:pt x="677887" y="576844"/>
                </a:cubicBezTo>
                <a:close/>
                <a:moveTo>
                  <a:pt x="624862" y="744045"/>
                </a:moveTo>
                <a:cubicBezTo>
                  <a:pt x="631548" y="692944"/>
                  <a:pt x="675697" y="653701"/>
                  <a:pt x="727789" y="653691"/>
                </a:cubicBezTo>
                <a:cubicBezTo>
                  <a:pt x="727799" y="653691"/>
                  <a:pt x="727799" y="653691"/>
                  <a:pt x="727808" y="653691"/>
                </a:cubicBezTo>
                <a:cubicBezTo>
                  <a:pt x="727818" y="653691"/>
                  <a:pt x="727818" y="653691"/>
                  <a:pt x="727827" y="653691"/>
                </a:cubicBezTo>
                <a:cubicBezTo>
                  <a:pt x="779919" y="653701"/>
                  <a:pt x="824068" y="692944"/>
                  <a:pt x="830754" y="744045"/>
                </a:cubicBezTo>
                <a:lnTo>
                  <a:pt x="624862" y="744045"/>
                </a:lnTo>
                <a:close/>
                <a:moveTo>
                  <a:pt x="116979" y="462963"/>
                </a:moveTo>
                <a:lnTo>
                  <a:pt x="116979" y="385486"/>
                </a:lnTo>
                <a:cubicBezTo>
                  <a:pt x="116979" y="378047"/>
                  <a:pt x="123009" y="372027"/>
                  <a:pt x="130438" y="372027"/>
                </a:cubicBezTo>
                <a:lnTo>
                  <a:pt x="415664" y="372027"/>
                </a:lnTo>
                <a:lnTo>
                  <a:pt x="415664" y="308010"/>
                </a:lnTo>
                <a:cubicBezTo>
                  <a:pt x="415664" y="300571"/>
                  <a:pt x="421694" y="294551"/>
                  <a:pt x="429123" y="294551"/>
                </a:cubicBezTo>
                <a:cubicBezTo>
                  <a:pt x="436553" y="294551"/>
                  <a:pt x="442582" y="300580"/>
                  <a:pt x="442582" y="308010"/>
                </a:cubicBezTo>
                <a:lnTo>
                  <a:pt x="442582" y="372027"/>
                </a:lnTo>
                <a:lnTo>
                  <a:pt x="727808" y="372027"/>
                </a:lnTo>
                <a:cubicBezTo>
                  <a:pt x="735247" y="372027"/>
                  <a:pt x="741267" y="378057"/>
                  <a:pt x="741267" y="385486"/>
                </a:cubicBezTo>
                <a:lnTo>
                  <a:pt x="741267" y="462963"/>
                </a:lnTo>
                <a:cubicBezTo>
                  <a:pt x="741267" y="470402"/>
                  <a:pt x="735238" y="476421"/>
                  <a:pt x="727808" y="476421"/>
                </a:cubicBezTo>
                <a:cubicBezTo>
                  <a:pt x="720369" y="476421"/>
                  <a:pt x="714349" y="470392"/>
                  <a:pt x="714349" y="462963"/>
                </a:cubicBezTo>
                <a:lnTo>
                  <a:pt x="714349" y="398945"/>
                </a:lnTo>
                <a:lnTo>
                  <a:pt x="442582" y="398945"/>
                </a:lnTo>
                <a:lnTo>
                  <a:pt x="442582" y="462963"/>
                </a:lnTo>
                <a:cubicBezTo>
                  <a:pt x="442582" y="470402"/>
                  <a:pt x="436553" y="476421"/>
                  <a:pt x="429123" y="476421"/>
                </a:cubicBezTo>
                <a:cubicBezTo>
                  <a:pt x="421694" y="476421"/>
                  <a:pt x="415664" y="470392"/>
                  <a:pt x="415664" y="462963"/>
                </a:cubicBezTo>
                <a:lnTo>
                  <a:pt x="415664" y="398945"/>
                </a:lnTo>
                <a:lnTo>
                  <a:pt x="143897" y="398945"/>
                </a:lnTo>
                <a:lnTo>
                  <a:pt x="143897" y="462963"/>
                </a:lnTo>
                <a:cubicBezTo>
                  <a:pt x="143897" y="470402"/>
                  <a:pt x="137868" y="476421"/>
                  <a:pt x="130438" y="476421"/>
                </a:cubicBezTo>
                <a:cubicBezTo>
                  <a:pt x="123009" y="476421"/>
                  <a:pt x="116979" y="470402"/>
                  <a:pt x="116979" y="462963"/>
                </a:cubicBezTo>
                <a:close/>
                <a:moveTo>
                  <a:pt x="320329" y="270986"/>
                </a:moveTo>
                <a:lnTo>
                  <a:pt x="537918" y="270986"/>
                </a:lnTo>
                <a:cubicBezTo>
                  <a:pt x="543937" y="270986"/>
                  <a:pt x="549719" y="268472"/>
                  <a:pt x="553796" y="264071"/>
                </a:cubicBezTo>
                <a:cubicBezTo>
                  <a:pt x="557873" y="259680"/>
                  <a:pt x="559949" y="253717"/>
                  <a:pt x="559501" y="247717"/>
                </a:cubicBezTo>
                <a:cubicBezTo>
                  <a:pt x="555691" y="196977"/>
                  <a:pt x="522678" y="154467"/>
                  <a:pt x="477796" y="136274"/>
                </a:cubicBezTo>
                <a:cubicBezTo>
                  <a:pt x="494988" y="122168"/>
                  <a:pt x="505971" y="100774"/>
                  <a:pt x="505971" y="76848"/>
                </a:cubicBezTo>
                <a:cubicBezTo>
                  <a:pt x="505971" y="34471"/>
                  <a:pt x="471500" y="0"/>
                  <a:pt x="429123" y="0"/>
                </a:cubicBezTo>
                <a:cubicBezTo>
                  <a:pt x="386746" y="0"/>
                  <a:pt x="352275" y="34471"/>
                  <a:pt x="352275" y="76848"/>
                </a:cubicBezTo>
                <a:cubicBezTo>
                  <a:pt x="352275" y="100765"/>
                  <a:pt x="363267" y="122168"/>
                  <a:pt x="380450" y="136274"/>
                </a:cubicBezTo>
                <a:cubicBezTo>
                  <a:pt x="335569" y="154467"/>
                  <a:pt x="302555" y="196977"/>
                  <a:pt x="298745" y="247726"/>
                </a:cubicBezTo>
                <a:cubicBezTo>
                  <a:pt x="298297" y="253727"/>
                  <a:pt x="300374" y="259680"/>
                  <a:pt x="304450" y="264081"/>
                </a:cubicBezTo>
                <a:cubicBezTo>
                  <a:pt x="308527" y="268462"/>
                  <a:pt x="314309" y="270986"/>
                  <a:pt x="320329" y="270986"/>
                </a:cubicBezTo>
                <a:close/>
                <a:moveTo>
                  <a:pt x="379203" y="76848"/>
                </a:moveTo>
                <a:cubicBezTo>
                  <a:pt x="379203" y="49320"/>
                  <a:pt x="401596" y="26927"/>
                  <a:pt x="429123" y="26927"/>
                </a:cubicBezTo>
                <a:cubicBezTo>
                  <a:pt x="456650" y="26927"/>
                  <a:pt x="479053" y="49320"/>
                  <a:pt x="479053" y="76848"/>
                </a:cubicBezTo>
                <a:cubicBezTo>
                  <a:pt x="479053" y="104375"/>
                  <a:pt x="456669" y="126759"/>
                  <a:pt x="429142" y="126768"/>
                </a:cubicBezTo>
                <a:cubicBezTo>
                  <a:pt x="429133" y="126768"/>
                  <a:pt x="429133" y="126768"/>
                  <a:pt x="429123" y="126768"/>
                </a:cubicBezTo>
                <a:cubicBezTo>
                  <a:pt x="429114" y="126768"/>
                  <a:pt x="429114" y="126768"/>
                  <a:pt x="429104" y="126768"/>
                </a:cubicBezTo>
                <a:cubicBezTo>
                  <a:pt x="401586" y="126768"/>
                  <a:pt x="379203" y="104375"/>
                  <a:pt x="379203" y="76848"/>
                </a:cubicBezTo>
                <a:close/>
                <a:moveTo>
                  <a:pt x="429104" y="153695"/>
                </a:moveTo>
                <a:cubicBezTo>
                  <a:pt x="429114" y="153695"/>
                  <a:pt x="429114" y="153695"/>
                  <a:pt x="429123" y="153695"/>
                </a:cubicBezTo>
                <a:cubicBezTo>
                  <a:pt x="429133" y="153695"/>
                  <a:pt x="429133" y="153695"/>
                  <a:pt x="429142" y="153695"/>
                </a:cubicBezTo>
                <a:cubicBezTo>
                  <a:pt x="481234" y="153705"/>
                  <a:pt x="525383" y="192948"/>
                  <a:pt x="532069" y="244050"/>
                </a:cubicBezTo>
                <a:lnTo>
                  <a:pt x="326177" y="244050"/>
                </a:lnTo>
                <a:cubicBezTo>
                  <a:pt x="332863" y="192948"/>
                  <a:pt x="377012" y="153705"/>
                  <a:pt x="429104" y="153695"/>
                </a:cubicBezTo>
                <a:close/>
              </a:path>
            </a:pathLst>
          </a:custGeom>
          <a:solidFill>
            <a:schemeClr val="bg1"/>
          </a:solidFill>
          <a:ln w="9525" cap="flat">
            <a:noFill/>
            <a:prstDash val="solid"/>
            <a:miter/>
          </a:ln>
        </p:spPr>
        <p:txBody>
          <a:bodyPr rtlCol="0" anchor="ctr"/>
          <a:lstStyle/>
          <a:p>
            <a:endParaRPr lang="en-US"/>
          </a:p>
        </p:txBody>
      </p:sp>
      <p:sp>
        <p:nvSpPr>
          <p:cNvPr id="4" name="TextBox 38">
            <a:extLst>
              <a:ext uri="{FF2B5EF4-FFF2-40B4-BE49-F238E27FC236}">
                <a16:creationId xmlns:a16="http://schemas.microsoft.com/office/drawing/2014/main" id="{613200CB-6029-8227-138B-D67D4B7C6F6E}"/>
              </a:ext>
            </a:extLst>
          </p:cNvPr>
          <p:cNvSpPr txBox="1"/>
          <p:nvPr/>
        </p:nvSpPr>
        <p:spPr>
          <a:xfrm>
            <a:off x="6330387" y="1497476"/>
            <a:ext cx="5480614" cy="4705945"/>
          </a:xfrm>
          <a:prstGeom prst="roundRect">
            <a:avLst>
              <a:gd name="adj" fmla="val 4095"/>
            </a:avLst>
          </a:prstGeom>
          <a:solidFill>
            <a:schemeClr val="bg1"/>
          </a:solidFill>
          <a:ln w="6350">
            <a:noFill/>
          </a:ln>
          <a:effectLst>
            <a:outerShdw blurRad="114300" dist="38100" dir="2700000" algn="tl" rotWithShape="0">
              <a:prstClr val="black">
                <a:alpha val="12000"/>
              </a:prstClr>
            </a:outerShdw>
          </a:effectLst>
        </p:spPr>
        <p:txBody>
          <a:bodyPr wrap="square" lIns="91440" tIns="502920" rIns="91440" bIns="91440" rtlCol="0" anchor="t" anchorCtr="0">
            <a:spAutoFit/>
          </a:bodyPr>
          <a:lstStyle/>
          <a:p>
            <a:pPr marL="182880" lvl="0" indent="-182880">
              <a:spcAft>
                <a:spcPts val="900"/>
              </a:spcAft>
              <a:buFont typeface="Arial" panose="020B0604020202020204" pitchFamily="34" charset="0"/>
              <a:buChar char="•"/>
              <a:defRPr/>
            </a:pPr>
            <a:r>
              <a:rPr lang="en-US" sz="1200" b="1" dirty="0"/>
              <a:t>500+ Ecosystem Adapters </a:t>
            </a:r>
            <a:r>
              <a:rPr lang="en-US" sz="1200" dirty="0"/>
              <a:t>– On-demand data fetching from PSPs, shipping carriers, and merchant databases.</a:t>
            </a:r>
          </a:p>
          <a:p>
            <a:pPr marL="182880" lvl="0" indent="-182880">
              <a:spcAft>
                <a:spcPts val="900"/>
              </a:spcAft>
              <a:buFont typeface="Arial" panose="020B0604020202020204" pitchFamily="34" charset="0"/>
              <a:buChar char="•"/>
              <a:defRPr/>
            </a:pPr>
            <a:r>
              <a:rPr lang="en-US" sz="1200" b="1" dirty="0"/>
              <a:t>Pre-Chargeback Prevention </a:t>
            </a:r>
            <a:r>
              <a:rPr lang="en-US" sz="1200" dirty="0"/>
              <a:t>– Integrated </a:t>
            </a:r>
            <a:r>
              <a:rPr lang="en-US" sz="1200" dirty="0" err="1"/>
              <a:t>Ethoca</a:t>
            </a:r>
            <a:r>
              <a:rPr lang="en-US" sz="1200" dirty="0"/>
              <a:t> Alerts to stop disputes before they escalate into formal chargebacks.</a:t>
            </a:r>
          </a:p>
          <a:p>
            <a:pPr marL="182880" lvl="0" indent="-182880">
              <a:spcAft>
                <a:spcPts val="900"/>
              </a:spcAft>
              <a:buFont typeface="Arial" panose="020B0604020202020204" pitchFamily="34" charset="0"/>
              <a:buChar char="•"/>
              <a:defRPr/>
            </a:pPr>
            <a:r>
              <a:rPr lang="en-US" sz="1200" b="1" dirty="0"/>
              <a:t>Policy Diff Engine </a:t>
            </a:r>
            <a:r>
              <a:rPr lang="en-US" sz="1200" dirty="0"/>
              <a:t>– Automated analysis of network rule changes (Mastercard/Visa) with proactive configuration suggestions.</a:t>
            </a:r>
          </a:p>
          <a:p>
            <a:pPr marL="182880" lvl="0" indent="-182880">
              <a:spcAft>
                <a:spcPts val="900"/>
              </a:spcAft>
              <a:buFont typeface="Arial" panose="020B0604020202020204" pitchFamily="34" charset="0"/>
              <a:buChar char="•"/>
              <a:defRPr/>
            </a:pPr>
            <a:r>
              <a:rPr lang="en-US" sz="1200" b="1" dirty="0"/>
              <a:t>Dynamic Policy &amp; Governance Engine (Settings) </a:t>
            </a:r>
            <a:r>
              <a:rPr lang="en-US" sz="1200" dirty="0"/>
              <a:t>– A sophisticated control suite that allows administrators to:</a:t>
            </a:r>
          </a:p>
          <a:p>
            <a:pPr marL="640080" lvl="1" indent="-182880">
              <a:spcAft>
                <a:spcPts val="900"/>
              </a:spcAft>
              <a:buFont typeface="Arial" panose="020B0604020202020204" pitchFamily="34" charset="0"/>
              <a:buChar char="•"/>
              <a:defRPr/>
            </a:pPr>
            <a:r>
              <a:rPr lang="en-US" sz="1200" dirty="0"/>
              <a:t>Automate via Thresholds: Set "Auto-Accept" or "Auto-Submit" rules based on transaction value or win probability to eliminate manual touchpoints on low-value claims.</a:t>
            </a:r>
          </a:p>
          <a:p>
            <a:pPr marL="640080" lvl="1" indent="-182880">
              <a:spcAft>
                <a:spcPts val="900"/>
              </a:spcAft>
              <a:buFont typeface="Arial" panose="020B0604020202020204" pitchFamily="34" charset="0"/>
              <a:buChar char="•"/>
              <a:defRPr/>
            </a:pPr>
            <a:r>
              <a:rPr lang="en-US" sz="1200" dirty="0"/>
              <a:t>Customizable AI Autonomy: Toggle AI recommendations and "Enrichment" levels on or off to balance between deep reasoning and high-speed processing.</a:t>
            </a:r>
          </a:p>
          <a:p>
            <a:pPr marL="640080" lvl="1" indent="-182880">
              <a:spcAft>
                <a:spcPts val="900"/>
              </a:spcAft>
              <a:buFont typeface="Arial" panose="020B0604020202020204" pitchFamily="34" charset="0"/>
              <a:buChar char="•"/>
              <a:defRPr/>
            </a:pPr>
            <a:r>
              <a:rPr lang="en-US" sz="1200" dirty="0"/>
              <a:t>Admin Policy Intelligence: Upload new network rulebooks (Mastercard/Visa) for immediate AI-driven "Diff" analysis, ensuring system settings always align with the latest industry compliance.</a:t>
            </a:r>
          </a:p>
        </p:txBody>
      </p:sp>
      <p:sp>
        <p:nvSpPr>
          <p:cNvPr id="5" name="TextBox 40">
            <a:extLst>
              <a:ext uri="{FF2B5EF4-FFF2-40B4-BE49-F238E27FC236}">
                <a16:creationId xmlns:a16="http://schemas.microsoft.com/office/drawing/2014/main" id="{61890B0B-EB74-4B8C-BA91-291845A7E038}"/>
              </a:ext>
            </a:extLst>
          </p:cNvPr>
          <p:cNvSpPr txBox="1"/>
          <p:nvPr/>
        </p:nvSpPr>
        <p:spPr>
          <a:xfrm>
            <a:off x="6330386" y="1483012"/>
            <a:ext cx="5487365" cy="427196"/>
          </a:xfrm>
          <a:prstGeom prst="round2SameRect">
            <a:avLst>
              <a:gd name="adj1" fmla="val 22443"/>
              <a:gd name="adj2" fmla="val 0"/>
            </a:avLst>
          </a:prstGeom>
          <a:solidFill>
            <a:schemeClr val="accent2"/>
          </a:solidFill>
        </p:spPr>
        <p:txBody>
          <a:bodyPr wrap="square" lIns="91440" tIns="91440" rIns="91440" bIns="91440" rtlCol="0" anchor="ctr" anchorCtr="0">
            <a:spAutoFit/>
          </a:bodyPr>
          <a:lstStyle/>
          <a:p>
            <a:pPr marL="0" lvl="1" defTabSz="609630">
              <a:spcBef>
                <a:spcPct val="0"/>
              </a:spcBef>
            </a:pPr>
            <a:r>
              <a:rPr lang="en-US" sz="1400" b="1" spc="34" dirty="0">
                <a:solidFill>
                  <a:schemeClr val="bg1"/>
                </a:solidFill>
                <a:ea typeface="Noto Sans Bold"/>
                <a:cs typeface="Noto Sans Bold"/>
                <a:sym typeface="Noto Sans Bold"/>
              </a:rPr>
              <a:t>Other features</a:t>
            </a:r>
          </a:p>
        </p:txBody>
      </p:sp>
      <p:sp>
        <p:nvSpPr>
          <p:cNvPr id="7" name="Freeform: Shape 6">
            <a:extLst>
              <a:ext uri="{FF2B5EF4-FFF2-40B4-BE49-F238E27FC236}">
                <a16:creationId xmlns:a16="http://schemas.microsoft.com/office/drawing/2014/main" id="{9709495C-ADA6-EFDD-4D77-C89892F2965A}"/>
              </a:ext>
            </a:extLst>
          </p:cNvPr>
          <p:cNvSpPr/>
          <p:nvPr/>
        </p:nvSpPr>
        <p:spPr>
          <a:xfrm>
            <a:off x="11400514" y="1550670"/>
            <a:ext cx="283178" cy="291880"/>
          </a:xfrm>
          <a:custGeom>
            <a:avLst/>
            <a:gdLst>
              <a:gd name="connsiteX0" fmla="*/ 465841 w 831124"/>
              <a:gd name="connsiteY0" fmla="*/ 426795 h 856669"/>
              <a:gd name="connsiteX1" fmla="*/ 480835 w 831124"/>
              <a:gd name="connsiteY1" fmla="*/ 441789 h 856669"/>
              <a:gd name="connsiteX2" fmla="*/ 465841 w 831124"/>
              <a:gd name="connsiteY2" fmla="*/ 456783 h 856669"/>
              <a:gd name="connsiteX3" fmla="*/ 450847 w 831124"/>
              <a:gd name="connsiteY3" fmla="*/ 441789 h 856669"/>
              <a:gd name="connsiteX4" fmla="*/ 465841 w 831124"/>
              <a:gd name="connsiteY4" fmla="*/ 426795 h 856669"/>
              <a:gd name="connsiteX5" fmla="*/ 582408 w 831124"/>
              <a:gd name="connsiteY5" fmla="*/ 426795 h 856669"/>
              <a:gd name="connsiteX6" fmla="*/ 597402 w 831124"/>
              <a:gd name="connsiteY6" fmla="*/ 441789 h 856669"/>
              <a:gd name="connsiteX7" fmla="*/ 582408 w 831124"/>
              <a:gd name="connsiteY7" fmla="*/ 456783 h 856669"/>
              <a:gd name="connsiteX8" fmla="*/ 567414 w 831124"/>
              <a:gd name="connsiteY8" fmla="*/ 441789 h 856669"/>
              <a:gd name="connsiteX9" fmla="*/ 582408 w 831124"/>
              <a:gd name="connsiteY9" fmla="*/ 426795 h 856669"/>
              <a:gd name="connsiteX10" fmla="*/ 591784 w 831124"/>
              <a:gd name="connsiteY10" fmla="*/ 318229 h 856669"/>
              <a:gd name="connsiteX11" fmla="*/ 456463 w 831124"/>
              <a:gd name="connsiteY11" fmla="*/ 318229 h 856669"/>
              <a:gd name="connsiteX12" fmla="*/ 401173 w 831124"/>
              <a:gd name="connsiteY12" fmla="*/ 341223 h 856669"/>
              <a:gd name="connsiteX13" fmla="*/ 378178 w 831124"/>
              <a:gd name="connsiteY13" fmla="*/ 396513 h 856669"/>
              <a:gd name="connsiteX14" fmla="*/ 378178 w 831124"/>
              <a:gd name="connsiteY14" fmla="*/ 503002 h 856669"/>
              <a:gd name="connsiteX15" fmla="*/ 401173 w 831124"/>
              <a:gd name="connsiteY15" fmla="*/ 558292 h 856669"/>
              <a:gd name="connsiteX16" fmla="*/ 456463 w 831124"/>
              <a:gd name="connsiteY16" fmla="*/ 581286 h 856669"/>
              <a:gd name="connsiteX17" fmla="*/ 591784 w 831124"/>
              <a:gd name="connsiteY17" fmla="*/ 581286 h 856669"/>
              <a:gd name="connsiteX18" fmla="*/ 647074 w 831124"/>
              <a:gd name="connsiteY18" fmla="*/ 558292 h 856669"/>
              <a:gd name="connsiteX19" fmla="*/ 670068 w 831124"/>
              <a:gd name="connsiteY19" fmla="*/ 503002 h 856669"/>
              <a:gd name="connsiteX20" fmla="*/ 670068 w 831124"/>
              <a:gd name="connsiteY20" fmla="*/ 396513 h 856669"/>
              <a:gd name="connsiteX21" fmla="*/ 647074 w 831124"/>
              <a:gd name="connsiteY21" fmla="*/ 341223 h 856669"/>
              <a:gd name="connsiteX22" fmla="*/ 591784 w 831124"/>
              <a:gd name="connsiteY22" fmla="*/ 318229 h 856669"/>
              <a:gd name="connsiteX23" fmla="*/ 580362 w 831124"/>
              <a:gd name="connsiteY23" fmla="*/ 295384 h 856669"/>
              <a:gd name="connsiteX24" fmla="*/ 580362 w 831124"/>
              <a:gd name="connsiteY24" fmla="*/ 281840 h 856669"/>
              <a:gd name="connsiteX25" fmla="*/ 578613 w 831124"/>
              <a:gd name="connsiteY25" fmla="*/ 277636 h 856669"/>
              <a:gd name="connsiteX26" fmla="*/ 574409 w 831124"/>
              <a:gd name="connsiteY26" fmla="*/ 275887 h 856669"/>
              <a:gd name="connsiteX27" fmla="*/ 473806 w 831124"/>
              <a:gd name="connsiteY27" fmla="*/ 275887 h 856669"/>
              <a:gd name="connsiteX28" fmla="*/ 469601 w 831124"/>
              <a:gd name="connsiteY28" fmla="*/ 277636 h 856669"/>
              <a:gd name="connsiteX29" fmla="*/ 467853 w 831124"/>
              <a:gd name="connsiteY29" fmla="*/ 281840 h 856669"/>
              <a:gd name="connsiteX30" fmla="*/ 467853 w 831124"/>
              <a:gd name="connsiteY30" fmla="*/ 295384 h 856669"/>
              <a:gd name="connsiteX31" fmla="*/ 355372 w 831124"/>
              <a:gd name="connsiteY31" fmla="*/ 402207 h 856669"/>
              <a:gd name="connsiteX32" fmla="*/ 337215 w 831124"/>
              <a:gd name="connsiteY32" fmla="*/ 410876 h 856669"/>
              <a:gd name="connsiteX33" fmla="*/ 328397 w 831124"/>
              <a:gd name="connsiteY33" fmla="*/ 432085 h 856669"/>
              <a:gd name="connsiteX34" fmla="*/ 328397 w 831124"/>
              <a:gd name="connsiteY34" fmla="*/ 471450 h 856669"/>
              <a:gd name="connsiteX35" fmla="*/ 337215 w 831124"/>
              <a:gd name="connsiteY35" fmla="*/ 492658 h 856669"/>
              <a:gd name="connsiteX36" fmla="*/ 355372 w 831124"/>
              <a:gd name="connsiteY36" fmla="*/ 501327 h 856669"/>
              <a:gd name="connsiteX37" fmla="*/ 692881 w 831124"/>
              <a:gd name="connsiteY37" fmla="*/ 501286 h 856669"/>
              <a:gd name="connsiteX38" fmla="*/ 711037 w 831124"/>
              <a:gd name="connsiteY38" fmla="*/ 492616 h 856669"/>
              <a:gd name="connsiteX39" fmla="*/ 719855 w 831124"/>
              <a:gd name="connsiteY39" fmla="*/ 471408 h 856669"/>
              <a:gd name="connsiteX40" fmla="*/ 719855 w 831124"/>
              <a:gd name="connsiteY40" fmla="*/ 432043 h 856669"/>
              <a:gd name="connsiteX41" fmla="*/ 711037 w 831124"/>
              <a:gd name="connsiteY41" fmla="*/ 410835 h 856669"/>
              <a:gd name="connsiteX42" fmla="*/ 692881 w 831124"/>
              <a:gd name="connsiteY42" fmla="*/ 402166 h 856669"/>
              <a:gd name="connsiteX43" fmla="*/ 601203 w 831124"/>
              <a:gd name="connsiteY43" fmla="*/ 415301 h 856669"/>
              <a:gd name="connsiteX44" fmla="*/ 447050 w 831124"/>
              <a:gd name="connsiteY44" fmla="*/ 415301 h 856669"/>
              <a:gd name="connsiteX45" fmla="*/ 434884 w 831124"/>
              <a:gd name="connsiteY45" fmla="*/ 420361 h 856669"/>
              <a:gd name="connsiteX46" fmla="*/ 429823 w 831124"/>
              <a:gd name="connsiteY46" fmla="*/ 432528 h 856669"/>
              <a:gd name="connsiteX47" fmla="*/ 429823 w 831124"/>
              <a:gd name="connsiteY47" fmla="*/ 452246 h 856669"/>
              <a:gd name="connsiteX48" fmla="*/ 434884 w 831124"/>
              <a:gd name="connsiteY48" fmla="*/ 464413 h 856669"/>
              <a:gd name="connsiteX49" fmla="*/ 447050 w 831124"/>
              <a:gd name="connsiteY49" fmla="*/ 469473 h 856669"/>
              <a:gd name="connsiteX50" fmla="*/ 601203 w 831124"/>
              <a:gd name="connsiteY50" fmla="*/ 469473 h 856669"/>
              <a:gd name="connsiteX51" fmla="*/ 613369 w 831124"/>
              <a:gd name="connsiteY51" fmla="*/ 464413 h 856669"/>
              <a:gd name="connsiteX52" fmla="*/ 618429 w 831124"/>
              <a:gd name="connsiteY52" fmla="*/ 452246 h 856669"/>
              <a:gd name="connsiteX53" fmla="*/ 618429 w 831124"/>
              <a:gd name="connsiteY53" fmla="*/ 432528 h 856669"/>
              <a:gd name="connsiteX54" fmla="*/ 613369 w 831124"/>
              <a:gd name="connsiteY54" fmla="*/ 420361 h 856669"/>
              <a:gd name="connsiteX55" fmla="*/ 601203 w 831124"/>
              <a:gd name="connsiteY55" fmla="*/ 415301 h 856669"/>
              <a:gd name="connsiteX56" fmla="*/ 447050 w 831124"/>
              <a:gd name="connsiteY56" fmla="*/ 392456 h 856669"/>
              <a:gd name="connsiteX57" fmla="*/ 418772 w 831124"/>
              <a:gd name="connsiteY57" fmla="*/ 404214 h 856669"/>
              <a:gd name="connsiteX58" fmla="*/ 407014 w 831124"/>
              <a:gd name="connsiteY58" fmla="*/ 432492 h 856669"/>
              <a:gd name="connsiteX59" fmla="*/ 407014 w 831124"/>
              <a:gd name="connsiteY59" fmla="*/ 452211 h 856669"/>
              <a:gd name="connsiteX60" fmla="*/ 418772 w 831124"/>
              <a:gd name="connsiteY60" fmla="*/ 480489 h 856669"/>
              <a:gd name="connsiteX61" fmla="*/ 447050 w 831124"/>
              <a:gd name="connsiteY61" fmla="*/ 492247 h 856669"/>
              <a:gd name="connsiteX62" fmla="*/ 601203 w 831124"/>
              <a:gd name="connsiteY62" fmla="*/ 492247 h 856669"/>
              <a:gd name="connsiteX63" fmla="*/ 629480 w 831124"/>
              <a:gd name="connsiteY63" fmla="*/ 480489 h 856669"/>
              <a:gd name="connsiteX64" fmla="*/ 641238 w 831124"/>
              <a:gd name="connsiteY64" fmla="*/ 452211 h 856669"/>
              <a:gd name="connsiteX65" fmla="*/ 641238 w 831124"/>
              <a:gd name="connsiteY65" fmla="*/ 432492 h 856669"/>
              <a:gd name="connsiteX66" fmla="*/ 629480 w 831124"/>
              <a:gd name="connsiteY66" fmla="*/ 404214 h 856669"/>
              <a:gd name="connsiteX67" fmla="*/ 601203 w 831124"/>
              <a:gd name="connsiteY67" fmla="*/ 392456 h 856669"/>
              <a:gd name="connsiteX68" fmla="*/ 532180 w 831124"/>
              <a:gd name="connsiteY68" fmla="*/ 170743 h 856669"/>
              <a:gd name="connsiteX69" fmla="*/ 524105 w 831124"/>
              <a:gd name="connsiteY69" fmla="*/ 167394 h 856669"/>
              <a:gd name="connsiteX70" fmla="*/ 516032 w 831124"/>
              <a:gd name="connsiteY70" fmla="*/ 170743 h 856669"/>
              <a:gd name="connsiteX71" fmla="*/ 512683 w 831124"/>
              <a:gd name="connsiteY71" fmla="*/ 178817 h 856669"/>
              <a:gd name="connsiteX72" fmla="*/ 516032 w 831124"/>
              <a:gd name="connsiteY72" fmla="*/ 186890 h 856669"/>
              <a:gd name="connsiteX73" fmla="*/ 522766 w 831124"/>
              <a:gd name="connsiteY73" fmla="*/ 190165 h 856669"/>
              <a:gd name="connsiteX74" fmla="*/ 524105 w 831124"/>
              <a:gd name="connsiteY74" fmla="*/ 190091 h 856669"/>
              <a:gd name="connsiteX75" fmla="*/ 525445 w 831124"/>
              <a:gd name="connsiteY75" fmla="*/ 190165 h 856669"/>
              <a:gd name="connsiteX76" fmla="*/ 532180 w 831124"/>
              <a:gd name="connsiteY76" fmla="*/ 186890 h 856669"/>
              <a:gd name="connsiteX77" fmla="*/ 535528 w 831124"/>
              <a:gd name="connsiteY77" fmla="*/ 178817 h 856669"/>
              <a:gd name="connsiteX78" fmla="*/ 532180 w 831124"/>
              <a:gd name="connsiteY78" fmla="*/ 170743 h 856669"/>
              <a:gd name="connsiteX79" fmla="*/ 30812 w 831124"/>
              <a:gd name="connsiteY79" fmla="*/ 521453 h 856669"/>
              <a:gd name="connsiteX80" fmla="*/ 12246 w 831124"/>
              <a:gd name="connsiteY80" fmla="*/ 515053 h 856669"/>
              <a:gd name="connsiteX81" fmla="*/ 8488 w 831124"/>
              <a:gd name="connsiteY81" fmla="*/ 526029 h 856669"/>
              <a:gd name="connsiteX82" fmla="*/ 13846 w 831124"/>
              <a:gd name="connsiteY82" fmla="*/ 548874 h 856669"/>
              <a:gd name="connsiteX83" fmla="*/ 32859 w 831124"/>
              <a:gd name="connsiteY83" fmla="*/ 554120 h 856669"/>
              <a:gd name="connsiteX84" fmla="*/ 35910 w 831124"/>
              <a:gd name="connsiteY84" fmla="*/ 543032 h 856669"/>
              <a:gd name="connsiteX85" fmla="*/ 30849 w 831124"/>
              <a:gd name="connsiteY85" fmla="*/ 521452 h 856669"/>
              <a:gd name="connsiteX86" fmla="*/ 22924 w 831124"/>
              <a:gd name="connsiteY86" fmla="*/ 433310 h 856669"/>
              <a:gd name="connsiteX87" fmla="*/ 5065 w 831124"/>
              <a:gd name="connsiteY87" fmla="*/ 423636 h 856669"/>
              <a:gd name="connsiteX88" fmla="*/ 116 w 831124"/>
              <a:gd name="connsiteY88" fmla="*/ 432789 h 856669"/>
              <a:gd name="connsiteX89" fmla="*/ 228 w 831124"/>
              <a:gd name="connsiteY89" fmla="*/ 456229 h 856669"/>
              <a:gd name="connsiteX90" fmla="*/ 18645 w 831124"/>
              <a:gd name="connsiteY90" fmla="*/ 464824 h 856669"/>
              <a:gd name="connsiteX91" fmla="*/ 23036 w 831124"/>
              <a:gd name="connsiteY91" fmla="*/ 455448 h 856669"/>
              <a:gd name="connsiteX92" fmla="*/ 22924 w 831124"/>
              <a:gd name="connsiteY92" fmla="*/ 433273 h 856669"/>
              <a:gd name="connsiteX93" fmla="*/ 34868 w 831124"/>
              <a:gd name="connsiteY93" fmla="*/ 345613 h 856669"/>
              <a:gd name="connsiteX94" fmla="*/ 31631 w 831124"/>
              <a:gd name="connsiteY94" fmla="*/ 334525 h 856669"/>
              <a:gd name="connsiteX95" fmla="*/ 12729 w 831124"/>
              <a:gd name="connsiteY95" fmla="*/ 339994 h 856669"/>
              <a:gd name="connsiteX96" fmla="*/ 7595 w 831124"/>
              <a:gd name="connsiteY96" fmla="*/ 362876 h 856669"/>
              <a:gd name="connsiteX97" fmla="*/ 11092 w 831124"/>
              <a:gd name="connsiteY97" fmla="*/ 373443 h 856669"/>
              <a:gd name="connsiteX98" fmla="*/ 29994 w 831124"/>
              <a:gd name="connsiteY98" fmla="*/ 367193 h 856669"/>
              <a:gd name="connsiteX99" fmla="*/ 34831 w 831124"/>
              <a:gd name="connsiteY99" fmla="*/ 345576 h 856669"/>
              <a:gd name="connsiteX100" fmla="*/ 66234 w 831124"/>
              <a:gd name="connsiteY100" fmla="*/ 262902 h 856669"/>
              <a:gd name="connsiteX101" fmla="*/ 55146 w 831124"/>
              <a:gd name="connsiteY101" fmla="*/ 246307 h 856669"/>
              <a:gd name="connsiteX102" fmla="*/ 45918 w 831124"/>
              <a:gd name="connsiteY102" fmla="*/ 252446 h 856669"/>
              <a:gd name="connsiteX103" fmla="*/ 35760 w 831124"/>
              <a:gd name="connsiteY103" fmla="*/ 273580 h 856669"/>
              <a:gd name="connsiteX104" fmla="*/ 36951 w 831124"/>
              <a:gd name="connsiteY104" fmla="*/ 284966 h 856669"/>
              <a:gd name="connsiteX105" fmla="*/ 56596 w 831124"/>
              <a:gd name="connsiteY105" fmla="*/ 282882 h 856669"/>
              <a:gd name="connsiteX106" fmla="*/ 66196 w 831124"/>
              <a:gd name="connsiteY106" fmla="*/ 262902 h 856669"/>
              <a:gd name="connsiteX107" fmla="*/ 676834 w 831124"/>
              <a:gd name="connsiteY107" fmla="*/ 734132 h 856669"/>
              <a:gd name="connsiteX108" fmla="*/ 681224 w 831124"/>
              <a:gd name="connsiteY108" fmla="*/ 753517 h 856669"/>
              <a:gd name="connsiteX109" fmla="*/ 692163 w 831124"/>
              <a:gd name="connsiteY109" fmla="*/ 751062 h 856669"/>
              <a:gd name="connsiteX110" fmla="*/ 709128 w 831124"/>
              <a:gd name="connsiteY110" fmla="*/ 734914 h 856669"/>
              <a:gd name="connsiteX111" fmla="*/ 706375 w 831124"/>
              <a:gd name="connsiteY111" fmla="*/ 716795 h 856669"/>
              <a:gd name="connsiteX112" fmla="*/ 692943 w 831124"/>
              <a:gd name="connsiteY112" fmla="*/ 718841 h 856669"/>
              <a:gd name="connsiteX113" fmla="*/ 676869 w 831124"/>
              <a:gd name="connsiteY113" fmla="*/ 734133 h 856669"/>
              <a:gd name="connsiteX114" fmla="*/ 604764 w 831124"/>
              <a:gd name="connsiteY114" fmla="*/ 785478 h 856669"/>
              <a:gd name="connsiteX115" fmla="*/ 599071 w 831124"/>
              <a:gd name="connsiteY115" fmla="*/ 797458 h 856669"/>
              <a:gd name="connsiteX116" fmla="*/ 615851 w 831124"/>
              <a:gd name="connsiteY116" fmla="*/ 805420 h 856669"/>
              <a:gd name="connsiteX117" fmla="*/ 636017 w 831124"/>
              <a:gd name="connsiteY117" fmla="*/ 793477 h 856669"/>
              <a:gd name="connsiteX118" fmla="*/ 636315 w 831124"/>
              <a:gd name="connsiteY118" fmla="*/ 774390 h 856669"/>
              <a:gd name="connsiteX119" fmla="*/ 623814 w 831124"/>
              <a:gd name="connsiteY119" fmla="*/ 774204 h 856669"/>
              <a:gd name="connsiteX120" fmla="*/ 604726 w 831124"/>
              <a:gd name="connsiteY120" fmla="*/ 785515 h 856669"/>
              <a:gd name="connsiteX121" fmla="*/ 523020 w 831124"/>
              <a:gd name="connsiteY121" fmla="*/ 819373 h 856669"/>
              <a:gd name="connsiteX122" fmla="*/ 516583 w 831124"/>
              <a:gd name="connsiteY122" fmla="*/ 836489 h 856669"/>
              <a:gd name="connsiteX123" fmla="*/ 529345 w 831124"/>
              <a:gd name="connsiteY123" fmla="*/ 841288 h 856669"/>
              <a:gd name="connsiteX124" fmla="*/ 551707 w 831124"/>
              <a:gd name="connsiteY124" fmla="*/ 834182 h 856669"/>
              <a:gd name="connsiteX125" fmla="*/ 554758 w 831124"/>
              <a:gd name="connsiteY125" fmla="*/ 814276 h 856669"/>
              <a:gd name="connsiteX126" fmla="*/ 544154 w 831124"/>
              <a:gd name="connsiteY126" fmla="*/ 812639 h 856669"/>
              <a:gd name="connsiteX127" fmla="*/ 523019 w 831124"/>
              <a:gd name="connsiteY127" fmla="*/ 819337 h 856669"/>
              <a:gd name="connsiteX128" fmla="*/ 435732 w 831124"/>
              <a:gd name="connsiteY128" fmla="*/ 833884 h 856669"/>
              <a:gd name="connsiteX129" fmla="*/ 427211 w 831124"/>
              <a:gd name="connsiteY129" fmla="*/ 852078 h 856669"/>
              <a:gd name="connsiteX130" fmla="*/ 436959 w 831124"/>
              <a:gd name="connsiteY130" fmla="*/ 856655 h 856669"/>
              <a:gd name="connsiteX131" fmla="*/ 460362 w 831124"/>
              <a:gd name="connsiteY131" fmla="*/ 854757 h 856669"/>
              <a:gd name="connsiteX132" fmla="*/ 469627 w 831124"/>
              <a:gd name="connsiteY132" fmla="*/ 847837 h 856669"/>
              <a:gd name="connsiteX133" fmla="*/ 457832 w 831124"/>
              <a:gd name="connsiteY133" fmla="*/ 832099 h 856669"/>
              <a:gd name="connsiteX134" fmla="*/ 435731 w 831124"/>
              <a:gd name="connsiteY134" fmla="*/ 833885 h 856669"/>
              <a:gd name="connsiteX135" fmla="*/ 534849 w 831124"/>
              <a:gd name="connsiteY135" fmla="*/ 69017 h 856669"/>
              <a:gd name="connsiteX136" fmla="*/ 549360 w 831124"/>
              <a:gd name="connsiteY136" fmla="*/ 61055 h 856669"/>
              <a:gd name="connsiteX137" fmla="*/ 541807 w 831124"/>
              <a:gd name="connsiteY137" fmla="*/ 47288 h 856669"/>
              <a:gd name="connsiteX138" fmla="*/ 519296 w 831124"/>
              <a:gd name="connsiteY138" fmla="*/ 40777 h 856669"/>
              <a:gd name="connsiteX139" fmla="*/ 505864 w 831124"/>
              <a:gd name="connsiteY139" fmla="*/ 47585 h 856669"/>
              <a:gd name="connsiteX140" fmla="*/ 513603 w 831124"/>
              <a:gd name="connsiteY140" fmla="*/ 62878 h 856669"/>
              <a:gd name="connsiteX141" fmla="*/ 534886 w 831124"/>
              <a:gd name="connsiteY141" fmla="*/ 69055 h 856669"/>
              <a:gd name="connsiteX142" fmla="*/ 615477 w 831124"/>
              <a:gd name="connsiteY142" fmla="*/ 105442 h 856669"/>
              <a:gd name="connsiteX143" fmla="*/ 632704 w 831124"/>
              <a:gd name="connsiteY143" fmla="*/ 96177 h 856669"/>
              <a:gd name="connsiteX144" fmla="*/ 627122 w 831124"/>
              <a:gd name="connsiteY144" fmla="*/ 85834 h 856669"/>
              <a:gd name="connsiteX145" fmla="*/ 606621 w 831124"/>
              <a:gd name="connsiteY145" fmla="*/ 74374 h 856669"/>
              <a:gd name="connsiteX146" fmla="*/ 594975 w 831124"/>
              <a:gd name="connsiteY146" fmla="*/ 75045 h 856669"/>
              <a:gd name="connsiteX147" fmla="*/ 596091 w 831124"/>
              <a:gd name="connsiteY147" fmla="*/ 94616 h 856669"/>
              <a:gd name="connsiteX148" fmla="*/ 615439 w 831124"/>
              <a:gd name="connsiteY148" fmla="*/ 105443 h 856669"/>
              <a:gd name="connsiteX149" fmla="*/ 685909 w 831124"/>
              <a:gd name="connsiteY149" fmla="*/ 159057 h 856669"/>
              <a:gd name="connsiteX150" fmla="*/ 705034 w 831124"/>
              <a:gd name="connsiteY150" fmla="*/ 152695 h 856669"/>
              <a:gd name="connsiteX151" fmla="*/ 701647 w 831124"/>
              <a:gd name="connsiteY151" fmla="*/ 142537 h 856669"/>
              <a:gd name="connsiteX152" fmla="*/ 684272 w 831124"/>
              <a:gd name="connsiteY152" fmla="*/ 126836 h 856669"/>
              <a:gd name="connsiteX153" fmla="*/ 665632 w 831124"/>
              <a:gd name="connsiteY153" fmla="*/ 133459 h 856669"/>
              <a:gd name="connsiteX154" fmla="*/ 669463 w 831124"/>
              <a:gd name="connsiteY154" fmla="*/ 144175 h 856669"/>
              <a:gd name="connsiteX155" fmla="*/ 685946 w 831124"/>
              <a:gd name="connsiteY155" fmla="*/ 159057 h 856669"/>
              <a:gd name="connsiteX156" fmla="*/ 742575 w 831124"/>
              <a:gd name="connsiteY156" fmla="*/ 227034 h 856669"/>
              <a:gd name="connsiteX157" fmla="*/ 762295 w 831124"/>
              <a:gd name="connsiteY157" fmla="*/ 225844 h 856669"/>
              <a:gd name="connsiteX158" fmla="*/ 761624 w 831124"/>
              <a:gd name="connsiteY158" fmla="*/ 214421 h 856669"/>
              <a:gd name="connsiteX159" fmla="*/ 748192 w 831124"/>
              <a:gd name="connsiteY159" fmla="*/ 195223 h 856669"/>
              <a:gd name="connsiteX160" fmla="*/ 735207 w 831124"/>
              <a:gd name="connsiteY160" fmla="*/ 191279 h 856669"/>
              <a:gd name="connsiteX161" fmla="*/ 729887 w 831124"/>
              <a:gd name="connsiteY161" fmla="*/ 208841 h 856669"/>
              <a:gd name="connsiteX162" fmla="*/ 742612 w 831124"/>
              <a:gd name="connsiteY162" fmla="*/ 227035 h 856669"/>
              <a:gd name="connsiteX163" fmla="*/ 588832 w 831124"/>
              <a:gd name="connsiteY163" fmla="*/ 604053 h 856669"/>
              <a:gd name="connsiteX164" fmla="*/ 591771 w 831124"/>
              <a:gd name="connsiteY164" fmla="*/ 604053 h 856669"/>
              <a:gd name="connsiteX165" fmla="*/ 663171 w 831124"/>
              <a:gd name="connsiteY165" fmla="*/ 574362 h 856669"/>
              <a:gd name="connsiteX166" fmla="*/ 690593 w 831124"/>
              <a:gd name="connsiteY166" fmla="*/ 524244 h 856669"/>
              <a:gd name="connsiteX167" fmla="*/ 727130 w 831124"/>
              <a:gd name="connsiteY167" fmla="*/ 508729 h 856669"/>
              <a:gd name="connsiteX168" fmla="*/ 742646 w 831124"/>
              <a:gd name="connsiteY168" fmla="*/ 471410 h 856669"/>
              <a:gd name="connsiteX169" fmla="*/ 742646 w 831124"/>
              <a:gd name="connsiteY169" fmla="*/ 432045 h 856669"/>
              <a:gd name="connsiteX170" fmla="*/ 727130 w 831124"/>
              <a:gd name="connsiteY170" fmla="*/ 394726 h 856669"/>
              <a:gd name="connsiteX171" fmla="*/ 691374 w 831124"/>
              <a:gd name="connsiteY171" fmla="*/ 379248 h 856669"/>
              <a:gd name="connsiteX172" fmla="*/ 663171 w 831124"/>
              <a:gd name="connsiteY172" fmla="*/ 325074 h 856669"/>
              <a:gd name="connsiteX173" fmla="*/ 603157 w 831124"/>
              <a:gd name="connsiteY173" fmla="*/ 296015 h 856669"/>
              <a:gd name="connsiteX174" fmla="*/ 603157 w 831124"/>
              <a:gd name="connsiteY174" fmla="*/ 281839 h 856669"/>
              <a:gd name="connsiteX175" fmla="*/ 594710 w 831124"/>
              <a:gd name="connsiteY175" fmla="*/ 261524 h 856669"/>
              <a:gd name="connsiteX176" fmla="*/ 574395 w 831124"/>
              <a:gd name="connsiteY176" fmla="*/ 253079 h 856669"/>
              <a:gd name="connsiteX177" fmla="*/ 535514 w 831124"/>
              <a:gd name="connsiteY177" fmla="*/ 253079 h 856669"/>
              <a:gd name="connsiteX178" fmla="*/ 535514 w 831124"/>
              <a:gd name="connsiteY178" fmla="*/ 211072 h 856669"/>
              <a:gd name="connsiteX179" fmla="*/ 548314 w 831124"/>
              <a:gd name="connsiteY179" fmla="*/ 202997 h 856669"/>
              <a:gd name="connsiteX180" fmla="*/ 558323 w 831124"/>
              <a:gd name="connsiteY180" fmla="*/ 178812 h 856669"/>
              <a:gd name="connsiteX181" fmla="*/ 548314 w 831124"/>
              <a:gd name="connsiteY181" fmla="*/ 154627 h 856669"/>
              <a:gd name="connsiteX182" fmla="*/ 524129 w 831124"/>
              <a:gd name="connsiteY182" fmla="*/ 144618 h 856669"/>
              <a:gd name="connsiteX183" fmla="*/ 499944 w 831124"/>
              <a:gd name="connsiteY183" fmla="*/ 154627 h 856669"/>
              <a:gd name="connsiteX184" fmla="*/ 489935 w 831124"/>
              <a:gd name="connsiteY184" fmla="*/ 178812 h 856669"/>
              <a:gd name="connsiteX185" fmla="*/ 499944 w 831124"/>
              <a:gd name="connsiteY185" fmla="*/ 202997 h 856669"/>
              <a:gd name="connsiteX186" fmla="*/ 512744 w 831124"/>
              <a:gd name="connsiteY186" fmla="*/ 211072 h 856669"/>
              <a:gd name="connsiteX187" fmla="*/ 512744 w 831124"/>
              <a:gd name="connsiteY187" fmla="*/ 253079 h 856669"/>
              <a:gd name="connsiteX188" fmla="*/ 473863 w 831124"/>
              <a:gd name="connsiteY188" fmla="*/ 253079 h 856669"/>
              <a:gd name="connsiteX189" fmla="*/ 453548 w 831124"/>
              <a:gd name="connsiteY189" fmla="*/ 261524 h 856669"/>
              <a:gd name="connsiteX190" fmla="*/ 450944 w 831124"/>
              <a:gd name="connsiteY190" fmla="*/ 264538 h 856669"/>
              <a:gd name="connsiteX191" fmla="*/ 441865 w 831124"/>
              <a:gd name="connsiteY191" fmla="*/ 261636 h 856669"/>
              <a:gd name="connsiteX192" fmla="*/ 431224 w 831124"/>
              <a:gd name="connsiteY192" fmla="*/ 258771 h 856669"/>
              <a:gd name="connsiteX193" fmla="*/ 430963 w 831124"/>
              <a:gd name="connsiteY193" fmla="*/ 244148 h 856669"/>
              <a:gd name="connsiteX194" fmla="*/ 431000 w 831124"/>
              <a:gd name="connsiteY194" fmla="*/ 243367 h 856669"/>
              <a:gd name="connsiteX195" fmla="*/ 430963 w 831124"/>
              <a:gd name="connsiteY195" fmla="*/ 243367 h 856669"/>
              <a:gd name="connsiteX196" fmla="*/ 430963 w 831124"/>
              <a:gd name="connsiteY196" fmla="*/ 243181 h 856669"/>
              <a:gd name="connsiteX197" fmla="*/ 420136 w 831124"/>
              <a:gd name="connsiteY197" fmla="*/ 218364 h 856669"/>
              <a:gd name="connsiteX198" fmla="*/ 396175 w 831124"/>
              <a:gd name="connsiteY198" fmla="*/ 208466 h 856669"/>
              <a:gd name="connsiteX199" fmla="*/ 395171 w 831124"/>
              <a:gd name="connsiteY199" fmla="*/ 208429 h 856669"/>
              <a:gd name="connsiteX200" fmla="*/ 395171 w 831124"/>
              <a:gd name="connsiteY200" fmla="*/ 208466 h 856669"/>
              <a:gd name="connsiteX201" fmla="*/ 348848 w 831124"/>
              <a:gd name="connsiteY201" fmla="*/ 209322 h 856669"/>
              <a:gd name="connsiteX202" fmla="*/ 324031 w 831124"/>
              <a:gd name="connsiteY202" fmla="*/ 220149 h 856669"/>
              <a:gd name="connsiteX203" fmla="*/ 314133 w 831124"/>
              <a:gd name="connsiteY203" fmla="*/ 245263 h 856669"/>
              <a:gd name="connsiteX204" fmla="*/ 314431 w 831124"/>
              <a:gd name="connsiteY204" fmla="*/ 260927 h 856669"/>
              <a:gd name="connsiteX205" fmla="*/ 285595 w 831124"/>
              <a:gd name="connsiteY205" fmla="*/ 271233 h 856669"/>
              <a:gd name="connsiteX206" fmla="*/ 258397 w 831124"/>
              <a:gd name="connsiteY206" fmla="*/ 285335 h 856669"/>
              <a:gd name="connsiteX207" fmla="*/ 247718 w 831124"/>
              <a:gd name="connsiteY207" fmla="*/ 275066 h 856669"/>
              <a:gd name="connsiteX208" fmla="*/ 247309 w 831124"/>
              <a:gd name="connsiteY208" fmla="*/ 274619 h 856669"/>
              <a:gd name="connsiteX209" fmla="*/ 247272 w 831124"/>
              <a:gd name="connsiteY209" fmla="*/ 274658 h 856669"/>
              <a:gd name="connsiteX210" fmla="*/ 247123 w 831124"/>
              <a:gd name="connsiteY210" fmla="*/ 274508 h 856669"/>
              <a:gd name="connsiteX211" fmla="*/ 221971 w 831124"/>
              <a:gd name="connsiteY211" fmla="*/ 264686 h 856669"/>
              <a:gd name="connsiteX212" fmla="*/ 197862 w 831124"/>
              <a:gd name="connsiteY212" fmla="*/ 274732 h 856669"/>
              <a:gd name="connsiteX213" fmla="*/ 197266 w 831124"/>
              <a:gd name="connsiteY213" fmla="*/ 275290 h 856669"/>
              <a:gd name="connsiteX214" fmla="*/ 197303 w 831124"/>
              <a:gd name="connsiteY214" fmla="*/ 275327 h 856669"/>
              <a:gd name="connsiteX215" fmla="*/ 165715 w 831124"/>
              <a:gd name="connsiteY215" fmla="*/ 308107 h 856669"/>
              <a:gd name="connsiteX216" fmla="*/ 165268 w 831124"/>
              <a:gd name="connsiteY216" fmla="*/ 308516 h 856669"/>
              <a:gd name="connsiteX217" fmla="*/ 165305 w 831124"/>
              <a:gd name="connsiteY217" fmla="*/ 308553 h 856669"/>
              <a:gd name="connsiteX218" fmla="*/ 165157 w 831124"/>
              <a:gd name="connsiteY218" fmla="*/ 308702 h 856669"/>
              <a:gd name="connsiteX219" fmla="*/ 155334 w 831124"/>
              <a:gd name="connsiteY219" fmla="*/ 333854 h 856669"/>
              <a:gd name="connsiteX220" fmla="*/ 165380 w 831124"/>
              <a:gd name="connsiteY220" fmla="*/ 357963 h 856669"/>
              <a:gd name="connsiteX221" fmla="*/ 165939 w 831124"/>
              <a:gd name="connsiteY221" fmla="*/ 358559 h 856669"/>
              <a:gd name="connsiteX222" fmla="*/ 165976 w 831124"/>
              <a:gd name="connsiteY222" fmla="*/ 358521 h 856669"/>
              <a:gd name="connsiteX223" fmla="*/ 177361 w 831124"/>
              <a:gd name="connsiteY223" fmla="*/ 369534 h 856669"/>
              <a:gd name="connsiteX224" fmla="*/ 164227 w 831124"/>
              <a:gd name="connsiteY224" fmla="*/ 397254 h 856669"/>
              <a:gd name="connsiteX225" fmla="*/ 155000 w 831124"/>
              <a:gd name="connsiteY225" fmla="*/ 426424 h 856669"/>
              <a:gd name="connsiteX226" fmla="*/ 139373 w 831124"/>
              <a:gd name="connsiteY226" fmla="*/ 426722 h 856669"/>
              <a:gd name="connsiteX227" fmla="*/ 114556 w 831124"/>
              <a:gd name="connsiteY227" fmla="*/ 437549 h 856669"/>
              <a:gd name="connsiteX228" fmla="*/ 104659 w 831124"/>
              <a:gd name="connsiteY228" fmla="*/ 462664 h 856669"/>
              <a:gd name="connsiteX229" fmla="*/ 105477 w 831124"/>
              <a:gd name="connsiteY229" fmla="*/ 507833 h 856669"/>
              <a:gd name="connsiteX230" fmla="*/ 105440 w 831124"/>
              <a:gd name="connsiteY230" fmla="*/ 508614 h 856669"/>
              <a:gd name="connsiteX231" fmla="*/ 105477 w 831124"/>
              <a:gd name="connsiteY231" fmla="*/ 508614 h 856669"/>
              <a:gd name="connsiteX232" fmla="*/ 105477 w 831124"/>
              <a:gd name="connsiteY232" fmla="*/ 508800 h 856669"/>
              <a:gd name="connsiteX233" fmla="*/ 116304 w 831124"/>
              <a:gd name="connsiteY233" fmla="*/ 533618 h 856669"/>
              <a:gd name="connsiteX234" fmla="*/ 140265 w 831124"/>
              <a:gd name="connsiteY234" fmla="*/ 543515 h 856669"/>
              <a:gd name="connsiteX235" fmla="*/ 141270 w 831124"/>
              <a:gd name="connsiteY235" fmla="*/ 543552 h 856669"/>
              <a:gd name="connsiteX236" fmla="*/ 141270 w 831124"/>
              <a:gd name="connsiteY236" fmla="*/ 543515 h 856669"/>
              <a:gd name="connsiteX237" fmla="*/ 157120 w 831124"/>
              <a:gd name="connsiteY237" fmla="*/ 543218 h 856669"/>
              <a:gd name="connsiteX238" fmla="*/ 167426 w 831124"/>
              <a:gd name="connsiteY238" fmla="*/ 572053 h 856669"/>
              <a:gd name="connsiteX239" fmla="*/ 181528 w 831124"/>
              <a:gd name="connsiteY239" fmla="*/ 599252 h 856669"/>
              <a:gd name="connsiteX240" fmla="*/ 171259 w 831124"/>
              <a:gd name="connsiteY240" fmla="*/ 609930 h 856669"/>
              <a:gd name="connsiteX241" fmla="*/ 170813 w 831124"/>
              <a:gd name="connsiteY241" fmla="*/ 610340 h 856669"/>
              <a:gd name="connsiteX242" fmla="*/ 170850 w 831124"/>
              <a:gd name="connsiteY242" fmla="*/ 610377 h 856669"/>
              <a:gd name="connsiteX243" fmla="*/ 170701 w 831124"/>
              <a:gd name="connsiteY243" fmla="*/ 610525 h 856669"/>
              <a:gd name="connsiteX244" fmla="*/ 160879 w 831124"/>
              <a:gd name="connsiteY244" fmla="*/ 635677 h 856669"/>
              <a:gd name="connsiteX245" fmla="*/ 170925 w 831124"/>
              <a:gd name="connsiteY245" fmla="*/ 659787 h 856669"/>
              <a:gd name="connsiteX246" fmla="*/ 171483 w 831124"/>
              <a:gd name="connsiteY246" fmla="*/ 660382 h 856669"/>
              <a:gd name="connsiteX247" fmla="*/ 171520 w 831124"/>
              <a:gd name="connsiteY247" fmla="*/ 660345 h 856669"/>
              <a:gd name="connsiteX248" fmla="*/ 204895 w 831124"/>
              <a:gd name="connsiteY248" fmla="*/ 692529 h 856669"/>
              <a:gd name="connsiteX249" fmla="*/ 230047 w 831124"/>
              <a:gd name="connsiteY249" fmla="*/ 702351 h 856669"/>
              <a:gd name="connsiteX250" fmla="*/ 254901 w 831124"/>
              <a:gd name="connsiteY250" fmla="*/ 691561 h 856669"/>
              <a:gd name="connsiteX251" fmla="*/ 265728 w 831124"/>
              <a:gd name="connsiteY251" fmla="*/ 680324 h 856669"/>
              <a:gd name="connsiteX252" fmla="*/ 293448 w 831124"/>
              <a:gd name="connsiteY252" fmla="*/ 693459 h 856669"/>
              <a:gd name="connsiteX253" fmla="*/ 322618 w 831124"/>
              <a:gd name="connsiteY253" fmla="*/ 702685 h 856669"/>
              <a:gd name="connsiteX254" fmla="*/ 322915 w 831124"/>
              <a:gd name="connsiteY254" fmla="*/ 718312 h 856669"/>
              <a:gd name="connsiteX255" fmla="*/ 333742 w 831124"/>
              <a:gd name="connsiteY255" fmla="*/ 743129 h 856669"/>
              <a:gd name="connsiteX256" fmla="*/ 358857 w 831124"/>
              <a:gd name="connsiteY256" fmla="*/ 753027 h 856669"/>
              <a:gd name="connsiteX257" fmla="*/ 404994 w 831124"/>
              <a:gd name="connsiteY257" fmla="*/ 752172 h 856669"/>
              <a:gd name="connsiteX258" fmla="*/ 429812 w 831124"/>
              <a:gd name="connsiteY258" fmla="*/ 741344 h 856669"/>
              <a:gd name="connsiteX259" fmla="*/ 439709 w 831124"/>
              <a:gd name="connsiteY259" fmla="*/ 716230 h 856669"/>
              <a:gd name="connsiteX260" fmla="*/ 439412 w 831124"/>
              <a:gd name="connsiteY260" fmla="*/ 700566 h 856669"/>
              <a:gd name="connsiteX261" fmla="*/ 468247 w 831124"/>
              <a:gd name="connsiteY261" fmla="*/ 690260 h 856669"/>
              <a:gd name="connsiteX262" fmla="*/ 495446 w 831124"/>
              <a:gd name="connsiteY262" fmla="*/ 676158 h 856669"/>
              <a:gd name="connsiteX263" fmla="*/ 506124 w 831124"/>
              <a:gd name="connsiteY263" fmla="*/ 686427 h 856669"/>
              <a:gd name="connsiteX264" fmla="*/ 506534 w 831124"/>
              <a:gd name="connsiteY264" fmla="*/ 686874 h 856669"/>
              <a:gd name="connsiteX265" fmla="*/ 506571 w 831124"/>
              <a:gd name="connsiteY265" fmla="*/ 686837 h 856669"/>
              <a:gd name="connsiteX266" fmla="*/ 506719 w 831124"/>
              <a:gd name="connsiteY266" fmla="*/ 686985 h 856669"/>
              <a:gd name="connsiteX267" fmla="*/ 531871 w 831124"/>
              <a:gd name="connsiteY267" fmla="*/ 696846 h 856669"/>
              <a:gd name="connsiteX268" fmla="*/ 555981 w 831124"/>
              <a:gd name="connsiteY268" fmla="*/ 686800 h 856669"/>
              <a:gd name="connsiteX269" fmla="*/ 556576 w 831124"/>
              <a:gd name="connsiteY269" fmla="*/ 686241 h 856669"/>
              <a:gd name="connsiteX270" fmla="*/ 556539 w 831124"/>
              <a:gd name="connsiteY270" fmla="*/ 686204 h 856669"/>
              <a:gd name="connsiteX271" fmla="*/ 588128 w 831124"/>
              <a:gd name="connsiteY271" fmla="*/ 653425 h 856669"/>
              <a:gd name="connsiteX272" fmla="*/ 588574 w 831124"/>
              <a:gd name="connsiteY272" fmla="*/ 653015 h 856669"/>
              <a:gd name="connsiteX273" fmla="*/ 588536 w 831124"/>
              <a:gd name="connsiteY273" fmla="*/ 652978 h 856669"/>
              <a:gd name="connsiteX274" fmla="*/ 588686 w 831124"/>
              <a:gd name="connsiteY274" fmla="*/ 652830 h 856669"/>
              <a:gd name="connsiteX275" fmla="*/ 598508 w 831124"/>
              <a:gd name="connsiteY275" fmla="*/ 627678 h 856669"/>
              <a:gd name="connsiteX276" fmla="*/ 588946 w 831124"/>
              <a:gd name="connsiteY276" fmla="*/ 604051 h 856669"/>
              <a:gd name="connsiteX277" fmla="*/ 361461 w 831124"/>
              <a:gd name="connsiteY277" fmla="*/ 361908 h 856669"/>
              <a:gd name="connsiteX278" fmla="*/ 356810 w 831124"/>
              <a:gd name="connsiteY278" fmla="*/ 379284 h 856669"/>
              <a:gd name="connsiteX279" fmla="*/ 321054 w 831124"/>
              <a:gd name="connsiteY279" fmla="*/ 394762 h 856669"/>
              <a:gd name="connsiteX280" fmla="*/ 305539 w 831124"/>
              <a:gd name="connsiteY280" fmla="*/ 432081 h 856669"/>
              <a:gd name="connsiteX281" fmla="*/ 305539 w 831124"/>
              <a:gd name="connsiteY281" fmla="*/ 471446 h 856669"/>
              <a:gd name="connsiteX282" fmla="*/ 321054 w 831124"/>
              <a:gd name="connsiteY282" fmla="*/ 508765 h 856669"/>
              <a:gd name="connsiteX283" fmla="*/ 357591 w 831124"/>
              <a:gd name="connsiteY283" fmla="*/ 524280 h 856669"/>
              <a:gd name="connsiteX284" fmla="*/ 385013 w 831124"/>
              <a:gd name="connsiteY284" fmla="*/ 574398 h 856669"/>
              <a:gd name="connsiteX285" fmla="*/ 413885 w 831124"/>
              <a:gd name="connsiteY285" fmla="*/ 594676 h 856669"/>
              <a:gd name="connsiteX286" fmla="*/ 410797 w 831124"/>
              <a:gd name="connsiteY286" fmla="*/ 595643 h 856669"/>
              <a:gd name="connsiteX287" fmla="*/ 378947 w 831124"/>
              <a:gd name="connsiteY287" fmla="*/ 600555 h 856669"/>
              <a:gd name="connsiteX288" fmla="*/ 293595 w 831124"/>
              <a:gd name="connsiteY288" fmla="*/ 566994 h 856669"/>
              <a:gd name="connsiteX289" fmla="*/ 256982 w 831124"/>
              <a:gd name="connsiteY289" fmla="*/ 482981 h 856669"/>
              <a:gd name="connsiteX290" fmla="*/ 290543 w 831124"/>
              <a:gd name="connsiteY290" fmla="*/ 397628 h 856669"/>
              <a:gd name="connsiteX291" fmla="*/ 361459 w 831124"/>
              <a:gd name="connsiteY291" fmla="*/ 361947 h 856669"/>
              <a:gd name="connsiteX292" fmla="*/ 448786 w 831124"/>
              <a:gd name="connsiteY292" fmla="*/ 603796 h 856669"/>
              <a:gd name="connsiteX293" fmla="*/ 417272 w 831124"/>
              <a:gd name="connsiteY293" fmla="*/ 617451 h 856669"/>
              <a:gd name="connsiteX294" fmla="*/ 379395 w 831124"/>
              <a:gd name="connsiteY294" fmla="*/ 623255 h 856669"/>
              <a:gd name="connsiteX295" fmla="*/ 277896 w 831124"/>
              <a:gd name="connsiteY295" fmla="*/ 583370 h 856669"/>
              <a:gd name="connsiteX296" fmla="*/ 234327 w 831124"/>
              <a:gd name="connsiteY296" fmla="*/ 483319 h 856669"/>
              <a:gd name="connsiteX297" fmla="*/ 274213 w 831124"/>
              <a:gd name="connsiteY297" fmla="*/ 381820 h 856669"/>
              <a:gd name="connsiteX298" fmla="*/ 373968 w 831124"/>
              <a:gd name="connsiteY298" fmla="*/ 338251 h 856669"/>
              <a:gd name="connsiteX299" fmla="*/ 385056 w 831124"/>
              <a:gd name="connsiteY299" fmla="*/ 325080 h 856669"/>
              <a:gd name="connsiteX300" fmla="*/ 445072 w 831124"/>
              <a:gd name="connsiteY300" fmla="*/ 296021 h 856669"/>
              <a:gd name="connsiteX301" fmla="*/ 445072 w 831124"/>
              <a:gd name="connsiteY301" fmla="*/ 286608 h 856669"/>
              <a:gd name="connsiteX302" fmla="*/ 435398 w 831124"/>
              <a:gd name="connsiteY302" fmla="*/ 283482 h 856669"/>
              <a:gd name="connsiteX303" fmla="*/ 418060 w 831124"/>
              <a:gd name="connsiteY303" fmla="*/ 279129 h 856669"/>
              <a:gd name="connsiteX304" fmla="*/ 408646 w 831124"/>
              <a:gd name="connsiteY304" fmla="*/ 268116 h 856669"/>
              <a:gd name="connsiteX305" fmla="*/ 408199 w 831124"/>
              <a:gd name="connsiteY305" fmla="*/ 244563 h 856669"/>
              <a:gd name="connsiteX306" fmla="*/ 408125 w 831124"/>
              <a:gd name="connsiteY306" fmla="*/ 243336 h 856669"/>
              <a:gd name="connsiteX307" fmla="*/ 408162 w 831124"/>
              <a:gd name="connsiteY307" fmla="*/ 243336 h 856669"/>
              <a:gd name="connsiteX308" fmla="*/ 404292 w 831124"/>
              <a:gd name="connsiteY308" fmla="*/ 234741 h 856669"/>
              <a:gd name="connsiteX309" fmla="*/ 396033 w 831124"/>
              <a:gd name="connsiteY309" fmla="*/ 231206 h 856669"/>
              <a:gd name="connsiteX310" fmla="*/ 395102 w 831124"/>
              <a:gd name="connsiteY310" fmla="*/ 231244 h 856669"/>
              <a:gd name="connsiteX311" fmla="*/ 395102 w 831124"/>
              <a:gd name="connsiteY311" fmla="*/ 231206 h 856669"/>
              <a:gd name="connsiteX312" fmla="*/ 349152 w 831124"/>
              <a:gd name="connsiteY312" fmla="*/ 232062 h 856669"/>
              <a:gd name="connsiteX313" fmla="*/ 340371 w 831124"/>
              <a:gd name="connsiteY313" fmla="*/ 235932 h 856669"/>
              <a:gd name="connsiteX314" fmla="*/ 336799 w 831124"/>
              <a:gd name="connsiteY314" fmla="*/ 244899 h 856669"/>
              <a:gd name="connsiteX315" fmla="*/ 337246 w 831124"/>
              <a:gd name="connsiteY315" fmla="*/ 269455 h 856669"/>
              <a:gd name="connsiteX316" fmla="*/ 328502 w 831124"/>
              <a:gd name="connsiteY316" fmla="*/ 280692 h 856669"/>
              <a:gd name="connsiteX317" fmla="*/ 294569 w 831124"/>
              <a:gd name="connsiteY317" fmla="*/ 292077 h 856669"/>
              <a:gd name="connsiteX318" fmla="*/ 263092 w 831124"/>
              <a:gd name="connsiteY318" fmla="*/ 309230 h 856669"/>
              <a:gd name="connsiteX319" fmla="*/ 248916 w 831124"/>
              <a:gd name="connsiteY319" fmla="*/ 307927 h 856669"/>
              <a:gd name="connsiteX320" fmla="*/ 231800 w 831124"/>
              <a:gd name="connsiteY320" fmla="*/ 291407 h 856669"/>
              <a:gd name="connsiteX321" fmla="*/ 231056 w 831124"/>
              <a:gd name="connsiteY321" fmla="*/ 290701 h 856669"/>
              <a:gd name="connsiteX322" fmla="*/ 231093 w 831124"/>
              <a:gd name="connsiteY322" fmla="*/ 290663 h 856669"/>
              <a:gd name="connsiteX323" fmla="*/ 222238 w 831124"/>
              <a:gd name="connsiteY323" fmla="*/ 287314 h 856669"/>
              <a:gd name="connsiteX324" fmla="*/ 213866 w 831124"/>
              <a:gd name="connsiteY324" fmla="*/ 290738 h 856669"/>
              <a:gd name="connsiteX325" fmla="*/ 213308 w 831124"/>
              <a:gd name="connsiteY325" fmla="*/ 291333 h 856669"/>
              <a:gd name="connsiteX326" fmla="*/ 213271 w 831124"/>
              <a:gd name="connsiteY326" fmla="*/ 291296 h 856669"/>
              <a:gd name="connsiteX327" fmla="*/ 181943 w 831124"/>
              <a:gd name="connsiteY327" fmla="*/ 323778 h 856669"/>
              <a:gd name="connsiteX328" fmla="*/ 181236 w 831124"/>
              <a:gd name="connsiteY328" fmla="*/ 324522 h 856669"/>
              <a:gd name="connsiteX329" fmla="*/ 181199 w 831124"/>
              <a:gd name="connsiteY329" fmla="*/ 324485 h 856669"/>
              <a:gd name="connsiteX330" fmla="*/ 177850 w 831124"/>
              <a:gd name="connsiteY330" fmla="*/ 333340 h 856669"/>
              <a:gd name="connsiteX331" fmla="*/ 181273 w 831124"/>
              <a:gd name="connsiteY331" fmla="*/ 341712 h 856669"/>
              <a:gd name="connsiteX332" fmla="*/ 181868 w 831124"/>
              <a:gd name="connsiteY332" fmla="*/ 342270 h 856669"/>
              <a:gd name="connsiteX333" fmla="*/ 181831 w 831124"/>
              <a:gd name="connsiteY333" fmla="*/ 342307 h 856669"/>
              <a:gd name="connsiteX334" fmla="*/ 199169 w 831124"/>
              <a:gd name="connsiteY334" fmla="*/ 359013 h 856669"/>
              <a:gd name="connsiteX335" fmla="*/ 201215 w 831124"/>
              <a:gd name="connsiteY335" fmla="*/ 373338 h 856669"/>
              <a:gd name="connsiteX336" fmla="*/ 185253 w 831124"/>
              <a:gd name="connsiteY336" fmla="*/ 405410 h 856669"/>
              <a:gd name="connsiteX337" fmla="*/ 175170 w 831124"/>
              <a:gd name="connsiteY337" fmla="*/ 439454 h 856669"/>
              <a:gd name="connsiteX338" fmla="*/ 164157 w 831124"/>
              <a:gd name="connsiteY338" fmla="*/ 448868 h 856669"/>
              <a:gd name="connsiteX339" fmla="*/ 139601 w 831124"/>
              <a:gd name="connsiteY339" fmla="*/ 449314 h 856669"/>
              <a:gd name="connsiteX340" fmla="*/ 130821 w 831124"/>
              <a:gd name="connsiteY340" fmla="*/ 453184 h 856669"/>
              <a:gd name="connsiteX341" fmla="*/ 127249 w 831124"/>
              <a:gd name="connsiteY341" fmla="*/ 462151 h 856669"/>
              <a:gd name="connsiteX342" fmla="*/ 128067 w 831124"/>
              <a:gd name="connsiteY342" fmla="*/ 507246 h 856669"/>
              <a:gd name="connsiteX343" fmla="*/ 128141 w 831124"/>
              <a:gd name="connsiteY343" fmla="*/ 508473 h 856669"/>
              <a:gd name="connsiteX344" fmla="*/ 128104 w 831124"/>
              <a:gd name="connsiteY344" fmla="*/ 508473 h 856669"/>
              <a:gd name="connsiteX345" fmla="*/ 131973 w 831124"/>
              <a:gd name="connsiteY345" fmla="*/ 517069 h 856669"/>
              <a:gd name="connsiteX346" fmla="*/ 140233 w 831124"/>
              <a:gd name="connsiteY346" fmla="*/ 520603 h 856669"/>
              <a:gd name="connsiteX347" fmla="*/ 141164 w 831124"/>
              <a:gd name="connsiteY347" fmla="*/ 520565 h 856669"/>
              <a:gd name="connsiteX348" fmla="*/ 141164 w 831124"/>
              <a:gd name="connsiteY348" fmla="*/ 520603 h 856669"/>
              <a:gd name="connsiteX349" fmla="*/ 165572 w 831124"/>
              <a:gd name="connsiteY349" fmla="*/ 520157 h 856669"/>
              <a:gd name="connsiteX350" fmla="*/ 176809 w 831124"/>
              <a:gd name="connsiteY350" fmla="*/ 528900 h 856669"/>
              <a:gd name="connsiteX351" fmla="*/ 188194 w 831124"/>
              <a:gd name="connsiteY351" fmla="*/ 562833 h 856669"/>
              <a:gd name="connsiteX352" fmla="*/ 205346 w 831124"/>
              <a:gd name="connsiteY352" fmla="*/ 594310 h 856669"/>
              <a:gd name="connsiteX353" fmla="*/ 204044 w 831124"/>
              <a:gd name="connsiteY353" fmla="*/ 608486 h 856669"/>
              <a:gd name="connsiteX354" fmla="*/ 187524 w 831124"/>
              <a:gd name="connsiteY354" fmla="*/ 625601 h 856669"/>
              <a:gd name="connsiteX355" fmla="*/ 186817 w 831124"/>
              <a:gd name="connsiteY355" fmla="*/ 626346 h 856669"/>
              <a:gd name="connsiteX356" fmla="*/ 186779 w 831124"/>
              <a:gd name="connsiteY356" fmla="*/ 626309 h 856669"/>
              <a:gd name="connsiteX357" fmla="*/ 183431 w 831124"/>
              <a:gd name="connsiteY357" fmla="*/ 635165 h 856669"/>
              <a:gd name="connsiteX358" fmla="*/ 186855 w 831124"/>
              <a:gd name="connsiteY358" fmla="*/ 643536 h 856669"/>
              <a:gd name="connsiteX359" fmla="*/ 187450 w 831124"/>
              <a:gd name="connsiteY359" fmla="*/ 644094 h 856669"/>
              <a:gd name="connsiteX360" fmla="*/ 187413 w 831124"/>
              <a:gd name="connsiteY360" fmla="*/ 644131 h 856669"/>
              <a:gd name="connsiteX361" fmla="*/ 220490 w 831124"/>
              <a:gd name="connsiteY361" fmla="*/ 676018 h 856669"/>
              <a:gd name="connsiteX362" fmla="*/ 229494 w 831124"/>
              <a:gd name="connsiteY362" fmla="*/ 679516 h 856669"/>
              <a:gd name="connsiteX363" fmla="*/ 238275 w 831124"/>
              <a:gd name="connsiteY363" fmla="*/ 675720 h 856669"/>
              <a:gd name="connsiteX364" fmla="*/ 255167 w 831124"/>
              <a:gd name="connsiteY364" fmla="*/ 658196 h 856669"/>
              <a:gd name="connsiteX365" fmla="*/ 269492 w 831124"/>
              <a:gd name="connsiteY365" fmla="*/ 656150 h 856669"/>
              <a:gd name="connsiteX366" fmla="*/ 301564 w 831124"/>
              <a:gd name="connsiteY366" fmla="*/ 672112 h 856669"/>
              <a:gd name="connsiteX367" fmla="*/ 335608 w 831124"/>
              <a:gd name="connsiteY367" fmla="*/ 682195 h 856669"/>
              <a:gd name="connsiteX368" fmla="*/ 345021 w 831124"/>
              <a:gd name="connsiteY368" fmla="*/ 693208 h 856669"/>
              <a:gd name="connsiteX369" fmla="*/ 345468 w 831124"/>
              <a:gd name="connsiteY369" fmla="*/ 717764 h 856669"/>
              <a:gd name="connsiteX370" fmla="*/ 349338 w 831124"/>
              <a:gd name="connsiteY370" fmla="*/ 726546 h 856669"/>
              <a:gd name="connsiteX371" fmla="*/ 358305 w 831124"/>
              <a:gd name="connsiteY371" fmla="*/ 730117 h 856669"/>
              <a:gd name="connsiteX372" fmla="*/ 404442 w 831124"/>
              <a:gd name="connsiteY372" fmla="*/ 729261 h 856669"/>
              <a:gd name="connsiteX373" fmla="*/ 413223 w 831124"/>
              <a:gd name="connsiteY373" fmla="*/ 725392 h 856669"/>
              <a:gd name="connsiteX374" fmla="*/ 416795 w 831124"/>
              <a:gd name="connsiteY374" fmla="*/ 716424 h 856669"/>
              <a:gd name="connsiteX375" fmla="*/ 416348 w 831124"/>
              <a:gd name="connsiteY375" fmla="*/ 691868 h 856669"/>
              <a:gd name="connsiteX376" fmla="*/ 425091 w 831124"/>
              <a:gd name="connsiteY376" fmla="*/ 680631 h 856669"/>
              <a:gd name="connsiteX377" fmla="*/ 459024 w 831124"/>
              <a:gd name="connsiteY377" fmla="*/ 669246 h 856669"/>
              <a:gd name="connsiteX378" fmla="*/ 490501 w 831124"/>
              <a:gd name="connsiteY378" fmla="*/ 652093 h 856669"/>
              <a:gd name="connsiteX379" fmla="*/ 504677 w 831124"/>
              <a:gd name="connsiteY379" fmla="*/ 653396 h 856669"/>
              <a:gd name="connsiteX380" fmla="*/ 521793 w 831124"/>
              <a:gd name="connsiteY380" fmla="*/ 669917 h 856669"/>
              <a:gd name="connsiteX381" fmla="*/ 522537 w 831124"/>
              <a:gd name="connsiteY381" fmla="*/ 670623 h 856669"/>
              <a:gd name="connsiteX382" fmla="*/ 522500 w 831124"/>
              <a:gd name="connsiteY382" fmla="*/ 670660 h 856669"/>
              <a:gd name="connsiteX383" fmla="*/ 531356 w 831124"/>
              <a:gd name="connsiteY383" fmla="*/ 674009 h 856669"/>
              <a:gd name="connsiteX384" fmla="*/ 539727 w 831124"/>
              <a:gd name="connsiteY384" fmla="*/ 670586 h 856669"/>
              <a:gd name="connsiteX385" fmla="*/ 540285 w 831124"/>
              <a:gd name="connsiteY385" fmla="*/ 669991 h 856669"/>
              <a:gd name="connsiteX386" fmla="*/ 540323 w 831124"/>
              <a:gd name="connsiteY386" fmla="*/ 670028 h 856669"/>
              <a:gd name="connsiteX387" fmla="*/ 571651 w 831124"/>
              <a:gd name="connsiteY387" fmla="*/ 637546 h 856669"/>
              <a:gd name="connsiteX388" fmla="*/ 572358 w 831124"/>
              <a:gd name="connsiteY388" fmla="*/ 636802 h 856669"/>
              <a:gd name="connsiteX389" fmla="*/ 572395 w 831124"/>
              <a:gd name="connsiteY389" fmla="*/ 636839 h 856669"/>
              <a:gd name="connsiteX390" fmla="*/ 575743 w 831124"/>
              <a:gd name="connsiteY390" fmla="*/ 627984 h 856669"/>
              <a:gd name="connsiteX391" fmla="*/ 572321 w 831124"/>
              <a:gd name="connsiteY391" fmla="*/ 619612 h 856669"/>
              <a:gd name="connsiteX392" fmla="*/ 571726 w 831124"/>
              <a:gd name="connsiteY392" fmla="*/ 619054 h 856669"/>
              <a:gd name="connsiteX393" fmla="*/ 571763 w 831124"/>
              <a:gd name="connsiteY393" fmla="*/ 619017 h 856669"/>
              <a:gd name="connsiteX394" fmla="*/ 556173 w 831124"/>
              <a:gd name="connsiteY394" fmla="*/ 603985 h 856669"/>
              <a:gd name="connsiteX395" fmla="*/ 456494 w 831124"/>
              <a:gd name="connsiteY395" fmla="*/ 603985 h 856669"/>
              <a:gd name="connsiteX396" fmla="*/ 448829 w 831124"/>
              <a:gd name="connsiteY396" fmla="*/ 603687 h 856669"/>
              <a:gd name="connsiteX397" fmla="*/ 121441 w 831124"/>
              <a:gd name="connsiteY397" fmla="*/ 184582 h 856669"/>
              <a:gd name="connsiteX398" fmla="*/ 105404 w 831124"/>
              <a:gd name="connsiteY398" fmla="*/ 185661 h 856669"/>
              <a:gd name="connsiteX399" fmla="*/ 104325 w 831124"/>
              <a:gd name="connsiteY399" fmla="*/ 169624 h 856669"/>
              <a:gd name="connsiteX400" fmla="*/ 233132 w 831124"/>
              <a:gd name="connsiteY400" fmla="*/ 70726 h 856669"/>
              <a:gd name="connsiteX401" fmla="*/ 389809 w 831124"/>
              <a:gd name="connsiteY401" fmla="*/ 29091 h 856669"/>
              <a:gd name="connsiteX402" fmla="*/ 393045 w 831124"/>
              <a:gd name="connsiteY402" fmla="*/ 28905 h 856669"/>
              <a:gd name="connsiteX403" fmla="*/ 382888 w 831124"/>
              <a:gd name="connsiteY403" fmla="*/ 19938 h 856669"/>
              <a:gd name="connsiteX404" fmla="*/ 381846 w 831124"/>
              <a:gd name="connsiteY404" fmla="*/ 3865 h 856669"/>
              <a:gd name="connsiteX405" fmla="*/ 397919 w 831124"/>
              <a:gd name="connsiteY405" fmla="*/ 2823 h 856669"/>
              <a:gd name="connsiteX406" fmla="*/ 430922 w 831124"/>
              <a:gd name="connsiteY406" fmla="*/ 31882 h 856669"/>
              <a:gd name="connsiteX407" fmla="*/ 431963 w 831124"/>
              <a:gd name="connsiteY407" fmla="*/ 47956 h 856669"/>
              <a:gd name="connsiteX408" fmla="*/ 402904 w 831124"/>
              <a:gd name="connsiteY408" fmla="*/ 80958 h 856669"/>
              <a:gd name="connsiteX409" fmla="*/ 386831 w 831124"/>
              <a:gd name="connsiteY409" fmla="*/ 81999 h 856669"/>
              <a:gd name="connsiteX410" fmla="*/ 385790 w 831124"/>
              <a:gd name="connsiteY410" fmla="*/ 65926 h 856669"/>
              <a:gd name="connsiteX411" fmla="*/ 398551 w 831124"/>
              <a:gd name="connsiteY411" fmla="*/ 51415 h 856669"/>
              <a:gd name="connsiteX412" fmla="*/ 391221 w 831124"/>
              <a:gd name="connsiteY412" fmla="*/ 51825 h 856669"/>
              <a:gd name="connsiteX413" fmla="*/ 243212 w 831124"/>
              <a:gd name="connsiteY413" fmla="*/ 91153 h 856669"/>
              <a:gd name="connsiteX414" fmla="*/ 121435 w 831124"/>
              <a:gd name="connsiteY414" fmla="*/ 184580 h 856669"/>
              <a:gd name="connsiteX415" fmla="*/ 342116 w 831124"/>
              <a:gd name="connsiteY415" fmla="*/ 828262 h 856669"/>
              <a:gd name="connsiteX416" fmla="*/ 351157 w 831124"/>
              <a:gd name="connsiteY416" fmla="*/ 841582 h 856669"/>
              <a:gd name="connsiteX417" fmla="*/ 337837 w 831124"/>
              <a:gd name="connsiteY417" fmla="*/ 850623 h 856669"/>
              <a:gd name="connsiteX418" fmla="*/ 173045 w 831124"/>
              <a:gd name="connsiteY418" fmla="*/ 779260 h 856669"/>
              <a:gd name="connsiteX419" fmla="*/ 65698 w 831124"/>
              <a:gd name="connsiteY419" fmla="*/ 665112 h 856669"/>
              <a:gd name="connsiteX420" fmla="*/ 63093 w 831124"/>
              <a:gd name="connsiteY420" fmla="*/ 678135 h 856669"/>
              <a:gd name="connsiteX421" fmla="*/ 49736 w 831124"/>
              <a:gd name="connsiteY421" fmla="*/ 687064 h 856669"/>
              <a:gd name="connsiteX422" fmla="*/ 40807 w 831124"/>
              <a:gd name="connsiteY422" fmla="*/ 673707 h 856669"/>
              <a:gd name="connsiteX423" fmla="*/ 49439 w 831124"/>
              <a:gd name="connsiteY423" fmla="*/ 630585 h 856669"/>
              <a:gd name="connsiteX424" fmla="*/ 62796 w 831124"/>
              <a:gd name="connsiteY424" fmla="*/ 621655 h 856669"/>
              <a:gd name="connsiteX425" fmla="*/ 105919 w 831124"/>
              <a:gd name="connsiteY425" fmla="*/ 630325 h 856669"/>
              <a:gd name="connsiteX426" fmla="*/ 114848 w 831124"/>
              <a:gd name="connsiteY426" fmla="*/ 643682 h 856669"/>
              <a:gd name="connsiteX427" fmla="*/ 101492 w 831124"/>
              <a:gd name="connsiteY427" fmla="*/ 652612 h 856669"/>
              <a:gd name="connsiteX428" fmla="*/ 82256 w 831124"/>
              <a:gd name="connsiteY428" fmla="*/ 648741 h 856669"/>
              <a:gd name="connsiteX429" fmla="*/ 186402 w 831124"/>
              <a:gd name="connsiteY429" fmla="*/ 760851 h 856669"/>
              <a:gd name="connsiteX430" fmla="*/ 342117 w 831124"/>
              <a:gd name="connsiteY430" fmla="*/ 828307 h 856669"/>
              <a:gd name="connsiteX431" fmla="*/ 788038 w 831124"/>
              <a:gd name="connsiteY431" fmla="*/ 318227 h 856669"/>
              <a:gd name="connsiteX432" fmla="*/ 795219 w 831124"/>
              <a:gd name="connsiteY432" fmla="*/ 303828 h 856669"/>
              <a:gd name="connsiteX433" fmla="*/ 809618 w 831124"/>
              <a:gd name="connsiteY433" fmla="*/ 311009 h 856669"/>
              <a:gd name="connsiteX434" fmla="*/ 823385 w 831124"/>
              <a:gd name="connsiteY434" fmla="*/ 363061 h 856669"/>
              <a:gd name="connsiteX435" fmla="*/ 830267 w 831124"/>
              <a:gd name="connsiteY435" fmla="*/ 416713 h 856669"/>
              <a:gd name="connsiteX436" fmla="*/ 819700 w 831124"/>
              <a:gd name="connsiteY436" fmla="*/ 540053 h 856669"/>
              <a:gd name="connsiteX437" fmla="*/ 785693 w 831124"/>
              <a:gd name="connsiteY437" fmla="*/ 631991 h 856669"/>
              <a:gd name="connsiteX438" fmla="*/ 802251 w 831124"/>
              <a:gd name="connsiteY438" fmla="*/ 626410 h 856669"/>
              <a:gd name="connsiteX439" fmla="*/ 816649 w 831124"/>
              <a:gd name="connsiteY439" fmla="*/ 633591 h 856669"/>
              <a:gd name="connsiteX440" fmla="*/ 809469 w 831124"/>
              <a:gd name="connsiteY440" fmla="*/ 647990 h 856669"/>
              <a:gd name="connsiteX441" fmla="*/ 767797 w 831124"/>
              <a:gd name="connsiteY441" fmla="*/ 662055 h 856669"/>
              <a:gd name="connsiteX442" fmla="*/ 753398 w 831124"/>
              <a:gd name="connsiteY442" fmla="*/ 654874 h 856669"/>
              <a:gd name="connsiteX443" fmla="*/ 753026 w 831124"/>
              <a:gd name="connsiteY443" fmla="*/ 653757 h 856669"/>
              <a:gd name="connsiteX444" fmla="*/ 752207 w 831124"/>
              <a:gd name="connsiteY444" fmla="*/ 651302 h 856669"/>
              <a:gd name="connsiteX445" fmla="*/ 739333 w 831124"/>
              <a:gd name="connsiteY445" fmla="*/ 613202 h 856669"/>
              <a:gd name="connsiteX446" fmla="*/ 746514 w 831124"/>
              <a:gd name="connsiteY446" fmla="*/ 598803 h 856669"/>
              <a:gd name="connsiteX447" fmla="*/ 760913 w 831124"/>
              <a:gd name="connsiteY447" fmla="*/ 605984 h 856669"/>
              <a:gd name="connsiteX448" fmla="*/ 765899 w 831124"/>
              <a:gd name="connsiteY448" fmla="*/ 620718 h 856669"/>
              <a:gd name="connsiteX449" fmla="*/ 797599 w 831124"/>
              <a:gd name="connsiteY449" fmla="*/ 534807 h 856669"/>
              <a:gd name="connsiteX450" fmla="*/ 807534 w 831124"/>
              <a:gd name="connsiteY450" fmla="*/ 418126 h 856669"/>
              <a:gd name="connsiteX451" fmla="*/ 800986 w 831124"/>
              <a:gd name="connsiteY451" fmla="*/ 367413 h 856669"/>
              <a:gd name="connsiteX452" fmla="*/ 788037 w 831124"/>
              <a:gd name="connsiteY452" fmla="*/ 318225 h 85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831124" h="856669">
                <a:moveTo>
                  <a:pt x="465841" y="426795"/>
                </a:moveTo>
                <a:cubicBezTo>
                  <a:pt x="474101" y="426795"/>
                  <a:pt x="480835" y="433492"/>
                  <a:pt x="480835" y="441789"/>
                </a:cubicBezTo>
                <a:cubicBezTo>
                  <a:pt x="480835" y="450049"/>
                  <a:pt x="474138" y="456783"/>
                  <a:pt x="465841" y="456783"/>
                </a:cubicBezTo>
                <a:cubicBezTo>
                  <a:pt x="457581" y="456783"/>
                  <a:pt x="450847" y="450086"/>
                  <a:pt x="450847" y="441789"/>
                </a:cubicBezTo>
                <a:cubicBezTo>
                  <a:pt x="450847" y="433529"/>
                  <a:pt x="457544" y="426795"/>
                  <a:pt x="465841" y="426795"/>
                </a:cubicBezTo>
                <a:close/>
                <a:moveTo>
                  <a:pt x="582408" y="426795"/>
                </a:moveTo>
                <a:cubicBezTo>
                  <a:pt x="590668" y="426795"/>
                  <a:pt x="597402" y="433492"/>
                  <a:pt x="597402" y="441789"/>
                </a:cubicBezTo>
                <a:cubicBezTo>
                  <a:pt x="597402" y="450049"/>
                  <a:pt x="590705" y="456783"/>
                  <a:pt x="582408" y="456783"/>
                </a:cubicBezTo>
                <a:cubicBezTo>
                  <a:pt x="574148" y="456783"/>
                  <a:pt x="567414" y="450086"/>
                  <a:pt x="567414" y="441789"/>
                </a:cubicBezTo>
                <a:cubicBezTo>
                  <a:pt x="567414" y="433529"/>
                  <a:pt x="574111" y="426795"/>
                  <a:pt x="582408" y="426795"/>
                </a:cubicBezTo>
                <a:close/>
                <a:moveTo>
                  <a:pt x="591784" y="318229"/>
                </a:moveTo>
                <a:lnTo>
                  <a:pt x="456463" y="318229"/>
                </a:lnTo>
                <a:cubicBezTo>
                  <a:pt x="434957" y="318229"/>
                  <a:pt x="415386" y="327047"/>
                  <a:pt x="401173" y="341223"/>
                </a:cubicBezTo>
                <a:cubicBezTo>
                  <a:pt x="386997" y="355399"/>
                  <a:pt x="378178" y="374970"/>
                  <a:pt x="378178" y="396513"/>
                </a:cubicBezTo>
                <a:lnTo>
                  <a:pt x="378178" y="503002"/>
                </a:lnTo>
                <a:cubicBezTo>
                  <a:pt x="378178" y="524508"/>
                  <a:pt x="386997" y="544079"/>
                  <a:pt x="401173" y="558292"/>
                </a:cubicBezTo>
                <a:cubicBezTo>
                  <a:pt x="415349" y="572468"/>
                  <a:pt x="434920" y="581286"/>
                  <a:pt x="456463" y="581286"/>
                </a:cubicBezTo>
                <a:lnTo>
                  <a:pt x="591784" y="581286"/>
                </a:lnTo>
                <a:cubicBezTo>
                  <a:pt x="613290" y="581286"/>
                  <a:pt x="632861" y="572468"/>
                  <a:pt x="647074" y="558292"/>
                </a:cubicBezTo>
                <a:cubicBezTo>
                  <a:pt x="661250" y="544116"/>
                  <a:pt x="670068" y="524545"/>
                  <a:pt x="670068" y="503002"/>
                </a:cubicBezTo>
                <a:lnTo>
                  <a:pt x="670068" y="396513"/>
                </a:lnTo>
                <a:cubicBezTo>
                  <a:pt x="670068" y="375007"/>
                  <a:pt x="661250" y="355436"/>
                  <a:pt x="647074" y="341223"/>
                </a:cubicBezTo>
                <a:cubicBezTo>
                  <a:pt x="632898" y="327047"/>
                  <a:pt x="613327" y="318229"/>
                  <a:pt x="591784" y="318229"/>
                </a:cubicBezTo>
                <a:close/>
                <a:moveTo>
                  <a:pt x="580362" y="295384"/>
                </a:moveTo>
                <a:lnTo>
                  <a:pt x="580362" y="281840"/>
                </a:lnTo>
                <a:cubicBezTo>
                  <a:pt x="580362" y="280203"/>
                  <a:pt x="579692" y="278715"/>
                  <a:pt x="578613" y="277636"/>
                </a:cubicBezTo>
                <a:cubicBezTo>
                  <a:pt x="577534" y="276557"/>
                  <a:pt x="576046" y="275887"/>
                  <a:pt x="574409" y="275887"/>
                </a:cubicBezTo>
                <a:lnTo>
                  <a:pt x="473806" y="275887"/>
                </a:lnTo>
                <a:cubicBezTo>
                  <a:pt x="472168" y="275887"/>
                  <a:pt x="470680" y="276557"/>
                  <a:pt x="469601" y="277636"/>
                </a:cubicBezTo>
                <a:cubicBezTo>
                  <a:pt x="468522" y="278715"/>
                  <a:pt x="467853" y="280203"/>
                  <a:pt x="467853" y="281840"/>
                </a:cubicBezTo>
                <a:lnTo>
                  <a:pt x="467853" y="295384"/>
                </a:lnTo>
                <a:close/>
                <a:moveTo>
                  <a:pt x="355372" y="402207"/>
                </a:moveTo>
                <a:cubicBezTo>
                  <a:pt x="348339" y="402914"/>
                  <a:pt x="342015" y="406114"/>
                  <a:pt x="337215" y="410876"/>
                </a:cubicBezTo>
                <a:cubicBezTo>
                  <a:pt x="331783" y="416309"/>
                  <a:pt x="328397" y="423825"/>
                  <a:pt x="328397" y="432085"/>
                </a:cubicBezTo>
                <a:lnTo>
                  <a:pt x="328397" y="471450"/>
                </a:lnTo>
                <a:cubicBezTo>
                  <a:pt x="328397" y="479672"/>
                  <a:pt x="331783" y="487188"/>
                  <a:pt x="337215" y="492658"/>
                </a:cubicBezTo>
                <a:cubicBezTo>
                  <a:pt x="341978" y="497421"/>
                  <a:pt x="348303" y="500620"/>
                  <a:pt x="355372" y="501327"/>
                </a:cubicBezTo>
                <a:close/>
                <a:moveTo>
                  <a:pt x="692881" y="501286"/>
                </a:moveTo>
                <a:cubicBezTo>
                  <a:pt x="699913" y="500579"/>
                  <a:pt x="706238" y="497379"/>
                  <a:pt x="711037" y="492616"/>
                </a:cubicBezTo>
                <a:cubicBezTo>
                  <a:pt x="716469" y="487184"/>
                  <a:pt x="719855" y="479668"/>
                  <a:pt x="719855" y="471408"/>
                </a:cubicBezTo>
                <a:lnTo>
                  <a:pt x="719855" y="432043"/>
                </a:lnTo>
                <a:cubicBezTo>
                  <a:pt x="719855" y="423821"/>
                  <a:pt x="716469" y="416305"/>
                  <a:pt x="711037" y="410835"/>
                </a:cubicBezTo>
                <a:cubicBezTo>
                  <a:pt x="706275" y="406072"/>
                  <a:pt x="699949" y="402873"/>
                  <a:pt x="692881" y="402166"/>
                </a:cubicBezTo>
                <a:close/>
                <a:moveTo>
                  <a:pt x="601203" y="415301"/>
                </a:moveTo>
                <a:lnTo>
                  <a:pt x="447050" y="415301"/>
                </a:lnTo>
                <a:cubicBezTo>
                  <a:pt x="442325" y="415301"/>
                  <a:pt x="438009" y="417235"/>
                  <a:pt x="434884" y="420361"/>
                </a:cubicBezTo>
                <a:cubicBezTo>
                  <a:pt x="431758" y="423487"/>
                  <a:pt x="429823" y="427802"/>
                  <a:pt x="429823" y="432528"/>
                </a:cubicBezTo>
                <a:lnTo>
                  <a:pt x="429823" y="452246"/>
                </a:lnTo>
                <a:cubicBezTo>
                  <a:pt x="429823" y="456972"/>
                  <a:pt x="431758" y="461289"/>
                  <a:pt x="434884" y="464413"/>
                </a:cubicBezTo>
                <a:cubicBezTo>
                  <a:pt x="438009" y="467538"/>
                  <a:pt x="442325" y="469473"/>
                  <a:pt x="447050" y="469473"/>
                </a:cubicBezTo>
                <a:lnTo>
                  <a:pt x="601203" y="469473"/>
                </a:lnTo>
                <a:cubicBezTo>
                  <a:pt x="605928" y="469473"/>
                  <a:pt x="610244" y="467539"/>
                  <a:pt x="613369" y="464413"/>
                </a:cubicBezTo>
                <a:cubicBezTo>
                  <a:pt x="616494" y="461288"/>
                  <a:pt x="618429" y="456972"/>
                  <a:pt x="618429" y="452246"/>
                </a:cubicBezTo>
                <a:lnTo>
                  <a:pt x="618429" y="432528"/>
                </a:lnTo>
                <a:cubicBezTo>
                  <a:pt x="618429" y="427802"/>
                  <a:pt x="616494" y="423486"/>
                  <a:pt x="613369" y="420361"/>
                </a:cubicBezTo>
                <a:cubicBezTo>
                  <a:pt x="610243" y="417236"/>
                  <a:pt x="605927" y="415301"/>
                  <a:pt x="601203" y="415301"/>
                </a:cubicBezTo>
                <a:close/>
                <a:moveTo>
                  <a:pt x="447050" y="392456"/>
                </a:moveTo>
                <a:cubicBezTo>
                  <a:pt x="436037" y="392456"/>
                  <a:pt x="425991" y="396959"/>
                  <a:pt x="418772" y="404214"/>
                </a:cubicBezTo>
                <a:cubicBezTo>
                  <a:pt x="411517" y="411469"/>
                  <a:pt x="407014" y="421478"/>
                  <a:pt x="407014" y="432492"/>
                </a:cubicBezTo>
                <a:lnTo>
                  <a:pt x="407014" y="452211"/>
                </a:lnTo>
                <a:cubicBezTo>
                  <a:pt x="407014" y="463224"/>
                  <a:pt x="411516" y="473270"/>
                  <a:pt x="418772" y="480489"/>
                </a:cubicBezTo>
                <a:cubicBezTo>
                  <a:pt x="426027" y="487744"/>
                  <a:pt x="436036" y="492247"/>
                  <a:pt x="447050" y="492247"/>
                </a:cubicBezTo>
                <a:lnTo>
                  <a:pt x="601203" y="492247"/>
                </a:lnTo>
                <a:cubicBezTo>
                  <a:pt x="612215" y="492247"/>
                  <a:pt x="622261" y="487744"/>
                  <a:pt x="629480" y="480489"/>
                </a:cubicBezTo>
                <a:cubicBezTo>
                  <a:pt x="636736" y="473234"/>
                  <a:pt x="641238" y="463225"/>
                  <a:pt x="641238" y="452211"/>
                </a:cubicBezTo>
                <a:lnTo>
                  <a:pt x="641238" y="432492"/>
                </a:lnTo>
                <a:cubicBezTo>
                  <a:pt x="641238" y="421479"/>
                  <a:pt x="636736" y="411433"/>
                  <a:pt x="629480" y="404214"/>
                </a:cubicBezTo>
                <a:cubicBezTo>
                  <a:pt x="622225" y="396959"/>
                  <a:pt x="612216" y="392456"/>
                  <a:pt x="601203" y="392456"/>
                </a:cubicBezTo>
                <a:close/>
                <a:moveTo>
                  <a:pt x="532180" y="170743"/>
                </a:moveTo>
                <a:cubicBezTo>
                  <a:pt x="530096" y="168659"/>
                  <a:pt x="527269" y="167394"/>
                  <a:pt x="524105" y="167394"/>
                </a:cubicBezTo>
                <a:cubicBezTo>
                  <a:pt x="520943" y="167394"/>
                  <a:pt x="518115" y="168659"/>
                  <a:pt x="516032" y="170743"/>
                </a:cubicBezTo>
                <a:cubicBezTo>
                  <a:pt x="513948" y="172789"/>
                  <a:pt x="512683" y="175654"/>
                  <a:pt x="512683" y="178817"/>
                </a:cubicBezTo>
                <a:cubicBezTo>
                  <a:pt x="512683" y="181979"/>
                  <a:pt x="513948" y="184807"/>
                  <a:pt x="516032" y="186890"/>
                </a:cubicBezTo>
                <a:cubicBezTo>
                  <a:pt x="517818" y="188676"/>
                  <a:pt x="520161" y="189867"/>
                  <a:pt x="522766" y="190165"/>
                </a:cubicBezTo>
                <a:cubicBezTo>
                  <a:pt x="523213" y="190128"/>
                  <a:pt x="523659" y="190091"/>
                  <a:pt x="524105" y="190091"/>
                </a:cubicBezTo>
                <a:cubicBezTo>
                  <a:pt x="524552" y="190091"/>
                  <a:pt x="524999" y="190128"/>
                  <a:pt x="525445" y="190165"/>
                </a:cubicBezTo>
                <a:cubicBezTo>
                  <a:pt x="528050" y="189867"/>
                  <a:pt x="530431" y="188676"/>
                  <a:pt x="532180" y="186890"/>
                </a:cubicBezTo>
                <a:cubicBezTo>
                  <a:pt x="534263" y="184807"/>
                  <a:pt x="535528" y="181979"/>
                  <a:pt x="535528" y="178817"/>
                </a:cubicBezTo>
                <a:cubicBezTo>
                  <a:pt x="535528" y="175654"/>
                  <a:pt x="534263" y="172826"/>
                  <a:pt x="532180" y="170743"/>
                </a:cubicBezTo>
                <a:close/>
                <a:moveTo>
                  <a:pt x="30812" y="521453"/>
                </a:moveTo>
                <a:cubicBezTo>
                  <a:pt x="29026" y="512933"/>
                  <a:pt x="18906" y="509473"/>
                  <a:pt x="12246" y="515053"/>
                </a:cubicBezTo>
                <a:cubicBezTo>
                  <a:pt x="9083" y="517770"/>
                  <a:pt x="7632" y="521937"/>
                  <a:pt x="8488" y="526029"/>
                </a:cubicBezTo>
                <a:cubicBezTo>
                  <a:pt x="10051" y="533694"/>
                  <a:pt x="11837" y="541284"/>
                  <a:pt x="13846" y="548874"/>
                </a:cubicBezTo>
                <a:cubicBezTo>
                  <a:pt x="16078" y="557320"/>
                  <a:pt x="26570" y="560222"/>
                  <a:pt x="32859" y="554120"/>
                </a:cubicBezTo>
                <a:cubicBezTo>
                  <a:pt x="35835" y="551181"/>
                  <a:pt x="36951" y="547088"/>
                  <a:pt x="35910" y="543032"/>
                </a:cubicBezTo>
                <a:cubicBezTo>
                  <a:pt x="34012" y="535888"/>
                  <a:pt x="32338" y="528670"/>
                  <a:pt x="30849" y="521452"/>
                </a:cubicBezTo>
                <a:close/>
                <a:moveTo>
                  <a:pt x="22924" y="433310"/>
                </a:moveTo>
                <a:cubicBezTo>
                  <a:pt x="23110" y="424008"/>
                  <a:pt x="12767" y="418427"/>
                  <a:pt x="5065" y="423636"/>
                </a:cubicBezTo>
                <a:cubicBezTo>
                  <a:pt x="2014" y="425757"/>
                  <a:pt x="191" y="429068"/>
                  <a:pt x="116" y="432789"/>
                </a:cubicBezTo>
                <a:cubicBezTo>
                  <a:pt x="-70" y="440602"/>
                  <a:pt x="-33" y="448415"/>
                  <a:pt x="228" y="456229"/>
                </a:cubicBezTo>
                <a:cubicBezTo>
                  <a:pt x="563" y="465568"/>
                  <a:pt x="11241" y="470553"/>
                  <a:pt x="18645" y="464824"/>
                </a:cubicBezTo>
                <a:cubicBezTo>
                  <a:pt x="21548" y="462517"/>
                  <a:pt x="23148" y="459131"/>
                  <a:pt x="23036" y="455448"/>
                </a:cubicBezTo>
                <a:cubicBezTo>
                  <a:pt x="22775" y="448081"/>
                  <a:pt x="22775" y="440639"/>
                  <a:pt x="22924" y="433273"/>
                </a:cubicBezTo>
                <a:close/>
                <a:moveTo>
                  <a:pt x="34868" y="345613"/>
                </a:moveTo>
                <a:cubicBezTo>
                  <a:pt x="35872" y="341557"/>
                  <a:pt x="34644" y="337390"/>
                  <a:pt x="31631" y="334525"/>
                </a:cubicBezTo>
                <a:cubicBezTo>
                  <a:pt x="25268" y="328572"/>
                  <a:pt x="14925" y="331548"/>
                  <a:pt x="12729" y="339994"/>
                </a:cubicBezTo>
                <a:cubicBezTo>
                  <a:pt x="10832" y="347622"/>
                  <a:pt x="9120" y="355175"/>
                  <a:pt x="7595" y="362876"/>
                </a:cubicBezTo>
                <a:cubicBezTo>
                  <a:pt x="6851" y="366783"/>
                  <a:pt x="8153" y="370727"/>
                  <a:pt x="11092" y="373443"/>
                </a:cubicBezTo>
                <a:cubicBezTo>
                  <a:pt x="17715" y="379471"/>
                  <a:pt x="28282" y="375973"/>
                  <a:pt x="29994" y="367193"/>
                </a:cubicBezTo>
                <a:cubicBezTo>
                  <a:pt x="31407" y="359901"/>
                  <a:pt x="33044" y="352757"/>
                  <a:pt x="34831" y="345576"/>
                </a:cubicBezTo>
                <a:close/>
                <a:moveTo>
                  <a:pt x="66234" y="262902"/>
                </a:moveTo>
                <a:cubicBezTo>
                  <a:pt x="70326" y="254940"/>
                  <a:pt x="64075" y="245601"/>
                  <a:pt x="55146" y="246307"/>
                </a:cubicBezTo>
                <a:cubicBezTo>
                  <a:pt x="51201" y="246643"/>
                  <a:pt x="47741" y="248912"/>
                  <a:pt x="45918" y="252446"/>
                </a:cubicBezTo>
                <a:cubicBezTo>
                  <a:pt x="42346" y="259404"/>
                  <a:pt x="38960" y="266437"/>
                  <a:pt x="35760" y="273580"/>
                </a:cubicBezTo>
                <a:cubicBezTo>
                  <a:pt x="34086" y="277339"/>
                  <a:pt x="34533" y="281617"/>
                  <a:pt x="36951" y="284966"/>
                </a:cubicBezTo>
                <a:cubicBezTo>
                  <a:pt x="42160" y="292035"/>
                  <a:pt x="52987" y="290881"/>
                  <a:pt x="56596" y="282882"/>
                </a:cubicBezTo>
                <a:cubicBezTo>
                  <a:pt x="59610" y="276110"/>
                  <a:pt x="62810" y="269488"/>
                  <a:pt x="66196" y="262902"/>
                </a:cubicBezTo>
                <a:close/>
                <a:moveTo>
                  <a:pt x="676834" y="734132"/>
                </a:moveTo>
                <a:cubicBezTo>
                  <a:pt x="670248" y="740122"/>
                  <a:pt x="672704" y="750949"/>
                  <a:pt x="681224" y="753517"/>
                </a:cubicBezTo>
                <a:cubicBezTo>
                  <a:pt x="685093" y="754634"/>
                  <a:pt x="689149" y="753740"/>
                  <a:pt x="692163" y="751062"/>
                </a:cubicBezTo>
                <a:cubicBezTo>
                  <a:pt x="697967" y="745816"/>
                  <a:pt x="703622" y="740458"/>
                  <a:pt x="709128" y="734914"/>
                </a:cubicBezTo>
                <a:cubicBezTo>
                  <a:pt x="714523" y="729445"/>
                  <a:pt x="713147" y="720441"/>
                  <a:pt x="706375" y="716795"/>
                </a:cubicBezTo>
                <a:cubicBezTo>
                  <a:pt x="701873" y="714488"/>
                  <a:pt x="696553" y="715269"/>
                  <a:pt x="692943" y="718841"/>
                </a:cubicBezTo>
                <a:cubicBezTo>
                  <a:pt x="687697" y="724087"/>
                  <a:pt x="682376" y="729184"/>
                  <a:pt x="676869" y="734133"/>
                </a:cubicBezTo>
                <a:close/>
                <a:moveTo>
                  <a:pt x="604764" y="785478"/>
                </a:moveTo>
                <a:cubicBezTo>
                  <a:pt x="600484" y="787859"/>
                  <a:pt x="598253" y="792621"/>
                  <a:pt x="599071" y="797458"/>
                </a:cubicBezTo>
                <a:cubicBezTo>
                  <a:pt x="600484" y="805197"/>
                  <a:pt x="608968" y="809216"/>
                  <a:pt x="615851" y="805420"/>
                </a:cubicBezTo>
                <a:cubicBezTo>
                  <a:pt x="622698" y="801625"/>
                  <a:pt x="629395" y="797644"/>
                  <a:pt x="636017" y="793477"/>
                </a:cubicBezTo>
                <a:cubicBezTo>
                  <a:pt x="642975" y="789049"/>
                  <a:pt x="643124" y="779041"/>
                  <a:pt x="636315" y="774390"/>
                </a:cubicBezTo>
                <a:cubicBezTo>
                  <a:pt x="632557" y="771860"/>
                  <a:pt x="627683" y="771785"/>
                  <a:pt x="623814" y="774204"/>
                </a:cubicBezTo>
                <a:cubicBezTo>
                  <a:pt x="617563" y="778148"/>
                  <a:pt x="611200" y="781906"/>
                  <a:pt x="604726" y="785515"/>
                </a:cubicBezTo>
                <a:close/>
                <a:moveTo>
                  <a:pt x="523020" y="819373"/>
                </a:moveTo>
                <a:cubicBezTo>
                  <a:pt x="515690" y="821532"/>
                  <a:pt x="512453" y="830015"/>
                  <a:pt x="516583" y="836489"/>
                </a:cubicBezTo>
                <a:cubicBezTo>
                  <a:pt x="519336" y="840730"/>
                  <a:pt x="524471" y="842665"/>
                  <a:pt x="529345" y="841288"/>
                </a:cubicBezTo>
                <a:cubicBezTo>
                  <a:pt x="536860" y="839130"/>
                  <a:pt x="544302" y="836749"/>
                  <a:pt x="551707" y="834182"/>
                </a:cubicBezTo>
                <a:cubicBezTo>
                  <a:pt x="560301" y="831168"/>
                  <a:pt x="562087" y="819746"/>
                  <a:pt x="554758" y="814276"/>
                </a:cubicBezTo>
                <a:cubicBezTo>
                  <a:pt x="551707" y="812007"/>
                  <a:pt x="547763" y="811411"/>
                  <a:pt x="544154" y="812639"/>
                </a:cubicBezTo>
                <a:cubicBezTo>
                  <a:pt x="537158" y="815095"/>
                  <a:pt x="530126" y="817290"/>
                  <a:pt x="523019" y="819337"/>
                </a:cubicBezTo>
                <a:close/>
                <a:moveTo>
                  <a:pt x="435732" y="833884"/>
                </a:moveTo>
                <a:cubicBezTo>
                  <a:pt x="426653" y="834405"/>
                  <a:pt x="421780" y="844785"/>
                  <a:pt x="427211" y="852078"/>
                </a:cubicBezTo>
                <a:cubicBezTo>
                  <a:pt x="429518" y="855166"/>
                  <a:pt x="433090" y="856841"/>
                  <a:pt x="436959" y="856655"/>
                </a:cubicBezTo>
                <a:cubicBezTo>
                  <a:pt x="444773" y="856246"/>
                  <a:pt x="452586" y="855613"/>
                  <a:pt x="460362" y="854757"/>
                </a:cubicBezTo>
                <a:cubicBezTo>
                  <a:pt x="464529" y="854274"/>
                  <a:pt x="467953" y="851669"/>
                  <a:pt x="469627" y="847837"/>
                </a:cubicBezTo>
                <a:cubicBezTo>
                  <a:pt x="472976" y="839763"/>
                  <a:pt x="466502" y="831131"/>
                  <a:pt x="457832" y="832099"/>
                </a:cubicBezTo>
                <a:cubicBezTo>
                  <a:pt x="450503" y="832917"/>
                  <a:pt x="443098" y="833475"/>
                  <a:pt x="435731" y="833885"/>
                </a:cubicBezTo>
                <a:close/>
                <a:moveTo>
                  <a:pt x="534849" y="69017"/>
                </a:moveTo>
                <a:cubicBezTo>
                  <a:pt x="541100" y="70988"/>
                  <a:pt x="547649" y="67379"/>
                  <a:pt x="549360" y="61055"/>
                </a:cubicBezTo>
                <a:cubicBezTo>
                  <a:pt x="550885" y="55176"/>
                  <a:pt x="547611" y="49148"/>
                  <a:pt x="541807" y="47288"/>
                </a:cubicBezTo>
                <a:cubicBezTo>
                  <a:pt x="534365" y="44907"/>
                  <a:pt x="526849" y="42749"/>
                  <a:pt x="519296" y="40777"/>
                </a:cubicBezTo>
                <a:cubicBezTo>
                  <a:pt x="513715" y="39326"/>
                  <a:pt x="507985" y="42228"/>
                  <a:pt x="505864" y="47585"/>
                </a:cubicBezTo>
                <a:cubicBezTo>
                  <a:pt x="503334" y="54022"/>
                  <a:pt x="506906" y="61092"/>
                  <a:pt x="513603" y="62878"/>
                </a:cubicBezTo>
                <a:cubicBezTo>
                  <a:pt x="520784" y="64738"/>
                  <a:pt x="527853" y="66785"/>
                  <a:pt x="534886" y="69055"/>
                </a:cubicBezTo>
                <a:close/>
                <a:moveTo>
                  <a:pt x="615477" y="105442"/>
                </a:moveTo>
                <a:cubicBezTo>
                  <a:pt x="622918" y="109832"/>
                  <a:pt x="632257" y="104773"/>
                  <a:pt x="632704" y="96177"/>
                </a:cubicBezTo>
                <a:cubicBezTo>
                  <a:pt x="632889" y="91936"/>
                  <a:pt x="630805" y="88029"/>
                  <a:pt x="627122" y="85834"/>
                </a:cubicBezTo>
                <a:cubicBezTo>
                  <a:pt x="620425" y="81816"/>
                  <a:pt x="613541" y="78021"/>
                  <a:pt x="606621" y="74374"/>
                </a:cubicBezTo>
                <a:cubicBezTo>
                  <a:pt x="602864" y="72440"/>
                  <a:pt x="598474" y="72701"/>
                  <a:pt x="594975" y="75045"/>
                </a:cubicBezTo>
                <a:cubicBezTo>
                  <a:pt x="587831" y="79919"/>
                  <a:pt x="588427" y="90597"/>
                  <a:pt x="596091" y="94616"/>
                </a:cubicBezTo>
                <a:cubicBezTo>
                  <a:pt x="602640" y="98038"/>
                  <a:pt x="609077" y="101647"/>
                  <a:pt x="615439" y="105443"/>
                </a:cubicBezTo>
                <a:close/>
                <a:moveTo>
                  <a:pt x="685909" y="159057"/>
                </a:moveTo>
                <a:cubicBezTo>
                  <a:pt x="692532" y="165346"/>
                  <a:pt x="703472" y="161699"/>
                  <a:pt x="705034" y="152695"/>
                </a:cubicBezTo>
                <a:cubicBezTo>
                  <a:pt x="705666" y="148900"/>
                  <a:pt x="704401" y="145179"/>
                  <a:pt x="701647" y="142537"/>
                </a:cubicBezTo>
                <a:cubicBezTo>
                  <a:pt x="695992" y="137142"/>
                  <a:pt x="690225" y="131933"/>
                  <a:pt x="684272" y="126836"/>
                </a:cubicBezTo>
                <a:cubicBezTo>
                  <a:pt x="677538" y="121144"/>
                  <a:pt x="667231" y="124790"/>
                  <a:pt x="665632" y="133459"/>
                </a:cubicBezTo>
                <a:cubicBezTo>
                  <a:pt x="664925" y="137478"/>
                  <a:pt x="666338" y="141496"/>
                  <a:pt x="669463" y="144175"/>
                </a:cubicBezTo>
                <a:cubicBezTo>
                  <a:pt x="675082" y="149011"/>
                  <a:pt x="680552" y="153960"/>
                  <a:pt x="685946" y="159057"/>
                </a:cubicBezTo>
                <a:close/>
                <a:moveTo>
                  <a:pt x="742575" y="227034"/>
                </a:moveTo>
                <a:cubicBezTo>
                  <a:pt x="747449" y="234327"/>
                  <a:pt x="758276" y="233694"/>
                  <a:pt x="762295" y="225844"/>
                </a:cubicBezTo>
                <a:cubicBezTo>
                  <a:pt x="764118" y="222161"/>
                  <a:pt x="763894" y="217882"/>
                  <a:pt x="761624" y="214421"/>
                </a:cubicBezTo>
                <a:cubicBezTo>
                  <a:pt x="757309" y="207873"/>
                  <a:pt x="752844" y="201510"/>
                  <a:pt x="748192" y="195223"/>
                </a:cubicBezTo>
                <a:cubicBezTo>
                  <a:pt x="745141" y="191167"/>
                  <a:pt x="739970" y="189605"/>
                  <a:pt x="735207" y="191279"/>
                </a:cubicBezTo>
                <a:cubicBezTo>
                  <a:pt x="727989" y="193921"/>
                  <a:pt x="725347" y="202627"/>
                  <a:pt x="729887" y="208841"/>
                </a:cubicBezTo>
                <a:cubicBezTo>
                  <a:pt x="734314" y="214794"/>
                  <a:pt x="738519" y="220858"/>
                  <a:pt x="742612" y="227035"/>
                </a:cubicBezTo>
                <a:close/>
                <a:moveTo>
                  <a:pt x="588832" y="604053"/>
                </a:moveTo>
                <a:lnTo>
                  <a:pt x="591771" y="604053"/>
                </a:lnTo>
                <a:cubicBezTo>
                  <a:pt x="619603" y="604053"/>
                  <a:pt x="644866" y="592668"/>
                  <a:pt x="663171" y="574362"/>
                </a:cubicBezTo>
                <a:cubicBezTo>
                  <a:pt x="676678" y="560855"/>
                  <a:pt x="686426" y="543554"/>
                  <a:pt x="690593" y="524244"/>
                </a:cubicBezTo>
                <a:cubicBezTo>
                  <a:pt x="704806" y="524021"/>
                  <a:pt x="717754" y="518142"/>
                  <a:pt x="727130" y="508729"/>
                </a:cubicBezTo>
                <a:cubicBezTo>
                  <a:pt x="736693" y="499167"/>
                  <a:pt x="742646" y="485958"/>
                  <a:pt x="742646" y="471410"/>
                </a:cubicBezTo>
                <a:lnTo>
                  <a:pt x="742646" y="432045"/>
                </a:lnTo>
                <a:cubicBezTo>
                  <a:pt x="742646" y="417497"/>
                  <a:pt x="736693" y="404288"/>
                  <a:pt x="727130" y="394726"/>
                </a:cubicBezTo>
                <a:cubicBezTo>
                  <a:pt x="717903" y="385499"/>
                  <a:pt x="705289" y="379657"/>
                  <a:pt x="691374" y="379248"/>
                </a:cubicBezTo>
                <a:cubicBezTo>
                  <a:pt x="687728" y="358300"/>
                  <a:pt x="677608" y="339510"/>
                  <a:pt x="663171" y="325074"/>
                </a:cubicBezTo>
                <a:cubicBezTo>
                  <a:pt x="647397" y="309299"/>
                  <a:pt x="626448" y="298658"/>
                  <a:pt x="603157" y="296015"/>
                </a:cubicBezTo>
                <a:lnTo>
                  <a:pt x="603157" y="281839"/>
                </a:lnTo>
                <a:cubicBezTo>
                  <a:pt x="603157" y="273915"/>
                  <a:pt x="599920" y="266734"/>
                  <a:pt x="594710" y="261524"/>
                </a:cubicBezTo>
                <a:cubicBezTo>
                  <a:pt x="589502" y="256315"/>
                  <a:pt x="582320" y="253079"/>
                  <a:pt x="574395" y="253079"/>
                </a:cubicBezTo>
                <a:lnTo>
                  <a:pt x="535514" y="253079"/>
                </a:lnTo>
                <a:lnTo>
                  <a:pt x="535514" y="211072"/>
                </a:lnTo>
                <a:cubicBezTo>
                  <a:pt x="540388" y="209360"/>
                  <a:pt x="544742" y="206569"/>
                  <a:pt x="548314" y="202997"/>
                </a:cubicBezTo>
                <a:cubicBezTo>
                  <a:pt x="554491" y="196821"/>
                  <a:pt x="558323" y="188263"/>
                  <a:pt x="558323" y="178812"/>
                </a:cubicBezTo>
                <a:cubicBezTo>
                  <a:pt x="558323" y="169362"/>
                  <a:pt x="554491" y="160804"/>
                  <a:pt x="548314" y="154627"/>
                </a:cubicBezTo>
                <a:cubicBezTo>
                  <a:pt x="542138" y="148451"/>
                  <a:pt x="533580" y="144618"/>
                  <a:pt x="524129" y="144618"/>
                </a:cubicBezTo>
                <a:cubicBezTo>
                  <a:pt x="514678" y="144618"/>
                  <a:pt x="506121" y="148451"/>
                  <a:pt x="499944" y="154627"/>
                </a:cubicBezTo>
                <a:cubicBezTo>
                  <a:pt x="493768" y="160804"/>
                  <a:pt x="489935" y="169362"/>
                  <a:pt x="489935" y="178812"/>
                </a:cubicBezTo>
                <a:cubicBezTo>
                  <a:pt x="489935" y="188263"/>
                  <a:pt x="493768" y="196820"/>
                  <a:pt x="499944" y="202997"/>
                </a:cubicBezTo>
                <a:cubicBezTo>
                  <a:pt x="503516" y="206569"/>
                  <a:pt x="507870" y="209360"/>
                  <a:pt x="512744" y="211072"/>
                </a:cubicBezTo>
                <a:lnTo>
                  <a:pt x="512744" y="253079"/>
                </a:lnTo>
                <a:lnTo>
                  <a:pt x="473863" y="253079"/>
                </a:lnTo>
                <a:cubicBezTo>
                  <a:pt x="465938" y="253079"/>
                  <a:pt x="458757" y="256315"/>
                  <a:pt x="453548" y="261524"/>
                </a:cubicBezTo>
                <a:cubicBezTo>
                  <a:pt x="452618" y="262455"/>
                  <a:pt x="451725" y="263459"/>
                  <a:pt x="450944" y="264538"/>
                </a:cubicBezTo>
                <a:cubicBezTo>
                  <a:pt x="447967" y="263533"/>
                  <a:pt x="444953" y="262567"/>
                  <a:pt x="441865" y="261636"/>
                </a:cubicBezTo>
                <a:cubicBezTo>
                  <a:pt x="438405" y="260594"/>
                  <a:pt x="434870" y="259664"/>
                  <a:pt x="431224" y="258771"/>
                </a:cubicBezTo>
                <a:lnTo>
                  <a:pt x="430963" y="244148"/>
                </a:lnTo>
                <a:cubicBezTo>
                  <a:pt x="431000" y="243888"/>
                  <a:pt x="431000" y="243628"/>
                  <a:pt x="431000" y="243367"/>
                </a:cubicBezTo>
                <a:lnTo>
                  <a:pt x="430963" y="243367"/>
                </a:lnTo>
                <a:lnTo>
                  <a:pt x="430963" y="243181"/>
                </a:lnTo>
                <a:cubicBezTo>
                  <a:pt x="430777" y="233433"/>
                  <a:pt x="426647" y="224652"/>
                  <a:pt x="420136" y="218364"/>
                </a:cubicBezTo>
                <a:cubicBezTo>
                  <a:pt x="413886" y="212336"/>
                  <a:pt x="405439" y="208616"/>
                  <a:pt x="396175" y="208466"/>
                </a:cubicBezTo>
                <a:cubicBezTo>
                  <a:pt x="395841" y="208429"/>
                  <a:pt x="395505" y="208429"/>
                  <a:pt x="395171" y="208429"/>
                </a:cubicBezTo>
                <a:lnTo>
                  <a:pt x="395171" y="208466"/>
                </a:lnTo>
                <a:lnTo>
                  <a:pt x="348848" y="209322"/>
                </a:lnTo>
                <a:cubicBezTo>
                  <a:pt x="339100" y="209508"/>
                  <a:pt x="330319" y="213638"/>
                  <a:pt x="324031" y="220149"/>
                </a:cubicBezTo>
                <a:cubicBezTo>
                  <a:pt x="317779" y="226660"/>
                  <a:pt x="313948" y="235553"/>
                  <a:pt x="314133" y="245263"/>
                </a:cubicBezTo>
                <a:lnTo>
                  <a:pt x="314431" y="260927"/>
                </a:lnTo>
                <a:cubicBezTo>
                  <a:pt x="304496" y="263755"/>
                  <a:pt x="294859" y="267179"/>
                  <a:pt x="285595" y="271233"/>
                </a:cubicBezTo>
                <a:cubicBezTo>
                  <a:pt x="276145" y="275363"/>
                  <a:pt x="267066" y="280089"/>
                  <a:pt x="258397" y="285335"/>
                </a:cubicBezTo>
                <a:lnTo>
                  <a:pt x="247718" y="275066"/>
                </a:lnTo>
                <a:cubicBezTo>
                  <a:pt x="247570" y="274918"/>
                  <a:pt x="247458" y="274769"/>
                  <a:pt x="247309" y="274619"/>
                </a:cubicBezTo>
                <a:lnTo>
                  <a:pt x="247272" y="274658"/>
                </a:lnTo>
                <a:lnTo>
                  <a:pt x="247123" y="274508"/>
                </a:lnTo>
                <a:cubicBezTo>
                  <a:pt x="240128" y="267774"/>
                  <a:pt x="231012" y="264499"/>
                  <a:pt x="221971" y="264686"/>
                </a:cubicBezTo>
                <a:cubicBezTo>
                  <a:pt x="213227" y="264835"/>
                  <a:pt x="204522" y="268221"/>
                  <a:pt x="197862" y="274732"/>
                </a:cubicBezTo>
                <a:cubicBezTo>
                  <a:pt x="197676" y="274919"/>
                  <a:pt x="197489" y="275067"/>
                  <a:pt x="197266" y="275290"/>
                </a:cubicBezTo>
                <a:lnTo>
                  <a:pt x="197303" y="275327"/>
                </a:lnTo>
                <a:lnTo>
                  <a:pt x="165715" y="308107"/>
                </a:lnTo>
                <a:cubicBezTo>
                  <a:pt x="165566" y="308256"/>
                  <a:pt x="165418" y="308367"/>
                  <a:pt x="165268" y="308516"/>
                </a:cubicBezTo>
                <a:lnTo>
                  <a:pt x="165305" y="308553"/>
                </a:lnTo>
                <a:lnTo>
                  <a:pt x="165157" y="308702"/>
                </a:lnTo>
                <a:cubicBezTo>
                  <a:pt x="158422" y="315697"/>
                  <a:pt x="155148" y="324812"/>
                  <a:pt x="155334" y="333854"/>
                </a:cubicBezTo>
                <a:cubicBezTo>
                  <a:pt x="155483" y="342597"/>
                  <a:pt x="158869" y="351303"/>
                  <a:pt x="165380" y="357963"/>
                </a:cubicBezTo>
                <a:cubicBezTo>
                  <a:pt x="165567" y="358150"/>
                  <a:pt x="165716" y="358336"/>
                  <a:pt x="165939" y="358559"/>
                </a:cubicBezTo>
                <a:lnTo>
                  <a:pt x="165976" y="358521"/>
                </a:lnTo>
                <a:lnTo>
                  <a:pt x="177361" y="369534"/>
                </a:lnTo>
                <a:cubicBezTo>
                  <a:pt x="172376" y="378427"/>
                  <a:pt x="167985" y="387691"/>
                  <a:pt x="164227" y="397254"/>
                </a:cubicBezTo>
                <a:cubicBezTo>
                  <a:pt x="160544" y="406630"/>
                  <a:pt x="157456" y="416378"/>
                  <a:pt x="155000" y="426424"/>
                </a:cubicBezTo>
                <a:lnTo>
                  <a:pt x="139373" y="426722"/>
                </a:lnTo>
                <a:cubicBezTo>
                  <a:pt x="129625" y="426908"/>
                  <a:pt x="120844" y="431038"/>
                  <a:pt x="114556" y="437549"/>
                </a:cubicBezTo>
                <a:cubicBezTo>
                  <a:pt x="108305" y="444061"/>
                  <a:pt x="104473" y="452953"/>
                  <a:pt x="104659" y="462664"/>
                </a:cubicBezTo>
                <a:lnTo>
                  <a:pt x="105477" y="507833"/>
                </a:lnTo>
                <a:cubicBezTo>
                  <a:pt x="105440" y="508093"/>
                  <a:pt x="105440" y="508354"/>
                  <a:pt x="105440" y="508614"/>
                </a:cubicBezTo>
                <a:lnTo>
                  <a:pt x="105477" y="508614"/>
                </a:lnTo>
                <a:lnTo>
                  <a:pt x="105477" y="508800"/>
                </a:lnTo>
                <a:cubicBezTo>
                  <a:pt x="105662" y="518548"/>
                  <a:pt x="109793" y="527329"/>
                  <a:pt x="116304" y="533618"/>
                </a:cubicBezTo>
                <a:cubicBezTo>
                  <a:pt x="122555" y="539645"/>
                  <a:pt x="131001" y="543365"/>
                  <a:pt x="140265" y="543515"/>
                </a:cubicBezTo>
                <a:cubicBezTo>
                  <a:pt x="140600" y="543552"/>
                  <a:pt x="140935" y="543552"/>
                  <a:pt x="141270" y="543552"/>
                </a:cubicBezTo>
                <a:lnTo>
                  <a:pt x="141270" y="543515"/>
                </a:lnTo>
                <a:lnTo>
                  <a:pt x="157120" y="543218"/>
                </a:lnTo>
                <a:cubicBezTo>
                  <a:pt x="159947" y="553190"/>
                  <a:pt x="163371" y="562789"/>
                  <a:pt x="167426" y="572053"/>
                </a:cubicBezTo>
                <a:cubicBezTo>
                  <a:pt x="171556" y="581504"/>
                  <a:pt x="176282" y="590582"/>
                  <a:pt x="181528" y="599252"/>
                </a:cubicBezTo>
                <a:lnTo>
                  <a:pt x="171259" y="609930"/>
                </a:lnTo>
                <a:cubicBezTo>
                  <a:pt x="171111" y="610079"/>
                  <a:pt x="170961" y="610190"/>
                  <a:pt x="170813" y="610340"/>
                </a:cubicBezTo>
                <a:lnTo>
                  <a:pt x="170850" y="610377"/>
                </a:lnTo>
                <a:lnTo>
                  <a:pt x="170701" y="610525"/>
                </a:lnTo>
                <a:cubicBezTo>
                  <a:pt x="163967" y="617520"/>
                  <a:pt x="160692" y="626636"/>
                  <a:pt x="160879" y="635677"/>
                </a:cubicBezTo>
                <a:cubicBezTo>
                  <a:pt x="161028" y="644421"/>
                  <a:pt x="164414" y="653127"/>
                  <a:pt x="170925" y="659787"/>
                </a:cubicBezTo>
                <a:cubicBezTo>
                  <a:pt x="171111" y="659972"/>
                  <a:pt x="171259" y="660195"/>
                  <a:pt x="171483" y="660382"/>
                </a:cubicBezTo>
                <a:lnTo>
                  <a:pt x="171520" y="660345"/>
                </a:lnTo>
                <a:lnTo>
                  <a:pt x="204895" y="692529"/>
                </a:lnTo>
                <a:cubicBezTo>
                  <a:pt x="211890" y="699263"/>
                  <a:pt x="221005" y="702538"/>
                  <a:pt x="230047" y="702351"/>
                </a:cubicBezTo>
                <a:cubicBezTo>
                  <a:pt x="239125" y="702202"/>
                  <a:pt x="248129" y="698592"/>
                  <a:pt x="254901" y="691561"/>
                </a:cubicBezTo>
                <a:lnTo>
                  <a:pt x="265728" y="680324"/>
                </a:lnTo>
                <a:cubicBezTo>
                  <a:pt x="274621" y="685310"/>
                  <a:pt x="283885" y="689701"/>
                  <a:pt x="293448" y="693459"/>
                </a:cubicBezTo>
                <a:cubicBezTo>
                  <a:pt x="302824" y="697142"/>
                  <a:pt x="312572" y="700230"/>
                  <a:pt x="322618" y="702685"/>
                </a:cubicBezTo>
                <a:lnTo>
                  <a:pt x="322915" y="718312"/>
                </a:lnTo>
                <a:cubicBezTo>
                  <a:pt x="323102" y="728060"/>
                  <a:pt x="327232" y="736841"/>
                  <a:pt x="333742" y="743129"/>
                </a:cubicBezTo>
                <a:cubicBezTo>
                  <a:pt x="340254" y="749381"/>
                  <a:pt x="349146" y="753213"/>
                  <a:pt x="358857" y="753027"/>
                </a:cubicBezTo>
                <a:lnTo>
                  <a:pt x="404994" y="752172"/>
                </a:lnTo>
                <a:cubicBezTo>
                  <a:pt x="414742" y="751986"/>
                  <a:pt x="423523" y="747856"/>
                  <a:pt x="429812" y="741344"/>
                </a:cubicBezTo>
                <a:cubicBezTo>
                  <a:pt x="436063" y="734833"/>
                  <a:pt x="439895" y="725941"/>
                  <a:pt x="439709" y="716230"/>
                </a:cubicBezTo>
                <a:lnTo>
                  <a:pt x="439412" y="700566"/>
                </a:lnTo>
                <a:cubicBezTo>
                  <a:pt x="449346" y="697738"/>
                  <a:pt x="458983" y="694315"/>
                  <a:pt x="468247" y="690260"/>
                </a:cubicBezTo>
                <a:cubicBezTo>
                  <a:pt x="477698" y="686130"/>
                  <a:pt x="486776" y="681405"/>
                  <a:pt x="495446" y="676158"/>
                </a:cubicBezTo>
                <a:lnTo>
                  <a:pt x="506124" y="686427"/>
                </a:lnTo>
                <a:cubicBezTo>
                  <a:pt x="506273" y="686576"/>
                  <a:pt x="506384" y="686724"/>
                  <a:pt x="506534" y="686874"/>
                </a:cubicBezTo>
                <a:lnTo>
                  <a:pt x="506571" y="686837"/>
                </a:lnTo>
                <a:lnTo>
                  <a:pt x="506719" y="686985"/>
                </a:lnTo>
                <a:cubicBezTo>
                  <a:pt x="513714" y="693719"/>
                  <a:pt x="522830" y="696994"/>
                  <a:pt x="531871" y="696846"/>
                </a:cubicBezTo>
                <a:cubicBezTo>
                  <a:pt x="540615" y="696696"/>
                  <a:pt x="549321" y="693311"/>
                  <a:pt x="555981" y="686800"/>
                </a:cubicBezTo>
                <a:cubicBezTo>
                  <a:pt x="556166" y="686613"/>
                  <a:pt x="556352" y="686464"/>
                  <a:pt x="556576" y="686241"/>
                </a:cubicBezTo>
                <a:lnTo>
                  <a:pt x="556539" y="686204"/>
                </a:lnTo>
                <a:lnTo>
                  <a:pt x="588128" y="653425"/>
                </a:lnTo>
                <a:cubicBezTo>
                  <a:pt x="588276" y="653276"/>
                  <a:pt x="588425" y="653164"/>
                  <a:pt x="588574" y="653015"/>
                </a:cubicBezTo>
                <a:lnTo>
                  <a:pt x="588536" y="652978"/>
                </a:lnTo>
                <a:lnTo>
                  <a:pt x="588686" y="652830"/>
                </a:lnTo>
                <a:cubicBezTo>
                  <a:pt x="595420" y="645834"/>
                  <a:pt x="598695" y="636719"/>
                  <a:pt x="598508" y="627678"/>
                </a:cubicBezTo>
                <a:cubicBezTo>
                  <a:pt x="598358" y="619120"/>
                  <a:pt x="595159" y="610674"/>
                  <a:pt x="588946" y="604051"/>
                </a:cubicBezTo>
                <a:close/>
                <a:moveTo>
                  <a:pt x="361461" y="361908"/>
                </a:moveTo>
                <a:cubicBezTo>
                  <a:pt x="359414" y="367489"/>
                  <a:pt x="357851" y="373294"/>
                  <a:pt x="356810" y="379284"/>
                </a:cubicBezTo>
                <a:cubicBezTo>
                  <a:pt x="342895" y="379694"/>
                  <a:pt x="330281" y="385534"/>
                  <a:pt x="321054" y="394762"/>
                </a:cubicBezTo>
                <a:cubicBezTo>
                  <a:pt x="311492" y="404324"/>
                  <a:pt x="305539" y="417533"/>
                  <a:pt x="305539" y="432081"/>
                </a:cubicBezTo>
                <a:lnTo>
                  <a:pt x="305539" y="471446"/>
                </a:lnTo>
                <a:cubicBezTo>
                  <a:pt x="305539" y="485994"/>
                  <a:pt x="311492" y="499203"/>
                  <a:pt x="321054" y="508765"/>
                </a:cubicBezTo>
                <a:cubicBezTo>
                  <a:pt x="330468" y="518178"/>
                  <a:pt x="343379" y="524057"/>
                  <a:pt x="357591" y="524280"/>
                </a:cubicBezTo>
                <a:cubicBezTo>
                  <a:pt x="361758" y="543590"/>
                  <a:pt x="371506" y="560892"/>
                  <a:pt x="385013" y="574398"/>
                </a:cubicBezTo>
                <a:cubicBezTo>
                  <a:pt x="393347" y="582732"/>
                  <a:pt x="403095" y="589616"/>
                  <a:pt x="413885" y="594676"/>
                </a:cubicBezTo>
                <a:cubicBezTo>
                  <a:pt x="412880" y="595011"/>
                  <a:pt x="411838" y="595308"/>
                  <a:pt x="410797" y="595643"/>
                </a:cubicBezTo>
                <a:cubicBezTo>
                  <a:pt x="400639" y="598657"/>
                  <a:pt x="389961" y="600332"/>
                  <a:pt x="378947" y="600555"/>
                </a:cubicBezTo>
                <a:cubicBezTo>
                  <a:pt x="345870" y="601150"/>
                  <a:pt x="315658" y="588276"/>
                  <a:pt x="293595" y="566994"/>
                </a:cubicBezTo>
                <a:cubicBezTo>
                  <a:pt x="271531" y="545711"/>
                  <a:pt x="257579" y="516020"/>
                  <a:pt x="256982" y="482981"/>
                </a:cubicBezTo>
                <a:cubicBezTo>
                  <a:pt x="256387" y="449903"/>
                  <a:pt x="269261" y="419692"/>
                  <a:pt x="290543" y="397628"/>
                </a:cubicBezTo>
                <a:cubicBezTo>
                  <a:pt x="308960" y="378504"/>
                  <a:pt x="333702" y="365518"/>
                  <a:pt x="361459" y="361947"/>
                </a:cubicBezTo>
                <a:close/>
                <a:moveTo>
                  <a:pt x="448786" y="603796"/>
                </a:moveTo>
                <a:cubicBezTo>
                  <a:pt x="439001" y="609526"/>
                  <a:pt x="428434" y="614139"/>
                  <a:pt x="417272" y="617451"/>
                </a:cubicBezTo>
                <a:cubicBezTo>
                  <a:pt x="405291" y="620986"/>
                  <a:pt x="392566" y="622994"/>
                  <a:pt x="379395" y="623255"/>
                </a:cubicBezTo>
                <a:cubicBezTo>
                  <a:pt x="340067" y="623962"/>
                  <a:pt x="304163" y="608671"/>
                  <a:pt x="277896" y="583370"/>
                </a:cubicBezTo>
                <a:cubicBezTo>
                  <a:pt x="251630" y="558068"/>
                  <a:pt x="235034" y="522722"/>
                  <a:pt x="234327" y="483319"/>
                </a:cubicBezTo>
                <a:cubicBezTo>
                  <a:pt x="233619" y="443991"/>
                  <a:pt x="248912" y="408087"/>
                  <a:pt x="274213" y="381820"/>
                </a:cubicBezTo>
                <a:cubicBezTo>
                  <a:pt x="299476" y="355627"/>
                  <a:pt x="334712" y="339032"/>
                  <a:pt x="373968" y="338251"/>
                </a:cubicBezTo>
                <a:cubicBezTo>
                  <a:pt x="377279" y="333563"/>
                  <a:pt x="381000" y="329173"/>
                  <a:pt x="385056" y="325080"/>
                </a:cubicBezTo>
                <a:cubicBezTo>
                  <a:pt x="400832" y="309305"/>
                  <a:pt x="421780" y="298663"/>
                  <a:pt x="445072" y="296021"/>
                </a:cubicBezTo>
                <a:lnTo>
                  <a:pt x="445072" y="286608"/>
                </a:lnTo>
                <a:cubicBezTo>
                  <a:pt x="441834" y="285454"/>
                  <a:pt x="438597" y="284412"/>
                  <a:pt x="435398" y="283482"/>
                </a:cubicBezTo>
                <a:cubicBezTo>
                  <a:pt x="429556" y="281771"/>
                  <a:pt x="423789" y="280282"/>
                  <a:pt x="418060" y="279129"/>
                </a:cubicBezTo>
                <a:cubicBezTo>
                  <a:pt x="412776" y="278236"/>
                  <a:pt x="408720" y="273659"/>
                  <a:pt x="408646" y="268116"/>
                </a:cubicBezTo>
                <a:lnTo>
                  <a:pt x="408199" y="244563"/>
                </a:lnTo>
                <a:cubicBezTo>
                  <a:pt x="408162" y="244155"/>
                  <a:pt x="408125" y="243745"/>
                  <a:pt x="408125" y="243336"/>
                </a:cubicBezTo>
                <a:lnTo>
                  <a:pt x="408162" y="243336"/>
                </a:lnTo>
                <a:cubicBezTo>
                  <a:pt x="408051" y="239988"/>
                  <a:pt x="406599" y="236937"/>
                  <a:pt x="404292" y="234741"/>
                </a:cubicBezTo>
                <a:cubicBezTo>
                  <a:pt x="402135" y="232657"/>
                  <a:pt x="399233" y="231318"/>
                  <a:pt x="396033" y="231206"/>
                </a:cubicBezTo>
                <a:cubicBezTo>
                  <a:pt x="395735" y="231244"/>
                  <a:pt x="395438" y="231244"/>
                  <a:pt x="395102" y="231244"/>
                </a:cubicBezTo>
                <a:lnTo>
                  <a:pt x="395102" y="231206"/>
                </a:lnTo>
                <a:cubicBezTo>
                  <a:pt x="395102" y="231206"/>
                  <a:pt x="349152" y="232062"/>
                  <a:pt x="349152" y="232062"/>
                </a:cubicBezTo>
                <a:cubicBezTo>
                  <a:pt x="345729" y="232137"/>
                  <a:pt x="342641" y="233588"/>
                  <a:pt x="340371" y="235932"/>
                </a:cubicBezTo>
                <a:cubicBezTo>
                  <a:pt x="338101" y="238276"/>
                  <a:pt x="336725" y="241438"/>
                  <a:pt x="336799" y="244899"/>
                </a:cubicBezTo>
                <a:lnTo>
                  <a:pt x="337246" y="269455"/>
                </a:lnTo>
                <a:cubicBezTo>
                  <a:pt x="337320" y="274664"/>
                  <a:pt x="333785" y="279427"/>
                  <a:pt x="328502" y="280692"/>
                </a:cubicBezTo>
                <a:cubicBezTo>
                  <a:pt x="316818" y="283482"/>
                  <a:pt x="305507" y="287314"/>
                  <a:pt x="294569" y="292077"/>
                </a:cubicBezTo>
                <a:cubicBezTo>
                  <a:pt x="283556" y="296877"/>
                  <a:pt x="273026" y="302607"/>
                  <a:pt x="263092" y="309230"/>
                </a:cubicBezTo>
                <a:cubicBezTo>
                  <a:pt x="258739" y="312095"/>
                  <a:pt x="252823" y="311722"/>
                  <a:pt x="248916" y="307927"/>
                </a:cubicBezTo>
                <a:lnTo>
                  <a:pt x="231800" y="291407"/>
                </a:lnTo>
                <a:cubicBezTo>
                  <a:pt x="231540" y="291183"/>
                  <a:pt x="231279" y="290961"/>
                  <a:pt x="231056" y="290701"/>
                </a:cubicBezTo>
                <a:lnTo>
                  <a:pt x="231093" y="290663"/>
                </a:lnTo>
                <a:cubicBezTo>
                  <a:pt x="228601" y="288356"/>
                  <a:pt x="225438" y="287240"/>
                  <a:pt x="222238" y="287314"/>
                </a:cubicBezTo>
                <a:cubicBezTo>
                  <a:pt x="219224" y="287389"/>
                  <a:pt x="216211" y="288505"/>
                  <a:pt x="213866" y="290738"/>
                </a:cubicBezTo>
                <a:cubicBezTo>
                  <a:pt x="213681" y="290923"/>
                  <a:pt x="213531" y="291146"/>
                  <a:pt x="213308" y="291333"/>
                </a:cubicBezTo>
                <a:lnTo>
                  <a:pt x="213271" y="291296"/>
                </a:lnTo>
                <a:lnTo>
                  <a:pt x="181943" y="323778"/>
                </a:lnTo>
                <a:cubicBezTo>
                  <a:pt x="181720" y="324038"/>
                  <a:pt x="181496" y="324299"/>
                  <a:pt x="181236" y="324522"/>
                </a:cubicBezTo>
                <a:lnTo>
                  <a:pt x="181199" y="324485"/>
                </a:lnTo>
                <a:cubicBezTo>
                  <a:pt x="178892" y="326977"/>
                  <a:pt x="177775" y="330140"/>
                  <a:pt x="177850" y="333340"/>
                </a:cubicBezTo>
                <a:cubicBezTo>
                  <a:pt x="177924" y="336354"/>
                  <a:pt x="179040" y="339368"/>
                  <a:pt x="181273" y="341712"/>
                </a:cubicBezTo>
                <a:cubicBezTo>
                  <a:pt x="181459" y="341897"/>
                  <a:pt x="181682" y="342046"/>
                  <a:pt x="181868" y="342270"/>
                </a:cubicBezTo>
                <a:lnTo>
                  <a:pt x="181831" y="342307"/>
                </a:lnTo>
                <a:lnTo>
                  <a:pt x="199169" y="359013"/>
                </a:lnTo>
                <a:cubicBezTo>
                  <a:pt x="203114" y="362622"/>
                  <a:pt x="204081" y="368612"/>
                  <a:pt x="201215" y="373338"/>
                </a:cubicBezTo>
                <a:cubicBezTo>
                  <a:pt x="195002" y="383458"/>
                  <a:pt x="189644" y="394211"/>
                  <a:pt x="185253" y="405410"/>
                </a:cubicBezTo>
                <a:cubicBezTo>
                  <a:pt x="180938" y="416423"/>
                  <a:pt x="177514" y="427809"/>
                  <a:pt x="175170" y="439454"/>
                </a:cubicBezTo>
                <a:cubicBezTo>
                  <a:pt x="174241" y="444738"/>
                  <a:pt x="169701" y="448794"/>
                  <a:pt x="164157" y="448868"/>
                </a:cubicBezTo>
                <a:lnTo>
                  <a:pt x="139601" y="449314"/>
                </a:lnTo>
                <a:cubicBezTo>
                  <a:pt x="136179" y="449389"/>
                  <a:pt x="133090" y="450840"/>
                  <a:pt x="130821" y="453184"/>
                </a:cubicBezTo>
                <a:cubicBezTo>
                  <a:pt x="128551" y="455528"/>
                  <a:pt x="127174" y="458690"/>
                  <a:pt x="127249" y="462151"/>
                </a:cubicBezTo>
                <a:lnTo>
                  <a:pt x="128067" y="507246"/>
                </a:lnTo>
                <a:cubicBezTo>
                  <a:pt x="128104" y="507655"/>
                  <a:pt x="128141" y="508064"/>
                  <a:pt x="128141" y="508473"/>
                </a:cubicBezTo>
                <a:lnTo>
                  <a:pt x="128104" y="508473"/>
                </a:lnTo>
                <a:cubicBezTo>
                  <a:pt x="128216" y="511822"/>
                  <a:pt x="129667" y="514873"/>
                  <a:pt x="131973" y="517069"/>
                </a:cubicBezTo>
                <a:cubicBezTo>
                  <a:pt x="134132" y="519152"/>
                  <a:pt x="137034" y="520491"/>
                  <a:pt x="140233" y="520603"/>
                </a:cubicBezTo>
                <a:cubicBezTo>
                  <a:pt x="140532" y="520565"/>
                  <a:pt x="140829" y="520565"/>
                  <a:pt x="141164" y="520565"/>
                </a:cubicBezTo>
                <a:lnTo>
                  <a:pt x="141164" y="520603"/>
                </a:lnTo>
                <a:lnTo>
                  <a:pt x="165572" y="520157"/>
                </a:lnTo>
                <a:cubicBezTo>
                  <a:pt x="170781" y="520083"/>
                  <a:pt x="175544" y="523617"/>
                  <a:pt x="176809" y="528900"/>
                </a:cubicBezTo>
                <a:cubicBezTo>
                  <a:pt x="179599" y="540583"/>
                  <a:pt x="183431" y="551894"/>
                  <a:pt x="188194" y="562833"/>
                </a:cubicBezTo>
                <a:cubicBezTo>
                  <a:pt x="192993" y="573845"/>
                  <a:pt x="198724" y="584375"/>
                  <a:pt x="205346" y="594310"/>
                </a:cubicBezTo>
                <a:cubicBezTo>
                  <a:pt x="208212" y="598664"/>
                  <a:pt x="207839" y="604579"/>
                  <a:pt x="204044" y="608486"/>
                </a:cubicBezTo>
                <a:lnTo>
                  <a:pt x="187524" y="625601"/>
                </a:lnTo>
                <a:cubicBezTo>
                  <a:pt x="187300" y="625862"/>
                  <a:pt x="187077" y="626122"/>
                  <a:pt x="186817" y="626346"/>
                </a:cubicBezTo>
                <a:lnTo>
                  <a:pt x="186779" y="626309"/>
                </a:lnTo>
                <a:cubicBezTo>
                  <a:pt x="184473" y="628802"/>
                  <a:pt x="183357" y="631964"/>
                  <a:pt x="183431" y="635165"/>
                </a:cubicBezTo>
                <a:cubicBezTo>
                  <a:pt x="183506" y="638178"/>
                  <a:pt x="184622" y="641192"/>
                  <a:pt x="186855" y="643536"/>
                </a:cubicBezTo>
                <a:cubicBezTo>
                  <a:pt x="187040" y="643722"/>
                  <a:pt x="187263" y="643870"/>
                  <a:pt x="187450" y="644094"/>
                </a:cubicBezTo>
                <a:lnTo>
                  <a:pt x="187413" y="644131"/>
                </a:lnTo>
                <a:lnTo>
                  <a:pt x="220490" y="676018"/>
                </a:lnTo>
                <a:cubicBezTo>
                  <a:pt x="222983" y="678437"/>
                  <a:pt x="226257" y="679590"/>
                  <a:pt x="229494" y="679516"/>
                </a:cubicBezTo>
                <a:cubicBezTo>
                  <a:pt x="232694" y="679441"/>
                  <a:pt x="235894" y="678176"/>
                  <a:pt x="238275" y="675720"/>
                </a:cubicBezTo>
                <a:lnTo>
                  <a:pt x="255167" y="658196"/>
                </a:lnTo>
                <a:cubicBezTo>
                  <a:pt x="258776" y="654252"/>
                  <a:pt x="264766" y="653285"/>
                  <a:pt x="269492" y="656150"/>
                </a:cubicBezTo>
                <a:cubicBezTo>
                  <a:pt x="279612" y="662363"/>
                  <a:pt x="290365" y="667721"/>
                  <a:pt x="301564" y="672112"/>
                </a:cubicBezTo>
                <a:cubicBezTo>
                  <a:pt x="312577" y="676428"/>
                  <a:pt x="323963" y="679851"/>
                  <a:pt x="335608" y="682195"/>
                </a:cubicBezTo>
                <a:cubicBezTo>
                  <a:pt x="340891" y="683125"/>
                  <a:pt x="344947" y="687664"/>
                  <a:pt x="345021" y="693208"/>
                </a:cubicBezTo>
                <a:lnTo>
                  <a:pt x="345468" y="717764"/>
                </a:lnTo>
                <a:cubicBezTo>
                  <a:pt x="345542" y="721188"/>
                  <a:pt x="346994" y="724276"/>
                  <a:pt x="349338" y="726546"/>
                </a:cubicBezTo>
                <a:cubicBezTo>
                  <a:pt x="351681" y="728814"/>
                  <a:pt x="354844" y="730192"/>
                  <a:pt x="358305" y="730117"/>
                </a:cubicBezTo>
                <a:lnTo>
                  <a:pt x="404442" y="729261"/>
                </a:lnTo>
                <a:cubicBezTo>
                  <a:pt x="407865" y="729187"/>
                  <a:pt x="410953" y="727735"/>
                  <a:pt x="413223" y="725392"/>
                </a:cubicBezTo>
                <a:cubicBezTo>
                  <a:pt x="415492" y="723048"/>
                  <a:pt x="416869" y="719885"/>
                  <a:pt x="416795" y="716424"/>
                </a:cubicBezTo>
                <a:lnTo>
                  <a:pt x="416348" y="691868"/>
                </a:lnTo>
                <a:cubicBezTo>
                  <a:pt x="416274" y="686660"/>
                  <a:pt x="419808" y="681896"/>
                  <a:pt x="425091" y="680631"/>
                </a:cubicBezTo>
                <a:cubicBezTo>
                  <a:pt x="436774" y="677841"/>
                  <a:pt x="448085" y="674008"/>
                  <a:pt x="459024" y="669246"/>
                </a:cubicBezTo>
                <a:cubicBezTo>
                  <a:pt x="470037" y="664446"/>
                  <a:pt x="480567" y="658716"/>
                  <a:pt x="490501" y="652093"/>
                </a:cubicBezTo>
                <a:cubicBezTo>
                  <a:pt x="494855" y="649229"/>
                  <a:pt x="500770" y="649601"/>
                  <a:pt x="504677" y="653396"/>
                </a:cubicBezTo>
                <a:lnTo>
                  <a:pt x="521793" y="669917"/>
                </a:lnTo>
                <a:cubicBezTo>
                  <a:pt x="522054" y="670139"/>
                  <a:pt x="522314" y="670362"/>
                  <a:pt x="522537" y="670623"/>
                </a:cubicBezTo>
                <a:lnTo>
                  <a:pt x="522500" y="670660"/>
                </a:lnTo>
                <a:cubicBezTo>
                  <a:pt x="524993" y="672967"/>
                  <a:pt x="528155" y="674084"/>
                  <a:pt x="531356" y="674009"/>
                </a:cubicBezTo>
                <a:cubicBezTo>
                  <a:pt x="534369" y="673934"/>
                  <a:pt x="537383" y="672819"/>
                  <a:pt x="539727" y="670586"/>
                </a:cubicBezTo>
                <a:cubicBezTo>
                  <a:pt x="539913" y="670399"/>
                  <a:pt x="540062" y="670177"/>
                  <a:pt x="540285" y="669991"/>
                </a:cubicBezTo>
                <a:lnTo>
                  <a:pt x="540323" y="670028"/>
                </a:lnTo>
                <a:lnTo>
                  <a:pt x="571651" y="637546"/>
                </a:lnTo>
                <a:cubicBezTo>
                  <a:pt x="571874" y="637285"/>
                  <a:pt x="572097" y="637025"/>
                  <a:pt x="572358" y="636802"/>
                </a:cubicBezTo>
                <a:lnTo>
                  <a:pt x="572395" y="636839"/>
                </a:lnTo>
                <a:cubicBezTo>
                  <a:pt x="574702" y="634346"/>
                  <a:pt x="575818" y="631183"/>
                  <a:pt x="575743" y="627984"/>
                </a:cubicBezTo>
                <a:cubicBezTo>
                  <a:pt x="575669" y="624970"/>
                  <a:pt x="574553" y="621956"/>
                  <a:pt x="572321" y="619612"/>
                </a:cubicBezTo>
                <a:cubicBezTo>
                  <a:pt x="572134" y="619425"/>
                  <a:pt x="571911" y="619277"/>
                  <a:pt x="571726" y="619054"/>
                </a:cubicBezTo>
                <a:lnTo>
                  <a:pt x="571763" y="619017"/>
                </a:lnTo>
                <a:lnTo>
                  <a:pt x="556173" y="603985"/>
                </a:lnTo>
                <a:lnTo>
                  <a:pt x="456494" y="603985"/>
                </a:lnTo>
                <a:cubicBezTo>
                  <a:pt x="453926" y="603985"/>
                  <a:pt x="451359" y="603873"/>
                  <a:pt x="448829" y="603687"/>
                </a:cubicBezTo>
                <a:close/>
                <a:moveTo>
                  <a:pt x="121441" y="184582"/>
                </a:moveTo>
                <a:cubicBezTo>
                  <a:pt x="117311" y="189307"/>
                  <a:pt x="110130" y="189791"/>
                  <a:pt x="105404" y="185661"/>
                </a:cubicBezTo>
                <a:cubicBezTo>
                  <a:pt x="100679" y="181531"/>
                  <a:pt x="100195" y="174350"/>
                  <a:pt x="104325" y="169624"/>
                </a:cubicBezTo>
                <a:cubicBezTo>
                  <a:pt x="140081" y="128846"/>
                  <a:pt x="183762" y="95062"/>
                  <a:pt x="233132" y="70726"/>
                </a:cubicBezTo>
                <a:cubicBezTo>
                  <a:pt x="280720" y="47286"/>
                  <a:pt x="333592" y="32700"/>
                  <a:pt x="389809" y="29091"/>
                </a:cubicBezTo>
                <a:cubicBezTo>
                  <a:pt x="390851" y="29017"/>
                  <a:pt x="391929" y="28943"/>
                  <a:pt x="393045" y="28905"/>
                </a:cubicBezTo>
                <a:lnTo>
                  <a:pt x="382888" y="19938"/>
                </a:lnTo>
                <a:cubicBezTo>
                  <a:pt x="378162" y="15771"/>
                  <a:pt x="377717" y="8590"/>
                  <a:pt x="381846" y="3865"/>
                </a:cubicBezTo>
                <a:cubicBezTo>
                  <a:pt x="386013" y="-860"/>
                  <a:pt x="393195" y="-1307"/>
                  <a:pt x="397919" y="2823"/>
                </a:cubicBezTo>
                <a:lnTo>
                  <a:pt x="430922" y="31882"/>
                </a:lnTo>
                <a:cubicBezTo>
                  <a:pt x="435647" y="36049"/>
                  <a:pt x="436093" y="43230"/>
                  <a:pt x="431963" y="47956"/>
                </a:cubicBezTo>
                <a:lnTo>
                  <a:pt x="402904" y="80958"/>
                </a:lnTo>
                <a:cubicBezTo>
                  <a:pt x="398737" y="85683"/>
                  <a:pt x="391556" y="86129"/>
                  <a:pt x="386831" y="81999"/>
                </a:cubicBezTo>
                <a:cubicBezTo>
                  <a:pt x="382106" y="77832"/>
                  <a:pt x="381660" y="70651"/>
                  <a:pt x="385790" y="65926"/>
                </a:cubicBezTo>
                <a:lnTo>
                  <a:pt x="398551" y="51415"/>
                </a:lnTo>
                <a:cubicBezTo>
                  <a:pt x="396207" y="51528"/>
                  <a:pt x="393751" y="51676"/>
                  <a:pt x="391221" y="51825"/>
                </a:cubicBezTo>
                <a:cubicBezTo>
                  <a:pt x="338090" y="55211"/>
                  <a:pt x="288122" y="69015"/>
                  <a:pt x="243212" y="91153"/>
                </a:cubicBezTo>
                <a:cubicBezTo>
                  <a:pt x="196481" y="114147"/>
                  <a:pt x="155217" y="146070"/>
                  <a:pt x="121435" y="184580"/>
                </a:cubicBezTo>
                <a:close/>
                <a:moveTo>
                  <a:pt x="342116" y="828262"/>
                </a:moveTo>
                <a:cubicBezTo>
                  <a:pt x="348292" y="829453"/>
                  <a:pt x="352348" y="835406"/>
                  <a:pt x="351157" y="841582"/>
                </a:cubicBezTo>
                <a:cubicBezTo>
                  <a:pt x="349966" y="847758"/>
                  <a:pt x="344013" y="851814"/>
                  <a:pt x="337837" y="850623"/>
                </a:cubicBezTo>
                <a:cubicBezTo>
                  <a:pt x="277413" y="839052"/>
                  <a:pt x="221375" y="814272"/>
                  <a:pt x="173045" y="779260"/>
                </a:cubicBezTo>
                <a:cubicBezTo>
                  <a:pt x="130555" y="748489"/>
                  <a:pt x="94017" y="709757"/>
                  <a:pt x="65698" y="665112"/>
                </a:cubicBezTo>
                <a:lnTo>
                  <a:pt x="63093" y="678135"/>
                </a:lnTo>
                <a:cubicBezTo>
                  <a:pt x="61866" y="684274"/>
                  <a:pt x="55875" y="688292"/>
                  <a:pt x="49736" y="687064"/>
                </a:cubicBezTo>
                <a:cubicBezTo>
                  <a:pt x="43599" y="685837"/>
                  <a:pt x="39579" y="679846"/>
                  <a:pt x="40807" y="673707"/>
                </a:cubicBezTo>
                <a:lnTo>
                  <a:pt x="49439" y="630585"/>
                </a:lnTo>
                <a:cubicBezTo>
                  <a:pt x="50667" y="624446"/>
                  <a:pt x="56657" y="620427"/>
                  <a:pt x="62796" y="621655"/>
                </a:cubicBezTo>
                <a:lnTo>
                  <a:pt x="105919" y="630325"/>
                </a:lnTo>
                <a:cubicBezTo>
                  <a:pt x="112058" y="631553"/>
                  <a:pt x="116076" y="637543"/>
                  <a:pt x="114848" y="643682"/>
                </a:cubicBezTo>
                <a:cubicBezTo>
                  <a:pt x="113621" y="649821"/>
                  <a:pt x="107630" y="653839"/>
                  <a:pt x="101492" y="652612"/>
                </a:cubicBezTo>
                <a:lnTo>
                  <a:pt x="82256" y="648741"/>
                </a:lnTo>
                <a:cubicBezTo>
                  <a:pt x="109380" y="692683"/>
                  <a:pt x="144875" y="730746"/>
                  <a:pt x="186402" y="760851"/>
                </a:cubicBezTo>
                <a:cubicBezTo>
                  <a:pt x="232093" y="793965"/>
                  <a:pt x="285034" y="817368"/>
                  <a:pt x="342117" y="828307"/>
                </a:cubicBezTo>
                <a:close/>
                <a:moveTo>
                  <a:pt x="788038" y="318227"/>
                </a:moveTo>
                <a:cubicBezTo>
                  <a:pt x="786029" y="312274"/>
                  <a:pt x="789266" y="305837"/>
                  <a:pt x="795219" y="303828"/>
                </a:cubicBezTo>
                <a:cubicBezTo>
                  <a:pt x="801172" y="301819"/>
                  <a:pt x="807609" y="305056"/>
                  <a:pt x="809618" y="311009"/>
                </a:cubicBezTo>
                <a:cubicBezTo>
                  <a:pt x="815310" y="327975"/>
                  <a:pt x="819924" y="345388"/>
                  <a:pt x="823385" y="363061"/>
                </a:cubicBezTo>
                <a:cubicBezTo>
                  <a:pt x="826808" y="380474"/>
                  <a:pt x="829114" y="398407"/>
                  <a:pt x="830267" y="416713"/>
                </a:cubicBezTo>
                <a:cubicBezTo>
                  <a:pt x="832984" y="459203"/>
                  <a:pt x="829189" y="500615"/>
                  <a:pt x="819700" y="540053"/>
                </a:cubicBezTo>
                <a:cubicBezTo>
                  <a:pt x="811961" y="572311"/>
                  <a:pt x="800465" y="603119"/>
                  <a:pt x="785693" y="631991"/>
                </a:cubicBezTo>
                <a:lnTo>
                  <a:pt x="802251" y="626410"/>
                </a:lnTo>
                <a:cubicBezTo>
                  <a:pt x="808204" y="624400"/>
                  <a:pt x="814641" y="627638"/>
                  <a:pt x="816649" y="633591"/>
                </a:cubicBezTo>
                <a:cubicBezTo>
                  <a:pt x="818658" y="639544"/>
                  <a:pt x="815422" y="645981"/>
                  <a:pt x="809469" y="647990"/>
                </a:cubicBezTo>
                <a:lnTo>
                  <a:pt x="767797" y="662055"/>
                </a:lnTo>
                <a:cubicBezTo>
                  <a:pt x="761844" y="664063"/>
                  <a:pt x="755407" y="660827"/>
                  <a:pt x="753398" y="654874"/>
                </a:cubicBezTo>
                <a:lnTo>
                  <a:pt x="753026" y="653757"/>
                </a:lnTo>
                <a:cubicBezTo>
                  <a:pt x="752654" y="652975"/>
                  <a:pt x="752394" y="652157"/>
                  <a:pt x="752207" y="651302"/>
                </a:cubicBezTo>
                <a:lnTo>
                  <a:pt x="739333" y="613202"/>
                </a:lnTo>
                <a:cubicBezTo>
                  <a:pt x="737324" y="607249"/>
                  <a:pt x="740561" y="600812"/>
                  <a:pt x="746514" y="598803"/>
                </a:cubicBezTo>
                <a:cubicBezTo>
                  <a:pt x="752467" y="596793"/>
                  <a:pt x="758904" y="600031"/>
                  <a:pt x="760913" y="605984"/>
                </a:cubicBezTo>
                <a:lnTo>
                  <a:pt x="765899" y="620718"/>
                </a:lnTo>
                <a:cubicBezTo>
                  <a:pt x="779703" y="593631"/>
                  <a:pt x="790419" y="564833"/>
                  <a:pt x="797599" y="534807"/>
                </a:cubicBezTo>
                <a:cubicBezTo>
                  <a:pt x="806529" y="497638"/>
                  <a:pt x="810101" y="458421"/>
                  <a:pt x="807534" y="418126"/>
                </a:cubicBezTo>
                <a:cubicBezTo>
                  <a:pt x="806455" y="400936"/>
                  <a:pt x="804222" y="384007"/>
                  <a:pt x="800986" y="367413"/>
                </a:cubicBezTo>
                <a:cubicBezTo>
                  <a:pt x="797674" y="350447"/>
                  <a:pt x="793321" y="334038"/>
                  <a:pt x="788037" y="318225"/>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63911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A0261-58D2-01B8-39EC-B6011608B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F8536-CC15-A68A-558D-246C0A65F035}"/>
              </a:ext>
            </a:extLst>
          </p:cNvPr>
          <p:cNvSpPr>
            <a:spLocks noGrp="1"/>
          </p:cNvSpPr>
          <p:nvPr>
            <p:ph type="title"/>
          </p:nvPr>
        </p:nvSpPr>
        <p:spPr/>
        <p:txBody>
          <a:bodyPr/>
          <a:lstStyle/>
          <a:p>
            <a:pPr>
              <a:defRPr/>
            </a:pPr>
            <a:r>
              <a:rPr lang="en-IN" dirty="0">
                <a:solidFill>
                  <a:srgbClr val="16529E"/>
                </a:solidFill>
              </a:rPr>
              <a:t>Solution Workflow</a:t>
            </a:r>
          </a:p>
        </p:txBody>
      </p:sp>
      <p:sp>
        <p:nvSpPr>
          <p:cNvPr id="4" name="TextBox 3">
            <a:extLst>
              <a:ext uri="{FF2B5EF4-FFF2-40B4-BE49-F238E27FC236}">
                <a16:creationId xmlns:a16="http://schemas.microsoft.com/office/drawing/2014/main" id="{BCC400A5-0FF6-6E69-F896-4B1A49FD7F6D}"/>
              </a:ext>
            </a:extLst>
          </p:cNvPr>
          <p:cNvSpPr txBox="1"/>
          <p:nvPr/>
        </p:nvSpPr>
        <p:spPr>
          <a:xfrm>
            <a:off x="8183453" y="1188935"/>
            <a:ext cx="3703641" cy="1318310"/>
          </a:xfrm>
          <a:prstGeom prst="rect">
            <a:avLst/>
          </a:prstGeom>
          <a:noFill/>
        </p:spPr>
        <p:txBody>
          <a:bodyPr wrap="square" lIns="0" tIns="0" rIns="0" bIns="0" rtlCol="0">
            <a:spAutoFit/>
          </a:bodyPr>
          <a:lstStyle/>
          <a:p>
            <a:pPr lvl="0">
              <a:spcAft>
                <a:spcPts val="200"/>
              </a:spcAft>
              <a:defRPr/>
            </a:pPr>
            <a:r>
              <a:rPr lang="en-US" sz="1050" b="1" dirty="0">
                <a:solidFill>
                  <a:schemeClr val="accent1"/>
                </a:solidFill>
              </a:rPr>
              <a:t>Phase 1 — Automatic ingestion</a:t>
            </a:r>
          </a:p>
          <a:p>
            <a:pPr>
              <a:spcAft>
                <a:spcPts val="200"/>
              </a:spcAft>
            </a:pPr>
            <a:r>
              <a:rPr kumimoji="0" lang="en-US" sz="1050" b="0" i="0" u="none" strike="noStrike" kern="1200" cap="none" spc="0" normalizeH="0" baseline="0" noProof="0" dirty="0">
                <a:ln>
                  <a:noFill/>
                </a:ln>
                <a:effectLst/>
                <a:uLnTx/>
                <a:uFillTx/>
                <a:ea typeface="+mn-ea"/>
                <a:cs typeface="+mn-cs"/>
              </a:rPr>
              <a:t>A new case arrives via the </a:t>
            </a:r>
            <a:r>
              <a:rPr kumimoji="0" lang="en-US" sz="1050" b="0" i="0" u="none" strike="noStrike" kern="1200" cap="none" spc="0" normalizeH="0" baseline="0" noProof="0" dirty="0" err="1">
                <a:ln>
                  <a:noFill/>
                </a:ln>
                <a:effectLst/>
                <a:uLnTx/>
                <a:uFillTx/>
                <a:ea typeface="+mn-ea"/>
                <a:cs typeface="+mn-cs"/>
              </a:rPr>
              <a:t>Mastercom</a:t>
            </a:r>
            <a:r>
              <a:rPr kumimoji="0" lang="en-US" sz="1050" b="0" i="0" u="none" strike="noStrike" kern="1200" cap="none" spc="0" normalizeH="0" baseline="0" noProof="0" dirty="0">
                <a:ln>
                  <a:noFill/>
                </a:ln>
                <a:effectLst/>
                <a:uLnTx/>
                <a:uFillTx/>
                <a:ea typeface="+mn-ea"/>
                <a:cs typeface="+mn-cs"/>
              </a:rPr>
              <a:t> API. Issuer data — reason code, customer's stated reason, and supporting evidence — is stored immediately. Agent 1 generates a 2-minute summary of the issuer side story and stores it. When the merchant opens the case, everything is pre-loaded with zero wait. The merchant reviews the issuer's side and decides whether to enrich.</a:t>
            </a:r>
            <a:endParaRPr kumimoji="0" lang="en-IN" sz="1050" b="0" i="0" u="none" strike="noStrike" kern="1200" cap="none" spc="0" normalizeH="0" baseline="0" noProof="0" dirty="0">
              <a:ln>
                <a:noFill/>
              </a:ln>
              <a:effectLst/>
              <a:uLnTx/>
              <a:uFillTx/>
              <a:ea typeface="+mn-ea"/>
              <a:cs typeface="+mn-cs"/>
            </a:endParaRPr>
          </a:p>
        </p:txBody>
      </p:sp>
      <p:sp>
        <p:nvSpPr>
          <p:cNvPr id="7" name="TextBox 6">
            <a:extLst>
              <a:ext uri="{FF2B5EF4-FFF2-40B4-BE49-F238E27FC236}">
                <a16:creationId xmlns:a16="http://schemas.microsoft.com/office/drawing/2014/main" id="{C244FBAD-47FF-BAC6-830B-4B568E96F909}"/>
              </a:ext>
            </a:extLst>
          </p:cNvPr>
          <p:cNvSpPr txBox="1"/>
          <p:nvPr/>
        </p:nvSpPr>
        <p:spPr>
          <a:xfrm>
            <a:off x="8192598" y="2568053"/>
            <a:ext cx="3594255" cy="228780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lang="en-US" sz="1050" b="1" dirty="0">
                <a:solidFill>
                  <a:schemeClr val="accent1"/>
                </a:solidFill>
              </a:rPr>
              <a:t>Phase 2 — Data enrichment</a:t>
            </a:r>
          </a:p>
          <a:p>
            <a:pPr marL="0" marR="0" lvl="0" indent="0" algn="l" defTabSz="914400" rtl="0" eaLnBrk="1" fontAlgn="auto" latinLnBrk="0" hangingPunct="1">
              <a:lnSpc>
                <a:spcPct val="100000"/>
              </a:lnSpc>
              <a:spcAft>
                <a:spcPts val="200"/>
              </a:spcAft>
              <a:buClrTx/>
              <a:buSzTx/>
              <a:buFontTx/>
              <a:buNone/>
              <a:tabLst/>
              <a:defRPr/>
            </a:pPr>
            <a:r>
              <a:rPr lang="en-US" sz="1050" dirty="0"/>
              <a:t>Triggered only when the merchant chooses to enrich. Agent 2 reads the claim and plans exactly what evidence is needed — going beyond the standard template if the case demands it. The evidence engine calls only the 2–4 relevant APIs for that specific case. Agent 2 then verifies what was returned and produces an annotated evidence map, clearly marking what was obtained and what is missing. The merchant reviews this map and may manually upload any gaps. Agent 3a then </a:t>
            </a:r>
            <a:r>
              <a:rPr lang="en-US" sz="1050" dirty="0" err="1"/>
              <a:t>summarises</a:t>
            </a:r>
            <a:r>
              <a:rPr lang="en-US" sz="1050" dirty="0"/>
              <a:t> the merchant's side into a readable view. If enabled in settings, Agent 4 uses both the issuer's case and the enriched evidence to recommend whether to challenge. This recommendation is advisory only — the merchant decides.</a:t>
            </a:r>
            <a:endParaRPr kumimoji="0" lang="en-IN" sz="1050" b="0" i="0" u="none" strike="noStrike" kern="1200" cap="none" spc="0" normalizeH="0" baseline="0" noProof="0" dirty="0">
              <a:ln>
                <a:noFill/>
              </a:ln>
              <a:effectLst/>
              <a:uLnTx/>
              <a:uFillTx/>
              <a:ea typeface="+mn-ea"/>
              <a:cs typeface="+mn-cs"/>
            </a:endParaRPr>
          </a:p>
        </p:txBody>
      </p:sp>
      <p:sp>
        <p:nvSpPr>
          <p:cNvPr id="10" name="TextBox 9">
            <a:extLst>
              <a:ext uri="{FF2B5EF4-FFF2-40B4-BE49-F238E27FC236}">
                <a16:creationId xmlns:a16="http://schemas.microsoft.com/office/drawing/2014/main" id="{94DC5BE5-7387-E181-E36D-FA76948A648F}"/>
              </a:ext>
            </a:extLst>
          </p:cNvPr>
          <p:cNvSpPr txBox="1"/>
          <p:nvPr/>
        </p:nvSpPr>
        <p:spPr>
          <a:xfrm>
            <a:off x="8207568" y="5108427"/>
            <a:ext cx="3603813" cy="1156727"/>
          </a:xfrm>
          <a:prstGeom prst="rect">
            <a:avLst/>
          </a:prstGeom>
          <a:noFill/>
        </p:spPr>
        <p:txBody>
          <a:bodyPr wrap="square" lIns="0" tIns="0" rIns="0" bIns="0" rtlCol="0">
            <a:spAutoFit/>
          </a:bodyPr>
          <a:lstStyle/>
          <a:p>
            <a:pPr>
              <a:spcAft>
                <a:spcPts val="200"/>
              </a:spcAft>
            </a:pPr>
            <a:r>
              <a:rPr lang="en-US" sz="1050" b="1" dirty="0">
                <a:solidFill>
                  <a:schemeClr val="accent1"/>
                </a:solidFill>
              </a:rPr>
              <a:t>Phase 3 — Submission</a:t>
            </a:r>
          </a:p>
          <a:p>
            <a:pPr>
              <a:spcAft>
                <a:spcPts val="200"/>
              </a:spcAft>
            </a:pPr>
            <a:r>
              <a:rPr lang="en-US" sz="1050" dirty="0"/>
              <a:t>If the merchant decides to challenge, Agent 3b generates a dynamic rebuttal document — no templates, </a:t>
            </a:r>
            <a:r>
              <a:rPr lang="en-US" sz="1050" dirty="0" err="1"/>
              <a:t>optimised</a:t>
            </a:r>
            <a:r>
              <a:rPr lang="en-US" sz="1050" dirty="0"/>
              <a:t> for an issuer to read in 2–3 minutes. Submission then follows the merchant's configured mode: manual review, threshold-based auto-submit, or collaborative team review before anything is sent to </a:t>
            </a:r>
            <a:r>
              <a:rPr lang="en-US" sz="1050" dirty="0" err="1"/>
              <a:t>Mastercom</a:t>
            </a:r>
            <a:r>
              <a:rPr lang="en-US" sz="1050" dirty="0"/>
              <a:t>.</a:t>
            </a:r>
            <a:endParaRPr lang="en-IN" sz="1050" dirty="0"/>
          </a:p>
        </p:txBody>
      </p:sp>
      <p:cxnSp>
        <p:nvCxnSpPr>
          <p:cNvPr id="18" name="Straight Connector 17">
            <a:extLst>
              <a:ext uri="{FF2B5EF4-FFF2-40B4-BE49-F238E27FC236}">
                <a16:creationId xmlns:a16="http://schemas.microsoft.com/office/drawing/2014/main" id="{EE32016F-35AD-9B49-F769-C326C8472FF5}"/>
              </a:ext>
            </a:extLst>
          </p:cNvPr>
          <p:cNvCxnSpPr>
            <a:cxnSpLocks/>
          </p:cNvCxnSpPr>
          <p:nvPr/>
        </p:nvCxnSpPr>
        <p:spPr>
          <a:xfrm>
            <a:off x="8192597" y="2536642"/>
            <a:ext cx="3627928" cy="0"/>
          </a:xfrm>
          <a:prstGeom prst="line">
            <a:avLst/>
          </a:prstGeom>
          <a:ln w="9525">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E782EC7-899D-3E9D-70F4-8BE8B613AECF}"/>
              </a:ext>
            </a:extLst>
          </p:cNvPr>
          <p:cNvCxnSpPr>
            <a:cxnSpLocks/>
          </p:cNvCxnSpPr>
          <p:nvPr/>
        </p:nvCxnSpPr>
        <p:spPr>
          <a:xfrm>
            <a:off x="8183453" y="4967550"/>
            <a:ext cx="3627928" cy="0"/>
          </a:xfrm>
          <a:prstGeom prst="line">
            <a:avLst/>
          </a:prstGeom>
          <a:ln w="9525">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8C4398CA-6B1F-E77A-5BFC-9729D7BAAB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6466" y="921407"/>
            <a:ext cx="4384063" cy="5596127"/>
          </a:xfrm>
          <a:prstGeom prst="rect">
            <a:avLst/>
          </a:prstGeom>
        </p:spPr>
      </p:pic>
    </p:spTree>
    <p:extLst>
      <p:ext uri="{BB962C8B-B14F-4D97-AF65-F5344CB8AC3E}">
        <p14:creationId xmlns:p14="http://schemas.microsoft.com/office/powerpoint/2010/main" val="167355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C378B-B1AD-7868-CF06-62925DCE7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70829-A0FB-CD5F-1391-7F9C76FF1AB2}"/>
              </a:ext>
            </a:extLst>
          </p:cNvPr>
          <p:cNvSpPr>
            <a:spLocks noGrp="1"/>
          </p:cNvSpPr>
          <p:nvPr>
            <p:ph type="title"/>
          </p:nvPr>
        </p:nvSpPr>
        <p:spPr/>
        <p:txBody>
          <a:bodyPr/>
          <a:lstStyle/>
          <a:p>
            <a:pPr>
              <a:defRPr/>
            </a:pPr>
            <a:r>
              <a:rPr lang="en-US">
                <a:solidFill>
                  <a:srgbClr val="16529E"/>
                </a:solidFill>
              </a:rPr>
              <a:t>Solution Architecture Blocks</a:t>
            </a:r>
            <a:endParaRPr lang="en-IN">
              <a:solidFill>
                <a:srgbClr val="16529E"/>
              </a:solidFill>
            </a:endParaRPr>
          </a:p>
        </p:txBody>
      </p:sp>
      <p:sp>
        <p:nvSpPr>
          <p:cNvPr id="4" name="TextBox 3">
            <a:extLst>
              <a:ext uri="{FF2B5EF4-FFF2-40B4-BE49-F238E27FC236}">
                <a16:creationId xmlns:a16="http://schemas.microsoft.com/office/drawing/2014/main" id="{7D30014C-8259-3671-1567-AE643DEC9354}"/>
              </a:ext>
            </a:extLst>
          </p:cNvPr>
          <p:cNvSpPr txBox="1"/>
          <p:nvPr/>
        </p:nvSpPr>
        <p:spPr>
          <a:xfrm>
            <a:off x="8192598" y="1182452"/>
            <a:ext cx="3615105" cy="1533753"/>
          </a:xfrm>
          <a:prstGeom prst="rect">
            <a:avLst/>
          </a:prstGeom>
          <a:noFill/>
        </p:spPr>
        <p:txBody>
          <a:bodyPr wrap="square" lIns="0" tIns="0" rIns="0" bIns="0" rtlCol="0">
            <a:spAutoFit/>
          </a:bodyPr>
          <a:lstStyle/>
          <a:p>
            <a:pPr>
              <a:spcAft>
                <a:spcPts val="200"/>
              </a:spcAft>
            </a:pPr>
            <a:r>
              <a:rPr lang="en-US" sz="1400" b="1" dirty="0">
                <a:solidFill>
                  <a:schemeClr val="accent1"/>
                </a:solidFill>
              </a:rPr>
              <a:t>User Interface</a:t>
            </a:r>
          </a:p>
          <a:p>
            <a:pPr>
              <a:spcAft>
                <a:spcPts val="200"/>
              </a:spcAft>
            </a:pPr>
            <a:r>
              <a:rPr lang="en-US" sz="1400" dirty="0"/>
              <a:t>Has a single dashboard view for all the chargeback related activities. Pre-chargeback alerts integrated with </a:t>
            </a:r>
            <a:r>
              <a:rPr lang="en-US" sz="1400" dirty="0" err="1"/>
              <a:t>Ethoca</a:t>
            </a:r>
            <a:r>
              <a:rPr lang="en-US" sz="1400" dirty="0"/>
              <a:t> to prevent a dispute to turn into a chargeback. Settings tab allows merchant to stay in total control and apply its own business rules.</a:t>
            </a:r>
            <a:endParaRPr kumimoji="0" lang="en-IN" sz="1400" b="0" i="0" u="none" strike="noStrike" kern="1200" cap="none" spc="0" normalizeH="0" baseline="0" noProof="0" dirty="0">
              <a:ln>
                <a:noFill/>
              </a:ln>
              <a:effectLst/>
              <a:uLnTx/>
              <a:uFillTx/>
              <a:ea typeface="+mn-ea"/>
              <a:cs typeface="+mn-cs"/>
            </a:endParaRPr>
          </a:p>
        </p:txBody>
      </p:sp>
      <p:sp>
        <p:nvSpPr>
          <p:cNvPr id="5" name="TextBox 4">
            <a:extLst>
              <a:ext uri="{FF2B5EF4-FFF2-40B4-BE49-F238E27FC236}">
                <a16:creationId xmlns:a16="http://schemas.microsoft.com/office/drawing/2014/main" id="{B0717FB0-A8BE-04F9-955E-C328CF0E2908}"/>
              </a:ext>
            </a:extLst>
          </p:cNvPr>
          <p:cNvSpPr txBox="1"/>
          <p:nvPr/>
        </p:nvSpPr>
        <p:spPr>
          <a:xfrm>
            <a:off x="8192598" y="4056619"/>
            <a:ext cx="3407940" cy="887422"/>
          </a:xfrm>
          <a:prstGeom prst="rect">
            <a:avLst/>
          </a:prstGeom>
          <a:noFill/>
        </p:spPr>
        <p:txBody>
          <a:bodyPr wrap="square" lIns="0" tIns="0" rIns="0" bIns="0" rtlCol="0">
            <a:spAutoFit/>
          </a:bodyPr>
          <a:lstStyle/>
          <a:p>
            <a:pPr>
              <a:spcAft>
                <a:spcPts val="200"/>
              </a:spcAft>
            </a:pPr>
            <a:r>
              <a:rPr lang="en-US" sz="1400" b="1" dirty="0">
                <a:solidFill>
                  <a:schemeClr val="accent1"/>
                </a:solidFill>
              </a:rPr>
              <a:t>External APIs</a:t>
            </a:r>
          </a:p>
          <a:p>
            <a:pPr marL="0" marR="0" lvl="0" indent="0" algn="l" defTabSz="914400" rtl="0" eaLnBrk="1" fontAlgn="auto" latinLnBrk="0" hangingPunct="1">
              <a:spcAft>
                <a:spcPts val="200"/>
              </a:spcAft>
              <a:buClrTx/>
              <a:buSzTx/>
              <a:buFontTx/>
              <a:buNone/>
              <a:tabLst/>
              <a:defRPr/>
            </a:pPr>
            <a:r>
              <a:rPr kumimoji="0" lang="en-US" sz="1400" b="0" i="0" u="none" strike="noStrike" kern="1200" cap="none" spc="0" normalizeH="0" baseline="0" noProof="0" dirty="0">
                <a:ln>
                  <a:noFill/>
                </a:ln>
                <a:effectLst/>
                <a:uLnTx/>
                <a:uFillTx/>
                <a:ea typeface="+mn-ea"/>
                <a:cs typeface="+mn-cs"/>
              </a:rPr>
              <a:t>They include </a:t>
            </a:r>
            <a:r>
              <a:rPr kumimoji="0" lang="en-US" sz="1400" b="0" i="0" u="none" strike="noStrike" kern="1200" cap="none" spc="0" normalizeH="0" baseline="0" noProof="0" dirty="0" err="1">
                <a:ln>
                  <a:noFill/>
                </a:ln>
                <a:effectLst/>
                <a:uLnTx/>
                <a:uFillTx/>
                <a:ea typeface="+mn-ea"/>
                <a:cs typeface="+mn-cs"/>
              </a:rPr>
              <a:t>mastercard</a:t>
            </a:r>
            <a:r>
              <a:rPr kumimoji="0" lang="en-US" sz="1400" b="0" i="0" u="none" strike="noStrike" kern="1200" cap="none" spc="0" normalizeH="0" baseline="0" noProof="0" dirty="0">
                <a:ln>
                  <a:noFill/>
                </a:ln>
                <a:effectLst/>
                <a:uLnTx/>
                <a:uFillTx/>
                <a:ea typeface="+mn-ea"/>
                <a:cs typeface="+mn-cs"/>
              </a:rPr>
              <a:t> APIs, PSPs and delivery partner APIs for evidence collection.</a:t>
            </a:r>
          </a:p>
        </p:txBody>
      </p:sp>
      <p:sp>
        <p:nvSpPr>
          <p:cNvPr id="6" name="TextBox 5">
            <a:extLst>
              <a:ext uri="{FF2B5EF4-FFF2-40B4-BE49-F238E27FC236}">
                <a16:creationId xmlns:a16="http://schemas.microsoft.com/office/drawing/2014/main" id="{4333B3AD-A53B-2A62-187B-F4C001CE4BDE}"/>
              </a:ext>
            </a:extLst>
          </p:cNvPr>
          <p:cNvSpPr txBox="1"/>
          <p:nvPr/>
        </p:nvSpPr>
        <p:spPr>
          <a:xfrm>
            <a:off x="8192598" y="2936298"/>
            <a:ext cx="3532042" cy="887422"/>
          </a:xfrm>
          <a:prstGeom prst="rect">
            <a:avLst/>
          </a:prstGeom>
          <a:noFill/>
        </p:spPr>
        <p:txBody>
          <a:bodyPr wrap="square" lIns="0" tIns="0" rIns="0" bIns="0" rtlCol="0">
            <a:spAutoFit/>
          </a:bodyPr>
          <a:lstStyle/>
          <a:p>
            <a:pPr>
              <a:spcAft>
                <a:spcPts val="200"/>
              </a:spcAft>
            </a:pPr>
            <a:r>
              <a:rPr lang="en-US" sz="1400" b="1" dirty="0">
                <a:solidFill>
                  <a:schemeClr val="accent1"/>
                </a:solidFill>
              </a:rPr>
              <a:t>Core</a:t>
            </a:r>
          </a:p>
          <a:p>
            <a:pPr marL="0" marR="0" lvl="0" indent="0" algn="l" defTabSz="914400" rtl="0" eaLnBrk="1" fontAlgn="auto" latinLnBrk="0" hangingPunct="1">
              <a:spcAft>
                <a:spcPts val="200"/>
              </a:spcAft>
              <a:buClrTx/>
              <a:buSzTx/>
              <a:buFontTx/>
              <a:buNone/>
              <a:tabLst/>
              <a:defRPr/>
            </a:pPr>
            <a:r>
              <a:rPr kumimoji="0" lang="en-US" sz="1400" b="0" i="0" u="none" strike="noStrike" kern="1200" cap="none" spc="0" normalizeH="0" baseline="0" noProof="0" dirty="0">
                <a:ln>
                  <a:noFill/>
                </a:ln>
                <a:effectLst/>
                <a:uLnTx/>
                <a:uFillTx/>
                <a:ea typeface="+mn-ea"/>
                <a:cs typeface="+mn-cs"/>
              </a:rPr>
              <a:t>Comprises of various AI Agents orchestrated in the backend and integration with external APIs.</a:t>
            </a:r>
          </a:p>
        </p:txBody>
      </p:sp>
      <p:cxnSp>
        <p:nvCxnSpPr>
          <p:cNvPr id="18" name="Straight Connector 17">
            <a:extLst>
              <a:ext uri="{FF2B5EF4-FFF2-40B4-BE49-F238E27FC236}">
                <a16:creationId xmlns:a16="http://schemas.microsoft.com/office/drawing/2014/main" id="{39735A8E-5807-5D79-238B-605DF586B734}"/>
              </a:ext>
            </a:extLst>
          </p:cNvPr>
          <p:cNvCxnSpPr>
            <a:cxnSpLocks/>
          </p:cNvCxnSpPr>
          <p:nvPr/>
        </p:nvCxnSpPr>
        <p:spPr>
          <a:xfrm>
            <a:off x="8192597" y="2826607"/>
            <a:ext cx="3627928" cy="0"/>
          </a:xfrm>
          <a:prstGeom prst="line">
            <a:avLst/>
          </a:prstGeom>
          <a:ln w="9525">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A163B66-1978-123F-20AB-F6424CFD4767}"/>
              </a:ext>
            </a:extLst>
          </p:cNvPr>
          <p:cNvCxnSpPr>
            <a:cxnSpLocks/>
          </p:cNvCxnSpPr>
          <p:nvPr/>
        </p:nvCxnSpPr>
        <p:spPr>
          <a:xfrm>
            <a:off x="8192597" y="3910473"/>
            <a:ext cx="3627928" cy="0"/>
          </a:xfrm>
          <a:prstGeom prst="line">
            <a:avLst/>
          </a:prstGeom>
          <a:ln w="9525">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5F397E-71E8-B942-777F-91BC34831E7C}"/>
              </a:ext>
            </a:extLst>
          </p:cNvPr>
          <p:cNvCxnSpPr>
            <a:cxnSpLocks/>
          </p:cNvCxnSpPr>
          <p:nvPr/>
        </p:nvCxnSpPr>
        <p:spPr>
          <a:xfrm>
            <a:off x="8192597" y="5071342"/>
            <a:ext cx="3627928" cy="0"/>
          </a:xfrm>
          <a:prstGeom prst="line">
            <a:avLst/>
          </a:prstGeom>
          <a:ln w="9525">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pic>
        <p:nvPicPr>
          <p:cNvPr id="143" name="Picture 142">
            <a:extLst>
              <a:ext uri="{FF2B5EF4-FFF2-40B4-BE49-F238E27FC236}">
                <a16:creationId xmlns:a16="http://schemas.microsoft.com/office/drawing/2014/main" id="{81E6FD20-6C8E-2AAD-7BA9-7D75F654D1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99" y="1239336"/>
            <a:ext cx="8035117" cy="4837562"/>
          </a:xfrm>
          <a:prstGeom prst="rect">
            <a:avLst/>
          </a:prstGeom>
        </p:spPr>
      </p:pic>
    </p:spTree>
    <p:extLst>
      <p:ext uri="{BB962C8B-B14F-4D97-AF65-F5344CB8AC3E}">
        <p14:creationId xmlns:p14="http://schemas.microsoft.com/office/powerpoint/2010/main" val="185584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027F-CFB4-D1D2-C999-D55E1ED43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AD67D-4D74-7807-E450-1F29D693C5B2}"/>
              </a:ext>
            </a:extLst>
          </p:cNvPr>
          <p:cNvSpPr>
            <a:spLocks noGrp="1"/>
          </p:cNvSpPr>
          <p:nvPr>
            <p:ph type="title"/>
          </p:nvPr>
        </p:nvSpPr>
        <p:spPr/>
        <p:txBody>
          <a:bodyPr/>
          <a:lstStyle/>
          <a:p>
            <a:pPr>
              <a:defRPr/>
            </a:pPr>
            <a:r>
              <a:rPr lang="en-US" dirty="0">
                <a:solidFill>
                  <a:srgbClr val="16529E"/>
                </a:solidFill>
              </a:rPr>
              <a:t>Agent Map</a:t>
            </a:r>
            <a:endParaRPr lang="en-IN" dirty="0">
              <a:solidFill>
                <a:srgbClr val="16529E"/>
              </a:solidFill>
            </a:endParaRPr>
          </a:p>
        </p:txBody>
      </p:sp>
      <p:sp>
        <p:nvSpPr>
          <p:cNvPr id="4" name="TextBox 3">
            <a:extLst>
              <a:ext uri="{FF2B5EF4-FFF2-40B4-BE49-F238E27FC236}">
                <a16:creationId xmlns:a16="http://schemas.microsoft.com/office/drawing/2014/main" id="{21168C5D-A8A6-4298-CE81-B922B31E623E}"/>
              </a:ext>
            </a:extLst>
          </p:cNvPr>
          <p:cNvSpPr txBox="1"/>
          <p:nvPr/>
        </p:nvSpPr>
        <p:spPr>
          <a:xfrm>
            <a:off x="8192598" y="1182452"/>
            <a:ext cx="3615105" cy="579646"/>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1</a:t>
            </a:r>
          </a:p>
          <a:p>
            <a:pPr>
              <a:spcAft>
                <a:spcPts val="200"/>
              </a:spcAft>
            </a:pPr>
            <a:r>
              <a:rPr lang="en-US" sz="1200" dirty="0" err="1"/>
              <a:t>Summarises</a:t>
            </a:r>
            <a:r>
              <a:rPr lang="en-US" sz="1200" dirty="0"/>
              <a:t> the issuer claim by checking all the evidences and customer’s claim. </a:t>
            </a:r>
            <a:endParaRPr kumimoji="0" lang="en-IN" sz="1200" b="0" i="0" u="none" strike="noStrike" kern="1200" cap="none" spc="0" normalizeH="0" baseline="0" noProof="0" dirty="0">
              <a:ln>
                <a:noFill/>
              </a:ln>
              <a:effectLst/>
              <a:uLnTx/>
              <a:uFillTx/>
              <a:ea typeface="+mn-ea"/>
              <a:cs typeface="+mn-cs"/>
            </a:endParaRPr>
          </a:p>
        </p:txBody>
      </p:sp>
      <p:sp>
        <p:nvSpPr>
          <p:cNvPr id="5" name="TextBox 4">
            <a:extLst>
              <a:ext uri="{FF2B5EF4-FFF2-40B4-BE49-F238E27FC236}">
                <a16:creationId xmlns:a16="http://schemas.microsoft.com/office/drawing/2014/main" id="{AE1F4BA9-6D6B-89B6-8894-40C0C2713D66}"/>
              </a:ext>
            </a:extLst>
          </p:cNvPr>
          <p:cNvSpPr txBox="1"/>
          <p:nvPr/>
        </p:nvSpPr>
        <p:spPr>
          <a:xfrm>
            <a:off x="8192597" y="3043297"/>
            <a:ext cx="3407940" cy="1133644"/>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3</a:t>
            </a:r>
          </a:p>
          <a:p>
            <a:pPr marL="0" marR="0" lvl="0" indent="0" algn="l" defTabSz="914400" rtl="0" eaLnBrk="1" fontAlgn="auto" latinLnBrk="0" hangingPunct="1">
              <a:spcAft>
                <a:spcPts val="200"/>
              </a:spcAft>
              <a:buClrTx/>
              <a:buSzTx/>
              <a:buFontTx/>
              <a:buNone/>
              <a:tabLst/>
              <a:defRPr/>
            </a:pPr>
            <a:r>
              <a:rPr kumimoji="0" lang="en-US" sz="1200" b="0" i="0" u="none" strike="noStrike" kern="1200" cap="none" spc="0" normalizeH="0" baseline="0" noProof="0" dirty="0">
                <a:ln>
                  <a:noFill/>
                </a:ln>
                <a:effectLst/>
                <a:uLnTx/>
                <a:uFillTx/>
                <a:ea typeface="+mn-ea"/>
                <a:cs typeface="+mn-cs"/>
              </a:rPr>
              <a:t>After the merchant side evidences are enriched, it prepares a short summary keeping the merchant’s case for representment to make it easy for the issuer to understand the merchant side of the story.</a:t>
            </a:r>
          </a:p>
        </p:txBody>
      </p:sp>
      <p:pic>
        <p:nvPicPr>
          <p:cNvPr id="13" name="Picture 12">
            <a:extLst>
              <a:ext uri="{FF2B5EF4-FFF2-40B4-BE49-F238E27FC236}">
                <a16:creationId xmlns:a16="http://schemas.microsoft.com/office/drawing/2014/main" id="{34ACC7FB-80F7-B722-661B-257F3D7F898A}"/>
              </a:ext>
            </a:extLst>
          </p:cNvPr>
          <p:cNvPicPr>
            <a:picLocks noChangeAspect="1"/>
          </p:cNvPicPr>
          <p:nvPr/>
        </p:nvPicPr>
        <p:blipFill>
          <a:blip r:embed="rId2"/>
          <a:stretch>
            <a:fillRect/>
          </a:stretch>
        </p:blipFill>
        <p:spPr>
          <a:xfrm>
            <a:off x="2439022" y="848592"/>
            <a:ext cx="4407126" cy="5950256"/>
          </a:xfrm>
          <a:prstGeom prst="rect">
            <a:avLst/>
          </a:prstGeom>
        </p:spPr>
      </p:pic>
      <p:sp>
        <p:nvSpPr>
          <p:cNvPr id="14" name="TextBox 13">
            <a:extLst>
              <a:ext uri="{FF2B5EF4-FFF2-40B4-BE49-F238E27FC236}">
                <a16:creationId xmlns:a16="http://schemas.microsoft.com/office/drawing/2014/main" id="{6CF9754C-8997-A300-9632-D88528C2F853}"/>
              </a:ext>
            </a:extLst>
          </p:cNvPr>
          <p:cNvSpPr txBox="1"/>
          <p:nvPr/>
        </p:nvSpPr>
        <p:spPr>
          <a:xfrm>
            <a:off x="8211831" y="1826370"/>
            <a:ext cx="3615105" cy="1133644"/>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2</a:t>
            </a:r>
          </a:p>
          <a:p>
            <a:pPr>
              <a:spcAft>
                <a:spcPts val="200"/>
              </a:spcAft>
            </a:pPr>
            <a:r>
              <a:rPr lang="en-US" sz="1200" dirty="0"/>
              <a:t>When the user decides to enrich the evidences, it plans the evidences that would be best for challenging the claim. Once the evidence engine returns the fetched evidences, it also verifies if all the required evidences were fetched.</a:t>
            </a:r>
            <a:endParaRPr kumimoji="0" lang="en-IN" sz="1200" b="0" i="0" u="none" strike="noStrike" kern="1200" cap="none" spc="0" normalizeH="0" baseline="0" noProof="0" dirty="0">
              <a:ln>
                <a:noFill/>
              </a:ln>
              <a:effectLst/>
              <a:uLnTx/>
              <a:uFillTx/>
              <a:ea typeface="+mn-ea"/>
              <a:cs typeface="+mn-cs"/>
            </a:endParaRPr>
          </a:p>
        </p:txBody>
      </p:sp>
      <p:sp>
        <p:nvSpPr>
          <p:cNvPr id="17" name="TextBox 16">
            <a:extLst>
              <a:ext uri="{FF2B5EF4-FFF2-40B4-BE49-F238E27FC236}">
                <a16:creationId xmlns:a16="http://schemas.microsoft.com/office/drawing/2014/main" id="{AFC2C9C1-CFDB-0A16-0DC2-5374D5C77709}"/>
              </a:ext>
            </a:extLst>
          </p:cNvPr>
          <p:cNvSpPr txBox="1"/>
          <p:nvPr/>
        </p:nvSpPr>
        <p:spPr>
          <a:xfrm>
            <a:off x="8202222" y="4240170"/>
            <a:ext cx="3407940" cy="579646"/>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4</a:t>
            </a:r>
          </a:p>
          <a:p>
            <a:pPr marL="0" marR="0" lvl="0" indent="0" algn="l" defTabSz="914400" rtl="0" eaLnBrk="1" fontAlgn="auto" latinLnBrk="0" hangingPunct="1">
              <a:spcAft>
                <a:spcPts val="200"/>
              </a:spcAft>
              <a:buClrTx/>
              <a:buSzTx/>
              <a:buFontTx/>
              <a:buNone/>
              <a:tabLst/>
              <a:defRPr/>
            </a:pPr>
            <a:r>
              <a:rPr kumimoji="0" lang="en-US" sz="1200" b="0" i="0" u="none" strike="noStrike" kern="1200" cap="none" spc="0" normalizeH="0" baseline="0" noProof="0" dirty="0">
                <a:ln>
                  <a:noFill/>
                </a:ln>
                <a:effectLst/>
                <a:uLnTx/>
                <a:uFillTx/>
                <a:ea typeface="+mn-ea"/>
                <a:cs typeface="+mn-cs"/>
              </a:rPr>
              <a:t>This agent now recommends by comparing the evidences of both sides if it should be challenged.</a:t>
            </a:r>
          </a:p>
        </p:txBody>
      </p:sp>
      <p:sp>
        <p:nvSpPr>
          <p:cNvPr id="21" name="TextBox 20">
            <a:extLst>
              <a:ext uri="{FF2B5EF4-FFF2-40B4-BE49-F238E27FC236}">
                <a16:creationId xmlns:a16="http://schemas.microsoft.com/office/drawing/2014/main" id="{8276A963-5FF9-8C3C-A05C-6F915A1A299A}"/>
              </a:ext>
            </a:extLst>
          </p:cNvPr>
          <p:cNvSpPr txBox="1"/>
          <p:nvPr/>
        </p:nvSpPr>
        <p:spPr>
          <a:xfrm>
            <a:off x="8192597" y="4883045"/>
            <a:ext cx="3407940" cy="764312"/>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5</a:t>
            </a:r>
          </a:p>
          <a:p>
            <a:pPr marL="0" marR="0" lvl="0" indent="0" algn="l" defTabSz="914400" rtl="0" eaLnBrk="1" fontAlgn="auto" latinLnBrk="0" hangingPunct="1">
              <a:spcAft>
                <a:spcPts val="200"/>
              </a:spcAft>
              <a:buClrTx/>
              <a:buSzTx/>
              <a:buFontTx/>
              <a:buNone/>
              <a:tabLst/>
              <a:defRPr/>
            </a:pPr>
            <a:r>
              <a:rPr kumimoji="0" lang="en-US" sz="1200" b="0" i="0" u="none" strike="noStrike" kern="1200" cap="none" spc="0" normalizeH="0" baseline="0" noProof="0" dirty="0">
                <a:ln>
                  <a:noFill/>
                </a:ln>
                <a:effectLst/>
                <a:uLnTx/>
                <a:uFillTx/>
                <a:ea typeface="+mn-ea"/>
                <a:cs typeface="+mn-cs"/>
              </a:rPr>
              <a:t>This agent  recommends changes is config if there’s any change in the merchant or the network policies.</a:t>
            </a:r>
          </a:p>
        </p:txBody>
      </p:sp>
      <p:sp>
        <p:nvSpPr>
          <p:cNvPr id="22" name="TextBox 21">
            <a:extLst>
              <a:ext uri="{FF2B5EF4-FFF2-40B4-BE49-F238E27FC236}">
                <a16:creationId xmlns:a16="http://schemas.microsoft.com/office/drawing/2014/main" id="{E3B2FABF-D9CB-4165-5618-3B9A0CAAA8EB}"/>
              </a:ext>
            </a:extLst>
          </p:cNvPr>
          <p:cNvSpPr txBox="1"/>
          <p:nvPr/>
        </p:nvSpPr>
        <p:spPr>
          <a:xfrm>
            <a:off x="8219871" y="5747719"/>
            <a:ext cx="3407940" cy="764312"/>
          </a:xfrm>
          <a:prstGeom prst="rect">
            <a:avLst/>
          </a:prstGeom>
          <a:noFill/>
        </p:spPr>
        <p:txBody>
          <a:bodyPr wrap="square" lIns="0" tIns="0" rIns="0" bIns="0" rtlCol="0">
            <a:spAutoFit/>
          </a:bodyPr>
          <a:lstStyle/>
          <a:p>
            <a:pPr>
              <a:spcAft>
                <a:spcPts val="200"/>
              </a:spcAft>
            </a:pPr>
            <a:r>
              <a:rPr lang="en-US" sz="1200" b="1" dirty="0">
                <a:solidFill>
                  <a:schemeClr val="accent1"/>
                </a:solidFill>
              </a:rPr>
              <a:t>Agent 6</a:t>
            </a:r>
          </a:p>
          <a:p>
            <a:pPr marL="0" marR="0" lvl="0" indent="0" algn="l" defTabSz="914400" rtl="0" eaLnBrk="1" fontAlgn="auto" latinLnBrk="0" hangingPunct="1">
              <a:spcAft>
                <a:spcPts val="200"/>
              </a:spcAft>
              <a:buClrTx/>
              <a:buSzTx/>
              <a:buFontTx/>
              <a:buNone/>
              <a:tabLst/>
              <a:defRPr/>
            </a:pPr>
            <a:r>
              <a:rPr kumimoji="0" lang="en-US" sz="1200" b="0" i="0" u="none" strike="noStrike" kern="1200" cap="none" spc="0" normalizeH="0" baseline="0" noProof="0" dirty="0">
                <a:ln>
                  <a:noFill/>
                </a:ln>
                <a:effectLst/>
                <a:uLnTx/>
                <a:uFillTx/>
                <a:ea typeface="+mn-ea"/>
                <a:cs typeface="+mn-cs"/>
              </a:rPr>
              <a:t>This agent analyses the recent trend and suggests insights for the operations/finance teams to reduce the incoming chargeback claim cases.</a:t>
            </a:r>
          </a:p>
        </p:txBody>
      </p:sp>
    </p:spTree>
    <p:extLst>
      <p:ext uri="{BB962C8B-B14F-4D97-AF65-F5344CB8AC3E}">
        <p14:creationId xmlns:p14="http://schemas.microsoft.com/office/powerpoint/2010/main" val="53790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C1F71A5B-FD46-8FE2-5BFE-78DE065E2B91}"/>
              </a:ext>
            </a:extLst>
          </p:cNvPr>
          <p:cNvCxnSpPr>
            <a:cxnSpLocks/>
          </p:cNvCxnSpPr>
          <p:nvPr/>
        </p:nvCxnSpPr>
        <p:spPr>
          <a:xfrm flipV="1">
            <a:off x="10454597" y="4000409"/>
            <a:ext cx="469806" cy="190"/>
          </a:xfrm>
          <a:prstGeom prst="line">
            <a:avLst/>
          </a:prstGeom>
          <a:ln w="19050">
            <a:head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3393E41-8AF0-EC6D-D678-095AC64A2DF5}"/>
              </a:ext>
            </a:extLst>
          </p:cNvPr>
          <p:cNvSpPr>
            <a:spLocks noGrp="1"/>
          </p:cNvSpPr>
          <p:nvPr>
            <p:ph type="title"/>
          </p:nvPr>
        </p:nvSpPr>
        <p:spPr/>
        <p:txBody>
          <a:bodyPr/>
          <a:lstStyle/>
          <a:p>
            <a:r>
              <a:rPr lang="en-US" dirty="0"/>
              <a:t>Scenarios</a:t>
            </a:r>
          </a:p>
        </p:txBody>
      </p:sp>
      <p:sp>
        <p:nvSpPr>
          <p:cNvPr id="14" name="Freeform: Shape 13">
            <a:extLst>
              <a:ext uri="{FF2B5EF4-FFF2-40B4-BE49-F238E27FC236}">
                <a16:creationId xmlns:a16="http://schemas.microsoft.com/office/drawing/2014/main" id="{C19CADB4-5F5E-B15E-C1D8-47902EEBBF37}"/>
              </a:ext>
            </a:extLst>
          </p:cNvPr>
          <p:cNvSpPr/>
          <p:nvPr/>
        </p:nvSpPr>
        <p:spPr>
          <a:xfrm rot="5400000" flipH="1">
            <a:off x="5370609" y="-2444978"/>
            <a:ext cx="1492924" cy="11397849"/>
          </a:xfrm>
          <a:custGeom>
            <a:avLst/>
            <a:gdLst>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 name="connsiteX5" fmla="*/ 503732 w 1522932"/>
              <a:gd name="connsiteY5" fmla="*/ 882766 h 11284999"/>
              <a:gd name="connsiteX6" fmla="*/ 503732 w 1522932"/>
              <a:gd name="connsiteY6" fmla="*/ 3779038 h 11284999"/>
              <a:gd name="connsiteX7" fmla="*/ 1 w 1522932"/>
              <a:gd name="connsiteY7" fmla="*/ 3779038 h 11284999"/>
              <a:gd name="connsiteX8" fmla="*/ 2 w 1522932"/>
              <a:gd name="connsiteY8" fmla="*/ 10538141 h 11284999"/>
              <a:gd name="connsiteX9" fmla="*/ 1522932 w 1522932"/>
              <a:gd name="connsiteY9" fmla="*/ 11284999 h 11284999"/>
              <a:gd name="connsiteX0" fmla="*/ 503732 w 1522932"/>
              <a:gd name="connsiteY0" fmla="*/ 3779038 h 11284999"/>
              <a:gd name="connsiteX1" fmla="*/ 1 w 1522932"/>
              <a:gd name="connsiteY1" fmla="*/ 3779038 h 11284999"/>
              <a:gd name="connsiteX2" fmla="*/ 2 w 1522932"/>
              <a:gd name="connsiteY2" fmla="*/ 10538141 h 11284999"/>
              <a:gd name="connsiteX3" fmla="*/ 1522932 w 1522932"/>
              <a:gd name="connsiteY3" fmla="*/ 11284999 h 11284999"/>
              <a:gd name="connsiteX4" fmla="*/ 1522931 w 1522932"/>
              <a:gd name="connsiteY4" fmla="*/ 761469 h 11284999"/>
              <a:gd name="connsiteX5" fmla="*/ 761465 w 1522932"/>
              <a:gd name="connsiteY5" fmla="*/ 0 h 11284999"/>
              <a:gd name="connsiteX6" fmla="*/ 0 w 1522932"/>
              <a:gd name="connsiteY6" fmla="*/ 761469 h 11284999"/>
              <a:gd name="connsiteX7" fmla="*/ 0 w 1522932"/>
              <a:gd name="connsiteY7" fmla="*/ 882766 h 11284999"/>
              <a:gd name="connsiteX8" fmla="*/ 503732 w 1522932"/>
              <a:gd name="connsiteY8" fmla="*/ 882766 h 11284999"/>
              <a:gd name="connsiteX9" fmla="*/ 595172 w 1522932"/>
              <a:gd name="connsiteY9" fmla="*/ 3870478 h 11284999"/>
              <a:gd name="connsiteX0" fmla="*/ 1 w 1522932"/>
              <a:gd name="connsiteY0" fmla="*/ 3779038 h 11284999"/>
              <a:gd name="connsiteX1" fmla="*/ 2 w 1522932"/>
              <a:gd name="connsiteY1" fmla="*/ 10538141 h 11284999"/>
              <a:gd name="connsiteX2" fmla="*/ 1522932 w 1522932"/>
              <a:gd name="connsiteY2" fmla="*/ 11284999 h 11284999"/>
              <a:gd name="connsiteX3" fmla="*/ 1522931 w 1522932"/>
              <a:gd name="connsiteY3" fmla="*/ 761469 h 11284999"/>
              <a:gd name="connsiteX4" fmla="*/ 761465 w 1522932"/>
              <a:gd name="connsiteY4" fmla="*/ 0 h 11284999"/>
              <a:gd name="connsiteX5" fmla="*/ 0 w 1522932"/>
              <a:gd name="connsiteY5" fmla="*/ 761469 h 11284999"/>
              <a:gd name="connsiteX6" fmla="*/ 0 w 1522932"/>
              <a:gd name="connsiteY6" fmla="*/ 882766 h 11284999"/>
              <a:gd name="connsiteX7" fmla="*/ 503732 w 1522932"/>
              <a:gd name="connsiteY7" fmla="*/ 882766 h 11284999"/>
              <a:gd name="connsiteX8" fmla="*/ 595172 w 1522932"/>
              <a:gd name="connsiteY8" fmla="*/ 3870478 h 11284999"/>
              <a:gd name="connsiteX0" fmla="*/ 1 w 1522932"/>
              <a:gd name="connsiteY0" fmla="*/ 3779038 h 11284999"/>
              <a:gd name="connsiteX1" fmla="*/ 2 w 1522932"/>
              <a:gd name="connsiteY1" fmla="*/ 10538141 h 11284999"/>
              <a:gd name="connsiteX2" fmla="*/ 1522932 w 1522932"/>
              <a:gd name="connsiteY2" fmla="*/ 11284999 h 11284999"/>
              <a:gd name="connsiteX3" fmla="*/ 1522931 w 1522932"/>
              <a:gd name="connsiteY3" fmla="*/ 761469 h 11284999"/>
              <a:gd name="connsiteX4" fmla="*/ 761465 w 1522932"/>
              <a:gd name="connsiteY4" fmla="*/ 0 h 11284999"/>
              <a:gd name="connsiteX5" fmla="*/ 0 w 1522932"/>
              <a:gd name="connsiteY5" fmla="*/ 761469 h 11284999"/>
              <a:gd name="connsiteX6" fmla="*/ 0 w 1522932"/>
              <a:gd name="connsiteY6" fmla="*/ 882766 h 11284999"/>
              <a:gd name="connsiteX7" fmla="*/ 503732 w 1522932"/>
              <a:gd name="connsiteY7" fmla="*/ 882766 h 11284999"/>
              <a:gd name="connsiteX0" fmla="*/ 2 w 1522932"/>
              <a:gd name="connsiteY0" fmla="*/ 10538141 h 11284999"/>
              <a:gd name="connsiteX1" fmla="*/ 1522932 w 1522932"/>
              <a:gd name="connsiteY1" fmla="*/ 11284999 h 11284999"/>
              <a:gd name="connsiteX2" fmla="*/ 1522931 w 1522932"/>
              <a:gd name="connsiteY2" fmla="*/ 761469 h 11284999"/>
              <a:gd name="connsiteX3" fmla="*/ 761465 w 1522932"/>
              <a:gd name="connsiteY3" fmla="*/ 0 h 11284999"/>
              <a:gd name="connsiteX4" fmla="*/ 0 w 1522932"/>
              <a:gd name="connsiteY4" fmla="*/ 761469 h 11284999"/>
              <a:gd name="connsiteX5" fmla="*/ 0 w 1522932"/>
              <a:gd name="connsiteY5" fmla="*/ 882766 h 11284999"/>
              <a:gd name="connsiteX6" fmla="*/ 503732 w 1522932"/>
              <a:gd name="connsiteY6" fmla="*/ 882766 h 11284999"/>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 name="connsiteX5" fmla="*/ 503732 w 1522932"/>
              <a:gd name="connsiteY5" fmla="*/ 882766 h 11284999"/>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932" h="11284999">
                <a:moveTo>
                  <a:pt x="1522932" y="11284999"/>
                </a:moveTo>
                <a:cubicBezTo>
                  <a:pt x="1522932" y="7777155"/>
                  <a:pt x="1522931" y="4269312"/>
                  <a:pt x="1522931" y="761469"/>
                </a:cubicBezTo>
                <a:cubicBezTo>
                  <a:pt x="1522930" y="340923"/>
                  <a:pt x="1182011" y="0"/>
                  <a:pt x="761465" y="0"/>
                </a:cubicBezTo>
                <a:cubicBezTo>
                  <a:pt x="340919" y="0"/>
                  <a:pt x="0" y="340923"/>
                  <a:pt x="0" y="761469"/>
                </a:cubicBezTo>
                <a:lnTo>
                  <a:pt x="0" y="882766"/>
                </a:lnTo>
              </a:path>
            </a:pathLst>
          </a:custGeom>
          <a:ln w="19050">
            <a:headEnd type="ova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C3C3C"/>
              </a:solidFill>
              <a:effectLst/>
              <a:uLnTx/>
              <a:uFillTx/>
              <a:latin typeface="Arial"/>
              <a:ea typeface="+mn-ea"/>
              <a:cs typeface="+mn-cs"/>
            </a:endParaRPr>
          </a:p>
        </p:txBody>
      </p:sp>
      <p:sp>
        <p:nvSpPr>
          <p:cNvPr id="41" name="object 6">
            <a:extLst>
              <a:ext uri="{FF2B5EF4-FFF2-40B4-BE49-F238E27FC236}">
                <a16:creationId xmlns:a16="http://schemas.microsoft.com/office/drawing/2014/main" id="{797AA442-1EE8-DF84-E9C9-FB0184410821}"/>
              </a:ext>
            </a:extLst>
          </p:cNvPr>
          <p:cNvSpPr txBox="1"/>
          <p:nvPr/>
        </p:nvSpPr>
        <p:spPr>
          <a:xfrm>
            <a:off x="2740993" y="2596684"/>
            <a:ext cx="2040046" cy="685658"/>
          </a:xfrm>
          <a:prstGeom prst="rect">
            <a:avLst/>
          </a:prstGeom>
        </p:spPr>
        <p:txBody>
          <a:bodyPr vert="horz" wrap="square" lIns="0" tIns="8467" rIns="0" bIns="0" rtlCol="0">
            <a:spAutoFit/>
          </a:bodyPr>
          <a:lstStyle/>
          <a:p>
            <a:pPr marL="182880" lvl="0" indent="-182880" defTabSz="609630">
              <a:spcAft>
                <a:spcPts val="200"/>
              </a:spcAft>
              <a:buFont typeface="Arial" panose="020B0604020202020204" pitchFamily="34" charset="0"/>
              <a:buChar char="•"/>
              <a:defRPr/>
            </a:pPr>
            <a:r>
              <a:rPr lang="en-US" sz="1100" dirty="0">
                <a:solidFill>
                  <a:srgbClr val="3C3C3C"/>
                </a:solidFill>
                <a:cs typeface="Lucida Sans Unicode"/>
              </a:rPr>
              <a:t>It goes through all the evidence files provided by the issuer and </a:t>
            </a:r>
            <a:r>
              <a:rPr lang="en-US" sz="1100" dirty="0" err="1">
                <a:solidFill>
                  <a:srgbClr val="3C3C3C"/>
                </a:solidFill>
                <a:cs typeface="Lucida Sans Unicode"/>
              </a:rPr>
              <a:t>summarise</a:t>
            </a:r>
            <a:r>
              <a:rPr lang="en-US" sz="1100" dirty="0">
                <a:solidFill>
                  <a:srgbClr val="3C3C3C"/>
                </a:solidFill>
                <a:cs typeface="Lucida Sans Unicode"/>
              </a:rPr>
              <a:t> the reason for this dispute.</a:t>
            </a:r>
            <a:endParaRPr kumimoji="0" lang="en-US" sz="1100" b="0" i="0" u="none" strike="noStrike" kern="1200" cap="none" spc="0" normalizeH="0" baseline="0" noProof="0" dirty="0">
              <a:ln>
                <a:noFill/>
              </a:ln>
              <a:solidFill>
                <a:srgbClr val="3C3C3C"/>
              </a:solidFill>
              <a:effectLst/>
              <a:uLnTx/>
              <a:uFillTx/>
              <a:latin typeface="Arial"/>
              <a:ea typeface="+mn-ea"/>
              <a:cs typeface="Lucida Sans Unicode"/>
            </a:endParaRPr>
          </a:p>
        </p:txBody>
      </p:sp>
      <p:sp>
        <p:nvSpPr>
          <p:cNvPr id="43" name="object 6">
            <a:extLst>
              <a:ext uri="{FF2B5EF4-FFF2-40B4-BE49-F238E27FC236}">
                <a16:creationId xmlns:a16="http://schemas.microsoft.com/office/drawing/2014/main" id="{B6904CBB-B764-EC17-9E80-7F66E352F0C2}"/>
              </a:ext>
            </a:extLst>
          </p:cNvPr>
          <p:cNvSpPr txBox="1"/>
          <p:nvPr/>
        </p:nvSpPr>
        <p:spPr>
          <a:xfrm>
            <a:off x="2740992" y="2224498"/>
            <a:ext cx="2040047" cy="193216"/>
          </a:xfrm>
          <a:prstGeom prst="rect">
            <a:avLst/>
          </a:prstGeom>
        </p:spPr>
        <p:txBody>
          <a:bodyPr vert="horz" wrap="non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dirty="0">
                <a:solidFill>
                  <a:srgbClr val="F6A81C"/>
                </a:solidFill>
                <a:latin typeface="Arial"/>
              </a:rPr>
              <a:t>An Agent comes into action</a:t>
            </a:r>
          </a:p>
        </p:txBody>
      </p:sp>
      <p:sp>
        <p:nvSpPr>
          <p:cNvPr id="45" name="object 6">
            <a:extLst>
              <a:ext uri="{FF2B5EF4-FFF2-40B4-BE49-F238E27FC236}">
                <a16:creationId xmlns:a16="http://schemas.microsoft.com/office/drawing/2014/main" id="{D1126A02-8CE8-C2FB-0762-64492CDA9D67}"/>
              </a:ext>
            </a:extLst>
          </p:cNvPr>
          <p:cNvSpPr txBox="1"/>
          <p:nvPr/>
        </p:nvSpPr>
        <p:spPr>
          <a:xfrm>
            <a:off x="5001768" y="2596684"/>
            <a:ext cx="1584480" cy="685658"/>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Gets to see all the details of the dispute and the summary to understand it quickly.</a:t>
            </a:r>
          </a:p>
        </p:txBody>
      </p:sp>
      <p:sp>
        <p:nvSpPr>
          <p:cNvPr id="47" name="object 6">
            <a:extLst>
              <a:ext uri="{FF2B5EF4-FFF2-40B4-BE49-F238E27FC236}">
                <a16:creationId xmlns:a16="http://schemas.microsoft.com/office/drawing/2014/main" id="{E5C5223B-4034-44FF-5749-272556BE32DF}"/>
              </a:ext>
            </a:extLst>
          </p:cNvPr>
          <p:cNvSpPr txBox="1"/>
          <p:nvPr/>
        </p:nvSpPr>
        <p:spPr>
          <a:xfrm>
            <a:off x="4918077" y="2036026"/>
            <a:ext cx="1756366" cy="377882"/>
          </a:xfrm>
          <a:prstGeom prst="rect">
            <a:avLst/>
          </a:prstGeom>
        </p:spPr>
        <p:txBody>
          <a:bodyPr vert="horz" wrap="squar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kumimoji="0" lang="en-IN" sz="1200" b="1" i="0" u="none" strike="noStrike" kern="1200" cap="none" spc="0" normalizeH="0" baseline="0" noProof="0" dirty="0">
                <a:ln>
                  <a:noFill/>
                </a:ln>
                <a:solidFill>
                  <a:srgbClr val="16529E"/>
                </a:solidFill>
                <a:effectLst/>
                <a:uLnTx/>
                <a:uFillTx/>
                <a:latin typeface="Arial"/>
                <a:ea typeface="+mn-ea"/>
                <a:cs typeface="Arial"/>
              </a:rPr>
              <a:t>User clicks on a claim in the dashboard</a:t>
            </a:r>
          </a:p>
        </p:txBody>
      </p:sp>
      <p:sp>
        <p:nvSpPr>
          <p:cNvPr id="49" name="object 6">
            <a:extLst>
              <a:ext uri="{FF2B5EF4-FFF2-40B4-BE49-F238E27FC236}">
                <a16:creationId xmlns:a16="http://schemas.microsoft.com/office/drawing/2014/main" id="{A060A067-F883-7C9D-6E68-E4812CE6A1D0}"/>
              </a:ext>
            </a:extLst>
          </p:cNvPr>
          <p:cNvSpPr txBox="1"/>
          <p:nvPr/>
        </p:nvSpPr>
        <p:spPr>
          <a:xfrm>
            <a:off x="7183295" y="2596684"/>
            <a:ext cx="2040046" cy="854935"/>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Agent helps decide which evidences are apt for challenging. Those API calls are made to fetch the data from external data points.</a:t>
            </a:r>
          </a:p>
        </p:txBody>
      </p:sp>
      <p:sp>
        <p:nvSpPr>
          <p:cNvPr id="51" name="object 6">
            <a:extLst>
              <a:ext uri="{FF2B5EF4-FFF2-40B4-BE49-F238E27FC236}">
                <a16:creationId xmlns:a16="http://schemas.microsoft.com/office/drawing/2014/main" id="{5A4BA978-7056-5597-7F6A-8F5AEF41A1E9}"/>
              </a:ext>
            </a:extLst>
          </p:cNvPr>
          <p:cNvSpPr txBox="1"/>
          <p:nvPr/>
        </p:nvSpPr>
        <p:spPr>
          <a:xfrm>
            <a:off x="7027347" y="2059906"/>
            <a:ext cx="1933773" cy="377882"/>
          </a:xfrm>
          <a:prstGeom prst="rect">
            <a:avLst/>
          </a:prstGeom>
        </p:spPr>
        <p:txBody>
          <a:bodyPr vert="horz" wrap="squar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dirty="0">
                <a:solidFill>
                  <a:srgbClr val="F6A81C"/>
                </a:solidFill>
                <a:latin typeface="Arial"/>
              </a:rPr>
              <a:t>User does evidence enrichment</a:t>
            </a:r>
          </a:p>
        </p:txBody>
      </p:sp>
      <p:sp>
        <p:nvSpPr>
          <p:cNvPr id="53" name="object 6">
            <a:extLst>
              <a:ext uri="{FF2B5EF4-FFF2-40B4-BE49-F238E27FC236}">
                <a16:creationId xmlns:a16="http://schemas.microsoft.com/office/drawing/2014/main" id="{A739534E-F577-7748-C352-08EFD35BE620}"/>
              </a:ext>
            </a:extLst>
          </p:cNvPr>
          <p:cNvSpPr txBox="1"/>
          <p:nvPr/>
        </p:nvSpPr>
        <p:spPr>
          <a:xfrm>
            <a:off x="9541939" y="2596684"/>
            <a:ext cx="1878917" cy="854935"/>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The agent checks if the necessary evidences got fetched. Accordingly, it suggests if this claim should be challenged.</a:t>
            </a:r>
          </a:p>
        </p:txBody>
      </p:sp>
      <p:sp>
        <p:nvSpPr>
          <p:cNvPr id="106" name="object 6">
            <a:extLst>
              <a:ext uri="{FF2B5EF4-FFF2-40B4-BE49-F238E27FC236}">
                <a16:creationId xmlns:a16="http://schemas.microsoft.com/office/drawing/2014/main" id="{EDDC9265-D41A-0A7C-C36C-831E77E4B16E}"/>
              </a:ext>
            </a:extLst>
          </p:cNvPr>
          <p:cNvSpPr txBox="1"/>
          <p:nvPr/>
        </p:nvSpPr>
        <p:spPr>
          <a:xfrm>
            <a:off x="4737101" y="4090082"/>
            <a:ext cx="2149721" cy="854935"/>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When a response is received it is stored in the database as a historical data for the ML model to learn and get better in the future.</a:t>
            </a:r>
          </a:p>
        </p:txBody>
      </p:sp>
      <p:sp>
        <p:nvSpPr>
          <p:cNvPr id="123" name="object 6">
            <a:extLst>
              <a:ext uri="{FF2B5EF4-FFF2-40B4-BE49-F238E27FC236}">
                <a16:creationId xmlns:a16="http://schemas.microsoft.com/office/drawing/2014/main" id="{90E8DFA1-7166-B147-226D-F663ED2EB097}"/>
              </a:ext>
            </a:extLst>
          </p:cNvPr>
          <p:cNvSpPr txBox="1"/>
          <p:nvPr/>
        </p:nvSpPr>
        <p:spPr>
          <a:xfrm>
            <a:off x="4700222" y="3717896"/>
            <a:ext cx="2287806" cy="193216"/>
          </a:xfrm>
          <a:prstGeom prst="rect">
            <a:avLst/>
          </a:prstGeom>
        </p:spPr>
        <p:txBody>
          <a:bodyPr vert="horz" wrap="non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dirty="0">
                <a:solidFill>
                  <a:srgbClr val="16529E"/>
                </a:solidFill>
                <a:latin typeface="Arial"/>
              </a:rPr>
              <a:t>Response received from issuer</a:t>
            </a:r>
          </a:p>
        </p:txBody>
      </p:sp>
      <p:sp>
        <p:nvSpPr>
          <p:cNvPr id="103" name="object 6">
            <a:extLst>
              <a:ext uri="{FF2B5EF4-FFF2-40B4-BE49-F238E27FC236}">
                <a16:creationId xmlns:a16="http://schemas.microsoft.com/office/drawing/2014/main" id="{ECE7D2FD-C343-191E-E023-22475E0C0BCC}"/>
              </a:ext>
            </a:extLst>
          </p:cNvPr>
          <p:cNvSpPr txBox="1"/>
          <p:nvPr/>
        </p:nvSpPr>
        <p:spPr>
          <a:xfrm>
            <a:off x="7080627" y="4090082"/>
            <a:ext cx="2149721" cy="854935"/>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Final report is generated by the agent which can easily be understood by issuer in 2-3 minutes. If user is satisfied, they submit it.</a:t>
            </a:r>
          </a:p>
        </p:txBody>
      </p:sp>
      <p:sp>
        <p:nvSpPr>
          <p:cNvPr id="105" name="object 6">
            <a:extLst>
              <a:ext uri="{FF2B5EF4-FFF2-40B4-BE49-F238E27FC236}">
                <a16:creationId xmlns:a16="http://schemas.microsoft.com/office/drawing/2014/main" id="{A9D85055-EF99-2211-F6E2-55060D27642A}"/>
              </a:ext>
            </a:extLst>
          </p:cNvPr>
          <p:cNvSpPr txBox="1"/>
          <p:nvPr/>
        </p:nvSpPr>
        <p:spPr>
          <a:xfrm>
            <a:off x="7139711" y="3717896"/>
            <a:ext cx="2090637" cy="193216"/>
          </a:xfrm>
          <a:prstGeom prst="rect">
            <a:avLst/>
          </a:prstGeom>
        </p:spPr>
        <p:txBody>
          <a:bodyPr vert="horz" wrap="non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kumimoji="0" lang="en-IN" sz="1200" b="1" i="0" u="none" strike="noStrike" kern="1200" cap="none" spc="0" normalizeH="0" baseline="0" noProof="0" dirty="0">
                <a:ln>
                  <a:noFill/>
                </a:ln>
                <a:solidFill>
                  <a:srgbClr val="F6A81C"/>
                </a:solidFill>
                <a:effectLst/>
                <a:uLnTx/>
                <a:uFillTx/>
                <a:latin typeface="Arial"/>
                <a:ea typeface="+mn-ea"/>
                <a:cs typeface="Arial"/>
              </a:rPr>
              <a:t>User submits representment</a:t>
            </a:r>
          </a:p>
        </p:txBody>
      </p:sp>
      <p:sp>
        <p:nvSpPr>
          <p:cNvPr id="100" name="object 6">
            <a:extLst>
              <a:ext uri="{FF2B5EF4-FFF2-40B4-BE49-F238E27FC236}">
                <a16:creationId xmlns:a16="http://schemas.microsoft.com/office/drawing/2014/main" id="{7081D652-3527-1A9B-D059-CAF8572E9216}"/>
              </a:ext>
            </a:extLst>
          </p:cNvPr>
          <p:cNvSpPr txBox="1"/>
          <p:nvPr/>
        </p:nvSpPr>
        <p:spPr>
          <a:xfrm>
            <a:off x="9529959" y="4086276"/>
            <a:ext cx="1849276" cy="854935"/>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If the agent reports that any crucial data is missing, user can escalate with the data provider and get it and upload it.</a:t>
            </a:r>
          </a:p>
        </p:txBody>
      </p:sp>
      <p:sp>
        <p:nvSpPr>
          <p:cNvPr id="102" name="object 6">
            <a:extLst>
              <a:ext uri="{FF2B5EF4-FFF2-40B4-BE49-F238E27FC236}">
                <a16:creationId xmlns:a16="http://schemas.microsoft.com/office/drawing/2014/main" id="{E837AD46-DB72-0654-709F-FFE5A7BEE863}"/>
              </a:ext>
            </a:extLst>
          </p:cNvPr>
          <p:cNvSpPr txBox="1"/>
          <p:nvPr/>
        </p:nvSpPr>
        <p:spPr>
          <a:xfrm>
            <a:off x="9669724" y="3562096"/>
            <a:ext cx="1458524" cy="377882"/>
          </a:xfrm>
          <a:prstGeom prst="rect">
            <a:avLst/>
          </a:prstGeom>
        </p:spPr>
        <p:txBody>
          <a:bodyPr vert="horz" wrap="squar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kumimoji="0" lang="en-IN" sz="1200" b="1" i="0" u="none" strike="noStrike" kern="1200" cap="none" spc="0" normalizeH="0" baseline="0" noProof="0" dirty="0">
                <a:ln>
                  <a:noFill/>
                </a:ln>
                <a:solidFill>
                  <a:srgbClr val="F6A81C"/>
                </a:solidFill>
                <a:effectLst/>
                <a:uLnTx/>
                <a:uFillTx/>
                <a:latin typeface="Arial"/>
                <a:ea typeface="+mn-ea"/>
                <a:cs typeface="Arial"/>
              </a:rPr>
              <a:t>User gets any missing evidences</a:t>
            </a:r>
          </a:p>
        </p:txBody>
      </p:sp>
      <p:sp>
        <p:nvSpPr>
          <p:cNvPr id="199" name="Rectangle 198">
            <a:extLst>
              <a:ext uri="{FF2B5EF4-FFF2-40B4-BE49-F238E27FC236}">
                <a16:creationId xmlns:a16="http://schemas.microsoft.com/office/drawing/2014/main" id="{DF6A8E19-7B9E-2244-3FDE-6B8C04898387}"/>
              </a:ext>
            </a:extLst>
          </p:cNvPr>
          <p:cNvSpPr/>
          <p:nvPr/>
        </p:nvSpPr>
        <p:spPr>
          <a:xfrm>
            <a:off x="6777468" y="1896861"/>
            <a:ext cx="303159" cy="562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00" name="object 42">
            <a:extLst>
              <a:ext uri="{FF2B5EF4-FFF2-40B4-BE49-F238E27FC236}">
                <a16:creationId xmlns:a16="http://schemas.microsoft.com/office/drawing/2014/main" id="{386AE0E9-32D4-9018-780A-7A72BDBD481D}"/>
              </a:ext>
            </a:extLst>
          </p:cNvPr>
          <p:cNvSpPr txBox="1"/>
          <p:nvPr/>
        </p:nvSpPr>
        <p:spPr>
          <a:xfrm>
            <a:off x="7183295" y="1836063"/>
            <a:ext cx="1466271" cy="177827"/>
          </a:xfrm>
          <a:prstGeom prst="rect">
            <a:avLst/>
          </a:prstGeom>
        </p:spPr>
        <p:txBody>
          <a:bodyPr vert="horz" wrap="square" lIns="0" tIns="8467" rIns="0" bIns="0" rtlCol="0" anchor="ctr">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Deterministic steps</a:t>
            </a:r>
          </a:p>
        </p:txBody>
      </p:sp>
      <p:sp>
        <p:nvSpPr>
          <p:cNvPr id="203" name="object 42">
            <a:extLst>
              <a:ext uri="{FF2B5EF4-FFF2-40B4-BE49-F238E27FC236}">
                <a16:creationId xmlns:a16="http://schemas.microsoft.com/office/drawing/2014/main" id="{01539651-6640-654F-4BD2-1A2F9F5F574E}"/>
              </a:ext>
            </a:extLst>
          </p:cNvPr>
          <p:cNvSpPr txBox="1"/>
          <p:nvPr/>
        </p:nvSpPr>
        <p:spPr>
          <a:xfrm>
            <a:off x="9521558" y="1836064"/>
            <a:ext cx="2294434" cy="177827"/>
          </a:xfrm>
          <a:prstGeom prst="rect">
            <a:avLst/>
          </a:prstGeom>
        </p:spPr>
        <p:txBody>
          <a:bodyPr vert="horz" wrap="square" lIns="0" tIns="8467" rIns="0" bIns="0" rtlCol="0" anchor="ctr">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Agents involved</a:t>
            </a:r>
          </a:p>
        </p:txBody>
      </p:sp>
      <p:sp>
        <p:nvSpPr>
          <p:cNvPr id="202" name="Rectangle 201">
            <a:extLst>
              <a:ext uri="{FF2B5EF4-FFF2-40B4-BE49-F238E27FC236}">
                <a16:creationId xmlns:a16="http://schemas.microsoft.com/office/drawing/2014/main" id="{8799B3D9-BA5B-6928-8624-33B201610E6C}"/>
              </a:ext>
            </a:extLst>
          </p:cNvPr>
          <p:cNvSpPr/>
          <p:nvPr/>
        </p:nvSpPr>
        <p:spPr>
          <a:xfrm>
            <a:off x="9093455" y="1896861"/>
            <a:ext cx="303159" cy="562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a:ea typeface="+mn-ea"/>
              <a:cs typeface="+mn-cs"/>
            </a:endParaRPr>
          </a:p>
        </p:txBody>
      </p:sp>
      <p:cxnSp>
        <p:nvCxnSpPr>
          <p:cNvPr id="56" name="Straight Connector 55">
            <a:extLst>
              <a:ext uri="{FF2B5EF4-FFF2-40B4-BE49-F238E27FC236}">
                <a16:creationId xmlns:a16="http://schemas.microsoft.com/office/drawing/2014/main" id="{CE04361A-C952-449D-840F-E5E9D6379B77}"/>
              </a:ext>
            </a:extLst>
          </p:cNvPr>
          <p:cNvCxnSpPr>
            <a:cxnSpLocks/>
          </p:cNvCxnSpPr>
          <p:nvPr/>
        </p:nvCxnSpPr>
        <p:spPr>
          <a:xfrm>
            <a:off x="4288536" y="4000599"/>
            <a:ext cx="6059424" cy="0"/>
          </a:xfrm>
          <a:prstGeom prst="line">
            <a:avLst/>
          </a:prstGeom>
          <a:ln/>
        </p:spPr>
        <p:style>
          <a:lnRef idx="2">
            <a:schemeClr val="accent1"/>
          </a:lnRef>
          <a:fillRef idx="0">
            <a:schemeClr val="accent1"/>
          </a:fillRef>
          <a:effectRef idx="1">
            <a:schemeClr val="accent1"/>
          </a:effectRef>
          <a:fontRef idx="minor">
            <a:schemeClr val="tx1"/>
          </a:fontRef>
        </p:style>
      </p:cxnSp>
      <p:sp>
        <p:nvSpPr>
          <p:cNvPr id="59" name="Google Shape;35347;p3172">
            <a:extLst>
              <a:ext uri="{FF2B5EF4-FFF2-40B4-BE49-F238E27FC236}">
                <a16:creationId xmlns:a16="http://schemas.microsoft.com/office/drawing/2014/main" id="{C8A61197-1E7B-4B05-8F18-32481F4EB073}"/>
              </a:ext>
            </a:extLst>
          </p:cNvPr>
          <p:cNvSpPr/>
          <p:nvPr/>
        </p:nvSpPr>
        <p:spPr>
          <a:xfrm>
            <a:off x="5927154" y="2459926"/>
            <a:ext cx="93490" cy="90740"/>
          </a:xfrm>
          <a:prstGeom prst="ellipse">
            <a:avLst/>
          </a:prstGeom>
          <a:solidFill>
            <a:schemeClr val="bg1"/>
          </a:solidFill>
          <a:ln w="19050">
            <a:solidFill>
              <a:schemeClr val="accent1"/>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prstClr val="white"/>
              </a:solidFill>
              <a:effectLst/>
              <a:uLnTx/>
              <a:uFillTx/>
              <a:latin typeface="Arial"/>
              <a:ea typeface="Arial"/>
              <a:cs typeface="Arial" panose="020B0604020202020204" pitchFamily="34" charset="0"/>
              <a:sym typeface="Arial"/>
            </a:endParaRPr>
          </a:p>
        </p:txBody>
      </p:sp>
      <p:sp>
        <p:nvSpPr>
          <p:cNvPr id="65" name="Google Shape;35347;p3172">
            <a:extLst>
              <a:ext uri="{FF2B5EF4-FFF2-40B4-BE49-F238E27FC236}">
                <a16:creationId xmlns:a16="http://schemas.microsoft.com/office/drawing/2014/main" id="{7C227578-BE2E-4398-B782-7CC84F5F7808}"/>
              </a:ext>
            </a:extLst>
          </p:cNvPr>
          <p:cNvSpPr/>
          <p:nvPr/>
        </p:nvSpPr>
        <p:spPr>
          <a:xfrm>
            <a:off x="8138277" y="3953324"/>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66" name="Google Shape;35347;p3172">
            <a:extLst>
              <a:ext uri="{FF2B5EF4-FFF2-40B4-BE49-F238E27FC236}">
                <a16:creationId xmlns:a16="http://schemas.microsoft.com/office/drawing/2014/main" id="{B2C98DE9-E2D1-4F21-87B0-5354842A184C}"/>
              </a:ext>
            </a:extLst>
          </p:cNvPr>
          <p:cNvSpPr/>
          <p:nvPr/>
        </p:nvSpPr>
        <p:spPr>
          <a:xfrm>
            <a:off x="10351168" y="3953324"/>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3" name="object 6">
            <a:extLst>
              <a:ext uri="{FF2B5EF4-FFF2-40B4-BE49-F238E27FC236}">
                <a16:creationId xmlns:a16="http://schemas.microsoft.com/office/drawing/2014/main" id="{75B2F7A1-29AE-2D9D-80DF-F30C8980F534}"/>
              </a:ext>
            </a:extLst>
          </p:cNvPr>
          <p:cNvSpPr txBox="1"/>
          <p:nvPr/>
        </p:nvSpPr>
        <p:spPr>
          <a:xfrm>
            <a:off x="9375555" y="2217553"/>
            <a:ext cx="2180405" cy="193216"/>
          </a:xfrm>
          <a:prstGeom prst="rect">
            <a:avLst/>
          </a:prstGeom>
        </p:spPr>
        <p:txBody>
          <a:bodyPr vert="horz" wrap="non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kumimoji="0" lang="en-IN" sz="1200" b="1" i="0" u="none" strike="noStrike" kern="1200" cap="none" spc="0" normalizeH="0" baseline="0" noProof="0" dirty="0">
                <a:ln>
                  <a:noFill/>
                </a:ln>
                <a:solidFill>
                  <a:srgbClr val="F6A81C"/>
                </a:solidFill>
                <a:effectLst/>
                <a:uLnTx/>
                <a:uFillTx/>
                <a:latin typeface="Arial"/>
                <a:ea typeface="+mn-ea"/>
                <a:cs typeface="Arial"/>
              </a:rPr>
              <a:t>Challenge Decision Feedback</a:t>
            </a:r>
          </a:p>
        </p:txBody>
      </p:sp>
      <p:sp>
        <p:nvSpPr>
          <p:cNvPr id="6" name="Google Shape;35347;p3172">
            <a:extLst>
              <a:ext uri="{FF2B5EF4-FFF2-40B4-BE49-F238E27FC236}">
                <a16:creationId xmlns:a16="http://schemas.microsoft.com/office/drawing/2014/main" id="{50889D28-2967-22DA-3D0D-CB46FAC509C1}"/>
              </a:ext>
            </a:extLst>
          </p:cNvPr>
          <p:cNvSpPr/>
          <p:nvPr/>
        </p:nvSpPr>
        <p:spPr>
          <a:xfrm>
            <a:off x="10256680" y="2478092"/>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8" name="Google Shape;35347;p3172">
            <a:extLst>
              <a:ext uri="{FF2B5EF4-FFF2-40B4-BE49-F238E27FC236}">
                <a16:creationId xmlns:a16="http://schemas.microsoft.com/office/drawing/2014/main" id="{496E2357-5D7C-383F-D259-CB020F340733}"/>
              </a:ext>
            </a:extLst>
          </p:cNvPr>
          <p:cNvSpPr/>
          <p:nvPr/>
        </p:nvSpPr>
        <p:spPr>
          <a:xfrm>
            <a:off x="7916430" y="2456868"/>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10" name="Google Shape;35347;p3172">
            <a:extLst>
              <a:ext uri="{FF2B5EF4-FFF2-40B4-BE49-F238E27FC236}">
                <a16:creationId xmlns:a16="http://schemas.microsoft.com/office/drawing/2014/main" id="{209A651D-6550-5D80-F26E-6D785D2FDB5F}"/>
              </a:ext>
            </a:extLst>
          </p:cNvPr>
          <p:cNvSpPr/>
          <p:nvPr/>
        </p:nvSpPr>
        <p:spPr>
          <a:xfrm>
            <a:off x="3586904" y="2456868"/>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11" name="Google Shape;35347;p3172">
            <a:extLst>
              <a:ext uri="{FF2B5EF4-FFF2-40B4-BE49-F238E27FC236}">
                <a16:creationId xmlns:a16="http://schemas.microsoft.com/office/drawing/2014/main" id="{C8A61197-1E7B-4B05-8F18-32481F4EB073}"/>
              </a:ext>
            </a:extLst>
          </p:cNvPr>
          <p:cNvSpPr/>
          <p:nvPr/>
        </p:nvSpPr>
        <p:spPr>
          <a:xfrm>
            <a:off x="5844125" y="3957034"/>
            <a:ext cx="93490" cy="90740"/>
          </a:xfrm>
          <a:prstGeom prst="ellipse">
            <a:avLst/>
          </a:prstGeom>
          <a:solidFill>
            <a:schemeClr val="bg1"/>
          </a:solidFill>
          <a:ln w="19050">
            <a:solidFill>
              <a:schemeClr val="accent1"/>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prstClr val="white"/>
              </a:solidFill>
              <a:effectLst/>
              <a:uLnTx/>
              <a:uFillTx/>
              <a:latin typeface="Arial"/>
              <a:ea typeface="Arial"/>
              <a:cs typeface="Arial" panose="020B0604020202020204" pitchFamily="34" charset="0"/>
              <a:sym typeface="Arial"/>
            </a:endParaRPr>
          </a:p>
        </p:txBody>
      </p:sp>
      <p:sp>
        <p:nvSpPr>
          <p:cNvPr id="15" name="Google Shape;35347;p3172">
            <a:extLst>
              <a:ext uri="{FF2B5EF4-FFF2-40B4-BE49-F238E27FC236}">
                <a16:creationId xmlns:a16="http://schemas.microsoft.com/office/drawing/2014/main" id="{7B9FD7C3-FF0C-92ED-2846-BCDBF824167E}"/>
              </a:ext>
            </a:extLst>
          </p:cNvPr>
          <p:cNvSpPr/>
          <p:nvPr/>
        </p:nvSpPr>
        <p:spPr>
          <a:xfrm>
            <a:off x="4205799" y="3957429"/>
            <a:ext cx="93490" cy="90740"/>
          </a:xfrm>
          <a:prstGeom prst="ellipse">
            <a:avLst/>
          </a:prstGeom>
          <a:solidFill>
            <a:srgbClr val="002060"/>
          </a:solidFill>
          <a:ln w="19050">
            <a:solidFill>
              <a:schemeClr val="accent1"/>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prstClr val="white"/>
              </a:solidFill>
              <a:effectLst/>
              <a:uLnTx/>
              <a:uFillTx/>
              <a:latin typeface="Arial"/>
              <a:ea typeface="Arial"/>
              <a:cs typeface="Arial" panose="020B0604020202020204" pitchFamily="34" charset="0"/>
              <a:sym typeface="Arial"/>
            </a:endParaRPr>
          </a:p>
        </p:txBody>
      </p:sp>
      <p:graphicFrame>
        <p:nvGraphicFramePr>
          <p:cNvPr id="16" name="Table 15">
            <a:extLst>
              <a:ext uri="{FF2B5EF4-FFF2-40B4-BE49-F238E27FC236}">
                <a16:creationId xmlns:a16="http://schemas.microsoft.com/office/drawing/2014/main" id="{37D4638D-B070-576E-DE16-9B09687AB36A}"/>
              </a:ext>
            </a:extLst>
          </p:cNvPr>
          <p:cNvGraphicFramePr>
            <a:graphicFrameLocks noGrp="1"/>
          </p:cNvGraphicFramePr>
          <p:nvPr>
            <p:extLst>
              <p:ext uri="{D42A27DB-BD31-4B8C-83A1-F6EECF244321}">
                <p14:modId xmlns:p14="http://schemas.microsoft.com/office/powerpoint/2010/main" val="941419587"/>
              </p:ext>
            </p:extLst>
          </p:nvPr>
        </p:nvGraphicFramePr>
        <p:xfrm>
          <a:off x="376008" y="976467"/>
          <a:ext cx="5463124" cy="607695"/>
        </p:xfrm>
        <a:graphic>
          <a:graphicData uri="http://schemas.openxmlformats.org/drawingml/2006/table">
            <a:tbl>
              <a:tblPr/>
              <a:tblGrid>
                <a:gridCol w="5463124">
                  <a:extLst>
                    <a:ext uri="{9D8B030D-6E8A-4147-A177-3AD203B41FA5}">
                      <a16:colId xmlns:a16="http://schemas.microsoft.com/office/drawing/2014/main" val="3185497295"/>
                    </a:ext>
                  </a:extLst>
                </a:gridCol>
              </a:tblGrid>
              <a:tr h="154084">
                <a:tc>
                  <a:txBody>
                    <a:bodyPr/>
                    <a:lstStyle/>
                    <a:p>
                      <a:pPr fontAlgn="t">
                        <a:lnSpc>
                          <a:spcPts val="1500"/>
                        </a:lnSpc>
                        <a:buNone/>
                      </a:pPr>
                      <a:r>
                        <a:rPr lang="it-IT" b="0" i="0" dirty="0">
                          <a:effectLst/>
                          <a:latin typeface="Segoe UI" panose="020B0502040204020203" pitchFamily="34" charset="0"/>
                        </a:rPr>
                        <a:t>Scenario 1: Enrich &amp; Challenge</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75204873"/>
                  </a:ext>
                </a:extLst>
              </a:tr>
              <a:tr h="186064">
                <a:tc>
                  <a:txBody>
                    <a:bodyPr/>
                    <a:lstStyle/>
                    <a:p>
                      <a:r>
                        <a:rPr lang="it-IT" sz="1400" b="0" i="0" dirty="0">
                          <a:effectLst/>
                          <a:latin typeface="Segoe UI" panose="020B0502040204020203" pitchFamily="34" charset="0"/>
                        </a:rPr>
                        <a:t>AI‑Assisted Path</a:t>
                      </a:r>
                      <a:endParaRPr lang="en-IN" sz="1400"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891877254"/>
                  </a:ext>
                </a:extLst>
              </a:tr>
            </a:tbl>
          </a:graphicData>
        </a:graphic>
      </p:graphicFrame>
      <p:sp>
        <p:nvSpPr>
          <p:cNvPr id="17" name="object 6">
            <a:extLst>
              <a:ext uri="{FF2B5EF4-FFF2-40B4-BE49-F238E27FC236}">
                <a16:creationId xmlns:a16="http://schemas.microsoft.com/office/drawing/2014/main" id="{2C4ABE03-603D-7639-1976-380E3A1FB95A}"/>
              </a:ext>
            </a:extLst>
          </p:cNvPr>
          <p:cNvSpPr txBox="1"/>
          <p:nvPr/>
        </p:nvSpPr>
        <p:spPr>
          <a:xfrm>
            <a:off x="558238" y="2099418"/>
            <a:ext cx="1756366" cy="613844"/>
          </a:xfrm>
          <a:prstGeom prst="rect">
            <a:avLst/>
          </a:prstGeom>
        </p:spPr>
        <p:txBody>
          <a:bodyPr vert="horz" wrap="square" lIns="0" tIns="8467" rIns="0" bIns="0" rtlCol="0">
            <a:spAutoFit/>
          </a:body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sz="1200" b="1" dirty="0">
                <a:solidFill>
                  <a:srgbClr val="F6A81C"/>
                </a:solidFill>
                <a:latin typeface="Arial"/>
                <a:cs typeface="Arial"/>
              </a:rPr>
              <a:t>New chargeback claim is registered</a:t>
            </a:r>
          </a:p>
          <a:p>
            <a:pPr marL="8467" marR="0" lvl="0" indent="0" algn="ctr" defTabSz="609630" rtl="0" eaLnBrk="1" fontAlgn="auto" latinLnBrk="0" hangingPunct="1">
              <a:lnSpc>
                <a:spcPct val="100000"/>
              </a:lnSpc>
              <a:spcBef>
                <a:spcPts val="67"/>
              </a:spcBef>
              <a:spcAft>
                <a:spcPts val="300"/>
              </a:spcAft>
              <a:buClrTx/>
              <a:buSzTx/>
              <a:buFontTx/>
              <a:buNone/>
              <a:tabLst/>
              <a:defRPr/>
            </a:pPr>
            <a:endParaRPr kumimoji="0" sz="1200" b="0" i="0" u="none" strike="noStrike" kern="1200" cap="none" spc="0" normalizeH="0" baseline="0" noProof="0" dirty="0">
              <a:ln>
                <a:noFill/>
              </a:ln>
              <a:solidFill>
                <a:srgbClr val="16529E"/>
              </a:solidFill>
              <a:effectLst/>
              <a:uLnTx/>
              <a:uFillTx/>
              <a:latin typeface="Arial"/>
              <a:ea typeface="+mn-ea"/>
              <a:cs typeface="Arial"/>
            </a:endParaRPr>
          </a:p>
        </p:txBody>
      </p:sp>
      <p:sp>
        <p:nvSpPr>
          <p:cNvPr id="18" name="object 6">
            <a:extLst>
              <a:ext uri="{FF2B5EF4-FFF2-40B4-BE49-F238E27FC236}">
                <a16:creationId xmlns:a16="http://schemas.microsoft.com/office/drawing/2014/main" id="{B40E42CD-6EE7-E248-6254-0168A6A4833A}"/>
              </a:ext>
            </a:extLst>
          </p:cNvPr>
          <p:cNvSpPr txBox="1"/>
          <p:nvPr/>
        </p:nvSpPr>
        <p:spPr>
          <a:xfrm>
            <a:off x="632372" y="2589511"/>
            <a:ext cx="1552214" cy="516381"/>
          </a:xfrm>
          <a:prstGeom prst="rect">
            <a:avLst/>
          </a:prstGeom>
        </p:spPr>
        <p:txBody>
          <a:bodyPr vert="horz" wrap="square" lIns="0" tIns="8467" rIns="0" bIns="0" rtlCol="0">
            <a:spAutoFit/>
          </a:bodyPr>
          <a:lstStyle/>
          <a:p>
            <a:pPr marL="182880" lvl="0" indent="-182880" defTabSz="609630">
              <a:spcAft>
                <a:spcPts val="200"/>
              </a:spcAft>
              <a:buFont typeface="Arial" panose="020B0604020202020204" pitchFamily="34" charset="0"/>
              <a:buChar char="•"/>
              <a:defRPr/>
            </a:pPr>
            <a:r>
              <a:rPr lang="en-US" sz="1100" dirty="0">
                <a:solidFill>
                  <a:srgbClr val="3C3C3C"/>
                </a:solidFill>
                <a:cs typeface="Lucida Sans Unicode"/>
              </a:rPr>
              <a:t>The new case is fetched via the </a:t>
            </a:r>
            <a:r>
              <a:rPr lang="en-US" sz="1100" dirty="0" err="1">
                <a:solidFill>
                  <a:srgbClr val="3C3C3C"/>
                </a:solidFill>
                <a:cs typeface="Lucida Sans Unicode"/>
              </a:rPr>
              <a:t>Mastercom</a:t>
            </a:r>
            <a:r>
              <a:rPr lang="en-US" sz="1100" dirty="0">
                <a:solidFill>
                  <a:srgbClr val="3C3C3C"/>
                </a:solidFill>
                <a:cs typeface="Lucida Sans Unicode"/>
              </a:rPr>
              <a:t> API</a:t>
            </a:r>
            <a:endParaRPr kumimoji="0" lang="en-US" sz="1100" b="0" i="0" u="none" strike="noStrike" kern="1200" cap="none" spc="0" normalizeH="0" baseline="0" noProof="0" dirty="0">
              <a:ln>
                <a:noFill/>
              </a:ln>
              <a:solidFill>
                <a:srgbClr val="3C3C3C"/>
              </a:solidFill>
              <a:effectLst/>
              <a:uLnTx/>
              <a:uFillTx/>
              <a:latin typeface="Arial"/>
              <a:ea typeface="+mn-ea"/>
              <a:cs typeface="Lucida Sans Unicode"/>
            </a:endParaRPr>
          </a:p>
        </p:txBody>
      </p:sp>
      <p:sp>
        <p:nvSpPr>
          <p:cNvPr id="19" name="Google Shape;35347;p3172">
            <a:extLst>
              <a:ext uri="{FF2B5EF4-FFF2-40B4-BE49-F238E27FC236}">
                <a16:creationId xmlns:a16="http://schemas.microsoft.com/office/drawing/2014/main" id="{40DF5C8A-F15B-7778-2DA2-40936F80D768}"/>
              </a:ext>
            </a:extLst>
          </p:cNvPr>
          <p:cNvSpPr/>
          <p:nvPr/>
        </p:nvSpPr>
        <p:spPr>
          <a:xfrm>
            <a:off x="1426754" y="2478092"/>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Tree>
    <p:extLst>
      <p:ext uri="{BB962C8B-B14F-4D97-AF65-F5344CB8AC3E}">
        <p14:creationId xmlns:p14="http://schemas.microsoft.com/office/powerpoint/2010/main" val="133424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B7DFE-A0C0-22EF-1298-A744789B8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4ACCA-E046-83DD-543F-B8778D19303C}"/>
              </a:ext>
            </a:extLst>
          </p:cNvPr>
          <p:cNvSpPr>
            <a:spLocks noGrp="1"/>
          </p:cNvSpPr>
          <p:nvPr>
            <p:ph type="title"/>
          </p:nvPr>
        </p:nvSpPr>
        <p:spPr/>
        <p:txBody>
          <a:bodyPr/>
          <a:lstStyle/>
          <a:p>
            <a:r>
              <a:rPr lang="en-US" dirty="0"/>
              <a:t>Scenarios</a:t>
            </a:r>
          </a:p>
        </p:txBody>
      </p:sp>
      <p:sp>
        <p:nvSpPr>
          <p:cNvPr id="14" name="Freeform: Shape 13">
            <a:extLst>
              <a:ext uri="{FF2B5EF4-FFF2-40B4-BE49-F238E27FC236}">
                <a16:creationId xmlns:a16="http://schemas.microsoft.com/office/drawing/2014/main" id="{CD51DA33-C953-DFBC-6AA5-E4A412E3BF7B}"/>
              </a:ext>
            </a:extLst>
          </p:cNvPr>
          <p:cNvSpPr/>
          <p:nvPr/>
        </p:nvSpPr>
        <p:spPr>
          <a:xfrm rot="5400000" flipH="1">
            <a:off x="5370609" y="-1977618"/>
            <a:ext cx="1492924" cy="11397849"/>
          </a:xfrm>
          <a:custGeom>
            <a:avLst/>
            <a:gdLst>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 name="connsiteX5" fmla="*/ 503732 w 1522932"/>
              <a:gd name="connsiteY5" fmla="*/ 882766 h 11284999"/>
              <a:gd name="connsiteX6" fmla="*/ 503732 w 1522932"/>
              <a:gd name="connsiteY6" fmla="*/ 3779038 h 11284999"/>
              <a:gd name="connsiteX7" fmla="*/ 1 w 1522932"/>
              <a:gd name="connsiteY7" fmla="*/ 3779038 h 11284999"/>
              <a:gd name="connsiteX8" fmla="*/ 2 w 1522932"/>
              <a:gd name="connsiteY8" fmla="*/ 10538141 h 11284999"/>
              <a:gd name="connsiteX9" fmla="*/ 1522932 w 1522932"/>
              <a:gd name="connsiteY9" fmla="*/ 11284999 h 11284999"/>
              <a:gd name="connsiteX0" fmla="*/ 503732 w 1522932"/>
              <a:gd name="connsiteY0" fmla="*/ 3779038 h 11284999"/>
              <a:gd name="connsiteX1" fmla="*/ 1 w 1522932"/>
              <a:gd name="connsiteY1" fmla="*/ 3779038 h 11284999"/>
              <a:gd name="connsiteX2" fmla="*/ 2 w 1522932"/>
              <a:gd name="connsiteY2" fmla="*/ 10538141 h 11284999"/>
              <a:gd name="connsiteX3" fmla="*/ 1522932 w 1522932"/>
              <a:gd name="connsiteY3" fmla="*/ 11284999 h 11284999"/>
              <a:gd name="connsiteX4" fmla="*/ 1522931 w 1522932"/>
              <a:gd name="connsiteY4" fmla="*/ 761469 h 11284999"/>
              <a:gd name="connsiteX5" fmla="*/ 761465 w 1522932"/>
              <a:gd name="connsiteY5" fmla="*/ 0 h 11284999"/>
              <a:gd name="connsiteX6" fmla="*/ 0 w 1522932"/>
              <a:gd name="connsiteY6" fmla="*/ 761469 h 11284999"/>
              <a:gd name="connsiteX7" fmla="*/ 0 w 1522932"/>
              <a:gd name="connsiteY7" fmla="*/ 882766 h 11284999"/>
              <a:gd name="connsiteX8" fmla="*/ 503732 w 1522932"/>
              <a:gd name="connsiteY8" fmla="*/ 882766 h 11284999"/>
              <a:gd name="connsiteX9" fmla="*/ 595172 w 1522932"/>
              <a:gd name="connsiteY9" fmla="*/ 3870478 h 11284999"/>
              <a:gd name="connsiteX0" fmla="*/ 1 w 1522932"/>
              <a:gd name="connsiteY0" fmla="*/ 3779038 h 11284999"/>
              <a:gd name="connsiteX1" fmla="*/ 2 w 1522932"/>
              <a:gd name="connsiteY1" fmla="*/ 10538141 h 11284999"/>
              <a:gd name="connsiteX2" fmla="*/ 1522932 w 1522932"/>
              <a:gd name="connsiteY2" fmla="*/ 11284999 h 11284999"/>
              <a:gd name="connsiteX3" fmla="*/ 1522931 w 1522932"/>
              <a:gd name="connsiteY3" fmla="*/ 761469 h 11284999"/>
              <a:gd name="connsiteX4" fmla="*/ 761465 w 1522932"/>
              <a:gd name="connsiteY4" fmla="*/ 0 h 11284999"/>
              <a:gd name="connsiteX5" fmla="*/ 0 w 1522932"/>
              <a:gd name="connsiteY5" fmla="*/ 761469 h 11284999"/>
              <a:gd name="connsiteX6" fmla="*/ 0 w 1522932"/>
              <a:gd name="connsiteY6" fmla="*/ 882766 h 11284999"/>
              <a:gd name="connsiteX7" fmla="*/ 503732 w 1522932"/>
              <a:gd name="connsiteY7" fmla="*/ 882766 h 11284999"/>
              <a:gd name="connsiteX8" fmla="*/ 595172 w 1522932"/>
              <a:gd name="connsiteY8" fmla="*/ 3870478 h 11284999"/>
              <a:gd name="connsiteX0" fmla="*/ 1 w 1522932"/>
              <a:gd name="connsiteY0" fmla="*/ 3779038 h 11284999"/>
              <a:gd name="connsiteX1" fmla="*/ 2 w 1522932"/>
              <a:gd name="connsiteY1" fmla="*/ 10538141 h 11284999"/>
              <a:gd name="connsiteX2" fmla="*/ 1522932 w 1522932"/>
              <a:gd name="connsiteY2" fmla="*/ 11284999 h 11284999"/>
              <a:gd name="connsiteX3" fmla="*/ 1522931 w 1522932"/>
              <a:gd name="connsiteY3" fmla="*/ 761469 h 11284999"/>
              <a:gd name="connsiteX4" fmla="*/ 761465 w 1522932"/>
              <a:gd name="connsiteY4" fmla="*/ 0 h 11284999"/>
              <a:gd name="connsiteX5" fmla="*/ 0 w 1522932"/>
              <a:gd name="connsiteY5" fmla="*/ 761469 h 11284999"/>
              <a:gd name="connsiteX6" fmla="*/ 0 w 1522932"/>
              <a:gd name="connsiteY6" fmla="*/ 882766 h 11284999"/>
              <a:gd name="connsiteX7" fmla="*/ 503732 w 1522932"/>
              <a:gd name="connsiteY7" fmla="*/ 882766 h 11284999"/>
              <a:gd name="connsiteX0" fmla="*/ 2 w 1522932"/>
              <a:gd name="connsiteY0" fmla="*/ 10538141 h 11284999"/>
              <a:gd name="connsiteX1" fmla="*/ 1522932 w 1522932"/>
              <a:gd name="connsiteY1" fmla="*/ 11284999 h 11284999"/>
              <a:gd name="connsiteX2" fmla="*/ 1522931 w 1522932"/>
              <a:gd name="connsiteY2" fmla="*/ 761469 h 11284999"/>
              <a:gd name="connsiteX3" fmla="*/ 761465 w 1522932"/>
              <a:gd name="connsiteY3" fmla="*/ 0 h 11284999"/>
              <a:gd name="connsiteX4" fmla="*/ 0 w 1522932"/>
              <a:gd name="connsiteY4" fmla="*/ 761469 h 11284999"/>
              <a:gd name="connsiteX5" fmla="*/ 0 w 1522932"/>
              <a:gd name="connsiteY5" fmla="*/ 882766 h 11284999"/>
              <a:gd name="connsiteX6" fmla="*/ 503732 w 1522932"/>
              <a:gd name="connsiteY6" fmla="*/ 882766 h 11284999"/>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 name="connsiteX5" fmla="*/ 503732 w 1522932"/>
              <a:gd name="connsiteY5" fmla="*/ 882766 h 11284999"/>
              <a:gd name="connsiteX0" fmla="*/ 1522932 w 1522932"/>
              <a:gd name="connsiteY0" fmla="*/ 11284999 h 11284999"/>
              <a:gd name="connsiteX1" fmla="*/ 1522931 w 1522932"/>
              <a:gd name="connsiteY1" fmla="*/ 761469 h 11284999"/>
              <a:gd name="connsiteX2" fmla="*/ 761465 w 1522932"/>
              <a:gd name="connsiteY2" fmla="*/ 0 h 11284999"/>
              <a:gd name="connsiteX3" fmla="*/ 0 w 1522932"/>
              <a:gd name="connsiteY3" fmla="*/ 761469 h 11284999"/>
              <a:gd name="connsiteX4" fmla="*/ 0 w 1522932"/>
              <a:gd name="connsiteY4" fmla="*/ 882766 h 11284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932" h="11284999">
                <a:moveTo>
                  <a:pt x="1522932" y="11284999"/>
                </a:moveTo>
                <a:cubicBezTo>
                  <a:pt x="1522932" y="7777155"/>
                  <a:pt x="1522931" y="4269312"/>
                  <a:pt x="1522931" y="761469"/>
                </a:cubicBezTo>
                <a:cubicBezTo>
                  <a:pt x="1522930" y="340923"/>
                  <a:pt x="1182011" y="0"/>
                  <a:pt x="761465" y="0"/>
                </a:cubicBezTo>
                <a:cubicBezTo>
                  <a:pt x="340919" y="0"/>
                  <a:pt x="0" y="340923"/>
                  <a:pt x="0" y="761469"/>
                </a:cubicBezTo>
                <a:lnTo>
                  <a:pt x="0" y="882766"/>
                </a:lnTo>
              </a:path>
            </a:pathLst>
          </a:custGeom>
          <a:ln w="19050">
            <a:headEnd type="ova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C3C3C"/>
              </a:solidFill>
              <a:effectLst/>
              <a:uLnTx/>
              <a:uFillTx/>
              <a:latin typeface="Arial"/>
              <a:ea typeface="+mn-ea"/>
              <a:cs typeface="+mn-cs"/>
            </a:endParaRPr>
          </a:p>
        </p:txBody>
      </p:sp>
      <p:sp>
        <p:nvSpPr>
          <p:cNvPr id="9" name="object 6">
            <a:extLst>
              <a:ext uri="{FF2B5EF4-FFF2-40B4-BE49-F238E27FC236}">
                <a16:creationId xmlns:a16="http://schemas.microsoft.com/office/drawing/2014/main" id="{345C1C38-B0A7-8570-D02E-BF0BE589D985}"/>
              </a:ext>
            </a:extLst>
          </p:cNvPr>
          <p:cNvSpPr txBox="1"/>
          <p:nvPr/>
        </p:nvSpPr>
        <p:spPr>
          <a:xfrm>
            <a:off x="579668" y="2545554"/>
            <a:ext cx="1886946" cy="613844"/>
          </a:xfrm>
          <a:prstGeom prst="rect">
            <a:avLst/>
          </a:prstGeom>
        </p:spPr>
        <p:txBody>
          <a:bodyPr vert="horz" wrap="square" lIns="0" tIns="8467" rIns="0" bIns="0" rtlCol="0">
            <a:spAutoFit/>
          </a:body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sz="1200" b="1" dirty="0">
                <a:solidFill>
                  <a:srgbClr val="F6A81C"/>
                </a:solidFill>
                <a:latin typeface="Arial"/>
                <a:cs typeface="Arial"/>
              </a:rPr>
              <a:t>New chargeback claim is registered</a:t>
            </a:r>
          </a:p>
          <a:p>
            <a:pPr marL="8467" marR="0" lvl="0" indent="0" algn="ctr" defTabSz="609630" rtl="0" eaLnBrk="1" fontAlgn="auto" latinLnBrk="0" hangingPunct="1">
              <a:lnSpc>
                <a:spcPct val="100000"/>
              </a:lnSpc>
              <a:spcBef>
                <a:spcPts val="67"/>
              </a:spcBef>
              <a:spcAft>
                <a:spcPts val="300"/>
              </a:spcAft>
              <a:buClrTx/>
              <a:buSzTx/>
              <a:buFontTx/>
              <a:buNone/>
              <a:tabLst/>
              <a:defRPr/>
            </a:pPr>
            <a:endParaRPr kumimoji="0" sz="1200" b="0" i="0" u="none" strike="noStrike" kern="1200" cap="none" spc="0" normalizeH="0" baseline="0" noProof="0" dirty="0">
              <a:ln>
                <a:noFill/>
              </a:ln>
              <a:solidFill>
                <a:srgbClr val="16529E"/>
              </a:solidFill>
              <a:effectLst/>
              <a:uLnTx/>
              <a:uFillTx/>
              <a:latin typeface="Arial"/>
              <a:ea typeface="+mn-ea"/>
              <a:cs typeface="Arial"/>
            </a:endParaRPr>
          </a:p>
        </p:txBody>
      </p:sp>
      <p:sp>
        <p:nvSpPr>
          <p:cNvPr id="41" name="object 6">
            <a:extLst>
              <a:ext uri="{FF2B5EF4-FFF2-40B4-BE49-F238E27FC236}">
                <a16:creationId xmlns:a16="http://schemas.microsoft.com/office/drawing/2014/main" id="{DC1147EB-9605-8C81-956C-D5FA7DB2E82C}"/>
              </a:ext>
            </a:extLst>
          </p:cNvPr>
          <p:cNvSpPr txBox="1"/>
          <p:nvPr/>
        </p:nvSpPr>
        <p:spPr>
          <a:xfrm>
            <a:off x="3980513" y="3064044"/>
            <a:ext cx="2040046" cy="685658"/>
          </a:xfrm>
          <a:prstGeom prst="rect">
            <a:avLst/>
          </a:prstGeom>
        </p:spPr>
        <p:txBody>
          <a:bodyPr vert="horz" wrap="square" lIns="0" tIns="8467" rIns="0" bIns="0" rtlCol="0">
            <a:spAutoFit/>
          </a:bodyPr>
          <a:lstStyle/>
          <a:p>
            <a:pPr marL="182880" lvl="0" indent="-182880" defTabSz="609630">
              <a:spcAft>
                <a:spcPts val="200"/>
              </a:spcAft>
              <a:buFont typeface="Arial" panose="020B0604020202020204" pitchFamily="34" charset="0"/>
              <a:buChar char="•"/>
              <a:defRPr/>
            </a:pPr>
            <a:r>
              <a:rPr lang="en-US" sz="1100" dirty="0">
                <a:solidFill>
                  <a:srgbClr val="3C3C3C"/>
                </a:solidFill>
                <a:cs typeface="Lucida Sans Unicode"/>
              </a:rPr>
              <a:t>It goes through all the evidence files provided by the issuer and </a:t>
            </a:r>
            <a:r>
              <a:rPr lang="en-US" sz="1100" dirty="0" err="1">
                <a:solidFill>
                  <a:srgbClr val="3C3C3C"/>
                </a:solidFill>
                <a:cs typeface="Lucida Sans Unicode"/>
              </a:rPr>
              <a:t>summarise</a:t>
            </a:r>
            <a:r>
              <a:rPr lang="en-US" sz="1100" dirty="0">
                <a:solidFill>
                  <a:srgbClr val="3C3C3C"/>
                </a:solidFill>
                <a:cs typeface="Lucida Sans Unicode"/>
              </a:rPr>
              <a:t> the reason for this dispute.</a:t>
            </a:r>
            <a:endParaRPr kumimoji="0" lang="en-US" sz="1100" b="0" i="0" u="none" strike="noStrike" kern="1200" cap="none" spc="0" normalizeH="0" baseline="0" noProof="0" dirty="0">
              <a:ln>
                <a:noFill/>
              </a:ln>
              <a:solidFill>
                <a:srgbClr val="3C3C3C"/>
              </a:solidFill>
              <a:effectLst/>
              <a:uLnTx/>
              <a:uFillTx/>
              <a:latin typeface="Arial"/>
              <a:ea typeface="+mn-ea"/>
              <a:cs typeface="Lucida Sans Unicode"/>
            </a:endParaRPr>
          </a:p>
        </p:txBody>
      </p:sp>
      <p:sp>
        <p:nvSpPr>
          <p:cNvPr id="43" name="object 6">
            <a:extLst>
              <a:ext uri="{FF2B5EF4-FFF2-40B4-BE49-F238E27FC236}">
                <a16:creationId xmlns:a16="http://schemas.microsoft.com/office/drawing/2014/main" id="{772BA2B7-661E-3D0B-AB5A-32C1C89C5FC2}"/>
              </a:ext>
            </a:extLst>
          </p:cNvPr>
          <p:cNvSpPr txBox="1"/>
          <p:nvPr/>
        </p:nvSpPr>
        <p:spPr>
          <a:xfrm>
            <a:off x="3980512" y="2691858"/>
            <a:ext cx="2040047" cy="193216"/>
          </a:xfrm>
          <a:prstGeom prst="rect">
            <a:avLst/>
          </a:prstGeom>
        </p:spPr>
        <p:txBody>
          <a:bodyPr vert="horz" wrap="non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dirty="0">
                <a:solidFill>
                  <a:srgbClr val="F6A81C"/>
                </a:solidFill>
                <a:latin typeface="Arial"/>
              </a:rPr>
              <a:t>An Agent comes into action</a:t>
            </a:r>
          </a:p>
        </p:txBody>
      </p:sp>
      <p:sp>
        <p:nvSpPr>
          <p:cNvPr id="45" name="object 6">
            <a:extLst>
              <a:ext uri="{FF2B5EF4-FFF2-40B4-BE49-F238E27FC236}">
                <a16:creationId xmlns:a16="http://schemas.microsoft.com/office/drawing/2014/main" id="{851676F4-6C76-A521-8CA9-8C9FCE1FD948}"/>
              </a:ext>
            </a:extLst>
          </p:cNvPr>
          <p:cNvSpPr txBox="1"/>
          <p:nvPr/>
        </p:nvSpPr>
        <p:spPr>
          <a:xfrm>
            <a:off x="7988808" y="3064044"/>
            <a:ext cx="1584480" cy="685658"/>
          </a:xfrm>
          <a:prstGeom prst="rect">
            <a:avLst/>
          </a:prstGeom>
        </p:spPr>
        <p:txBody>
          <a:bodyPr vert="horz" wrap="square" lIns="0" tIns="8467" rIns="0" bIns="0" rtlCol="0">
            <a:spAutoFit/>
          </a:bodyPr>
          <a:lstStyle/>
          <a:p>
            <a:pPr marL="182880" marR="0" lvl="0" indent="-182880" algn="l" defTabSz="60963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Gets to see all the details of the dispute and the summary to understand it quickly.</a:t>
            </a:r>
          </a:p>
        </p:txBody>
      </p:sp>
      <p:sp>
        <p:nvSpPr>
          <p:cNvPr id="47" name="object 6">
            <a:extLst>
              <a:ext uri="{FF2B5EF4-FFF2-40B4-BE49-F238E27FC236}">
                <a16:creationId xmlns:a16="http://schemas.microsoft.com/office/drawing/2014/main" id="{AB902850-9861-BA20-1853-19806E50517C}"/>
              </a:ext>
            </a:extLst>
          </p:cNvPr>
          <p:cNvSpPr txBox="1"/>
          <p:nvPr/>
        </p:nvSpPr>
        <p:spPr>
          <a:xfrm>
            <a:off x="7905117" y="2503386"/>
            <a:ext cx="1756366" cy="377882"/>
          </a:xfrm>
          <a:prstGeom prst="rect">
            <a:avLst/>
          </a:prstGeom>
        </p:spPr>
        <p:txBody>
          <a:bodyPr vert="horz" wrap="squar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kumimoji="0" lang="en-IN" sz="1200" b="1" i="0" u="none" strike="noStrike" kern="1200" cap="none" spc="0" normalizeH="0" baseline="0" noProof="0" dirty="0">
                <a:ln>
                  <a:noFill/>
                </a:ln>
                <a:solidFill>
                  <a:srgbClr val="16529E"/>
                </a:solidFill>
                <a:effectLst/>
                <a:uLnTx/>
                <a:uFillTx/>
                <a:latin typeface="Arial"/>
                <a:ea typeface="+mn-ea"/>
                <a:cs typeface="Arial"/>
              </a:rPr>
              <a:t>User clicks on a claim in the dashboard</a:t>
            </a:r>
          </a:p>
        </p:txBody>
      </p:sp>
      <p:sp>
        <p:nvSpPr>
          <p:cNvPr id="49" name="object 6">
            <a:extLst>
              <a:ext uri="{FF2B5EF4-FFF2-40B4-BE49-F238E27FC236}">
                <a16:creationId xmlns:a16="http://schemas.microsoft.com/office/drawing/2014/main" id="{75C131CA-EAE7-C4F8-CBF7-BAD748EA4642}"/>
              </a:ext>
            </a:extLst>
          </p:cNvPr>
          <p:cNvSpPr txBox="1"/>
          <p:nvPr/>
        </p:nvSpPr>
        <p:spPr>
          <a:xfrm>
            <a:off x="9888049" y="4557539"/>
            <a:ext cx="2040046" cy="685658"/>
          </a:xfrm>
          <a:prstGeom prst="rect">
            <a:avLst/>
          </a:prstGeom>
        </p:spPr>
        <p:txBody>
          <a:bodyPr vert="horz" wrap="square" lIns="0" tIns="8467" rIns="0" bIns="0" rtlCol="0">
            <a:spAutoFit/>
          </a:bodyPr>
          <a:lstStyle/>
          <a:p>
            <a:pPr marL="182880" lvl="0" indent="-182880" defTabSz="609630">
              <a:spcAft>
                <a:spcPts val="200"/>
              </a:spcAft>
              <a:buFont typeface="Arial" panose="020B0604020202020204" pitchFamily="34" charset="0"/>
              <a:buChar char="•"/>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Based on: Internal rules, or Merchant judgment, the merchant chooses to not enrich </a:t>
            </a:r>
            <a:r>
              <a:rPr lang="en-US" sz="1100" dirty="0">
                <a:solidFill>
                  <a:srgbClr val="3C3C3C"/>
                </a:solidFill>
                <a:cs typeface="Lucida Sans Unicode"/>
              </a:rPr>
              <a:t>and to not challenge.</a:t>
            </a:r>
            <a:endParaRPr kumimoji="0" lang="en-US" sz="1100" b="0" i="0" u="none" strike="noStrike" kern="1200" cap="none" spc="0" normalizeH="0" baseline="0" noProof="0" dirty="0">
              <a:ln>
                <a:noFill/>
              </a:ln>
              <a:solidFill>
                <a:srgbClr val="3C3C3C"/>
              </a:solidFill>
              <a:effectLst/>
              <a:uLnTx/>
              <a:uFillTx/>
              <a:latin typeface="Arial"/>
              <a:ea typeface="+mn-ea"/>
              <a:cs typeface="Lucida Sans Unicode"/>
            </a:endParaRPr>
          </a:p>
        </p:txBody>
      </p:sp>
      <p:sp>
        <p:nvSpPr>
          <p:cNvPr id="51" name="object 6">
            <a:extLst>
              <a:ext uri="{FF2B5EF4-FFF2-40B4-BE49-F238E27FC236}">
                <a16:creationId xmlns:a16="http://schemas.microsoft.com/office/drawing/2014/main" id="{C260BA54-6124-18BA-E4F1-10A0A61EB0F6}"/>
              </a:ext>
            </a:extLst>
          </p:cNvPr>
          <p:cNvSpPr txBox="1"/>
          <p:nvPr/>
        </p:nvSpPr>
        <p:spPr>
          <a:xfrm>
            <a:off x="9861987" y="3827746"/>
            <a:ext cx="1568013" cy="562547"/>
          </a:xfrm>
          <a:prstGeom prst="rect">
            <a:avLst/>
          </a:prstGeom>
        </p:spPr>
        <p:txBody>
          <a:bodyPr vert="horz" wrap="square" lIns="0" tIns="8467" rIns="0" bIns="0" rtlCol="0">
            <a:spAutoFit/>
          </a:bodyPr>
          <a:lstStyle>
            <a:defPPr>
              <a:defRPr lang="en-US"/>
            </a:defPPr>
            <a:lvl1pPr marL="8467" algn="ctr" defTabSz="609630">
              <a:spcBef>
                <a:spcPts val="67"/>
              </a:spcBef>
              <a:spcAft>
                <a:spcPts val="300"/>
              </a:spcAft>
              <a:defRPr sz="1200" b="1">
                <a:solidFill>
                  <a:schemeClr val="accent1"/>
                </a:solidFill>
                <a:cs typeface="Arial"/>
              </a:defRPr>
            </a:lvl1pPr>
          </a:lstStyle>
          <a:p>
            <a:pPr marL="8467" marR="0" lvl="0" indent="0" algn="ctr" defTabSz="609630" rtl="0" eaLnBrk="1" fontAlgn="auto" latinLnBrk="0" hangingPunct="1">
              <a:lnSpc>
                <a:spcPct val="100000"/>
              </a:lnSpc>
              <a:spcBef>
                <a:spcPts val="67"/>
              </a:spcBef>
              <a:spcAft>
                <a:spcPts val="300"/>
              </a:spcAft>
              <a:buClrTx/>
              <a:buSzTx/>
              <a:buFontTx/>
              <a:buNone/>
              <a:tabLst/>
              <a:defRPr/>
            </a:pPr>
            <a:r>
              <a:rPr lang="en-IN" dirty="0">
                <a:solidFill>
                  <a:srgbClr val="F6A81C"/>
                </a:solidFill>
                <a:latin typeface="Arial"/>
              </a:rPr>
              <a:t>Chooses to not do evidence enrichment and not challenge</a:t>
            </a:r>
          </a:p>
        </p:txBody>
      </p:sp>
      <p:sp>
        <p:nvSpPr>
          <p:cNvPr id="199" name="Rectangle 198">
            <a:extLst>
              <a:ext uri="{FF2B5EF4-FFF2-40B4-BE49-F238E27FC236}">
                <a16:creationId xmlns:a16="http://schemas.microsoft.com/office/drawing/2014/main" id="{9F01F1D0-FE2E-DAB6-CD1C-FFE217FB22C4}"/>
              </a:ext>
            </a:extLst>
          </p:cNvPr>
          <p:cNvSpPr/>
          <p:nvPr/>
        </p:nvSpPr>
        <p:spPr>
          <a:xfrm>
            <a:off x="6777468" y="2140701"/>
            <a:ext cx="303159" cy="562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00" name="object 42">
            <a:extLst>
              <a:ext uri="{FF2B5EF4-FFF2-40B4-BE49-F238E27FC236}">
                <a16:creationId xmlns:a16="http://schemas.microsoft.com/office/drawing/2014/main" id="{260F93B7-1060-C9C0-6D59-3F44A5DEA378}"/>
              </a:ext>
            </a:extLst>
          </p:cNvPr>
          <p:cNvSpPr txBox="1"/>
          <p:nvPr/>
        </p:nvSpPr>
        <p:spPr>
          <a:xfrm>
            <a:off x="7183295" y="2079903"/>
            <a:ext cx="1466271" cy="177827"/>
          </a:xfrm>
          <a:prstGeom prst="rect">
            <a:avLst/>
          </a:prstGeom>
        </p:spPr>
        <p:txBody>
          <a:bodyPr vert="horz" wrap="square" lIns="0" tIns="8467" rIns="0" bIns="0" rtlCol="0" anchor="ctr">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Deterministic steps</a:t>
            </a:r>
          </a:p>
        </p:txBody>
      </p:sp>
      <p:sp>
        <p:nvSpPr>
          <p:cNvPr id="203" name="object 42">
            <a:extLst>
              <a:ext uri="{FF2B5EF4-FFF2-40B4-BE49-F238E27FC236}">
                <a16:creationId xmlns:a16="http://schemas.microsoft.com/office/drawing/2014/main" id="{4FCB61A2-F676-2B81-53FE-5CC593472E9D}"/>
              </a:ext>
            </a:extLst>
          </p:cNvPr>
          <p:cNvSpPr txBox="1"/>
          <p:nvPr/>
        </p:nvSpPr>
        <p:spPr>
          <a:xfrm>
            <a:off x="9501977" y="2079903"/>
            <a:ext cx="2294434" cy="177827"/>
          </a:xfrm>
          <a:prstGeom prst="rect">
            <a:avLst/>
          </a:prstGeom>
        </p:spPr>
        <p:txBody>
          <a:bodyPr vert="horz" wrap="square" lIns="0" tIns="8467" rIns="0" bIns="0" rtlCol="0" anchor="ctr">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C3C3C"/>
                </a:solidFill>
                <a:effectLst/>
                <a:uLnTx/>
                <a:uFillTx/>
                <a:latin typeface="Arial"/>
                <a:ea typeface="+mn-ea"/>
                <a:cs typeface="Lucida Sans Unicode"/>
              </a:rPr>
              <a:t>Automated steps involved</a:t>
            </a:r>
          </a:p>
        </p:txBody>
      </p:sp>
      <p:sp>
        <p:nvSpPr>
          <p:cNvPr id="202" name="Rectangle 201">
            <a:extLst>
              <a:ext uri="{FF2B5EF4-FFF2-40B4-BE49-F238E27FC236}">
                <a16:creationId xmlns:a16="http://schemas.microsoft.com/office/drawing/2014/main" id="{1C73ED55-E447-5F86-8596-BB491962A0C5}"/>
              </a:ext>
            </a:extLst>
          </p:cNvPr>
          <p:cNvSpPr/>
          <p:nvPr/>
        </p:nvSpPr>
        <p:spPr>
          <a:xfrm>
            <a:off x="9093455" y="2140701"/>
            <a:ext cx="303159" cy="562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a:ea typeface="+mn-ea"/>
              <a:cs typeface="+mn-cs"/>
            </a:endParaRPr>
          </a:p>
        </p:txBody>
      </p:sp>
      <p:sp>
        <p:nvSpPr>
          <p:cNvPr id="59" name="Google Shape;35347;p3172">
            <a:extLst>
              <a:ext uri="{FF2B5EF4-FFF2-40B4-BE49-F238E27FC236}">
                <a16:creationId xmlns:a16="http://schemas.microsoft.com/office/drawing/2014/main" id="{E29BD531-009A-2AD9-EADF-C6DB483681C0}"/>
              </a:ext>
            </a:extLst>
          </p:cNvPr>
          <p:cNvSpPr/>
          <p:nvPr/>
        </p:nvSpPr>
        <p:spPr>
          <a:xfrm>
            <a:off x="8914194" y="2927286"/>
            <a:ext cx="93490" cy="90740"/>
          </a:xfrm>
          <a:prstGeom prst="ellipse">
            <a:avLst/>
          </a:prstGeom>
          <a:solidFill>
            <a:schemeClr val="bg1"/>
          </a:solidFill>
          <a:ln w="19050">
            <a:solidFill>
              <a:schemeClr val="accent1"/>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prstClr val="white"/>
              </a:solidFill>
              <a:effectLst/>
              <a:uLnTx/>
              <a:uFillTx/>
              <a:latin typeface="Arial"/>
              <a:ea typeface="Arial"/>
              <a:cs typeface="Arial" panose="020B0604020202020204" pitchFamily="34" charset="0"/>
              <a:sym typeface="Arial"/>
            </a:endParaRPr>
          </a:p>
        </p:txBody>
      </p:sp>
      <p:sp>
        <p:nvSpPr>
          <p:cNvPr id="4" name="object 6">
            <a:extLst>
              <a:ext uri="{FF2B5EF4-FFF2-40B4-BE49-F238E27FC236}">
                <a16:creationId xmlns:a16="http://schemas.microsoft.com/office/drawing/2014/main" id="{285A4309-A142-3A54-056C-9DA826F26587}"/>
              </a:ext>
            </a:extLst>
          </p:cNvPr>
          <p:cNvSpPr txBox="1"/>
          <p:nvPr/>
        </p:nvSpPr>
        <p:spPr>
          <a:xfrm>
            <a:off x="613162" y="3035648"/>
            <a:ext cx="2040046" cy="347104"/>
          </a:xfrm>
          <a:prstGeom prst="rect">
            <a:avLst/>
          </a:prstGeom>
        </p:spPr>
        <p:txBody>
          <a:bodyPr vert="horz" wrap="square" lIns="0" tIns="8467" rIns="0" bIns="0" rtlCol="0">
            <a:spAutoFit/>
          </a:bodyPr>
          <a:lstStyle/>
          <a:p>
            <a:pPr marL="182880" lvl="0" indent="-182880" defTabSz="609630">
              <a:spcAft>
                <a:spcPts val="200"/>
              </a:spcAft>
              <a:buFont typeface="Arial" panose="020B0604020202020204" pitchFamily="34" charset="0"/>
              <a:buChar char="•"/>
              <a:defRPr/>
            </a:pPr>
            <a:r>
              <a:rPr lang="en-US" sz="1100" dirty="0">
                <a:solidFill>
                  <a:srgbClr val="3C3C3C"/>
                </a:solidFill>
                <a:cs typeface="Lucida Sans Unicode"/>
              </a:rPr>
              <a:t>The new case is fetched via the </a:t>
            </a:r>
            <a:r>
              <a:rPr lang="en-US" sz="1100" dirty="0" err="1">
                <a:solidFill>
                  <a:srgbClr val="3C3C3C"/>
                </a:solidFill>
                <a:cs typeface="Lucida Sans Unicode"/>
              </a:rPr>
              <a:t>Mastercom</a:t>
            </a:r>
            <a:r>
              <a:rPr lang="en-US" sz="1100" dirty="0">
                <a:solidFill>
                  <a:srgbClr val="3C3C3C"/>
                </a:solidFill>
                <a:cs typeface="Lucida Sans Unicode"/>
              </a:rPr>
              <a:t> API</a:t>
            </a:r>
            <a:endParaRPr kumimoji="0" lang="en-US" sz="1100" b="0" i="0" u="none" strike="noStrike" kern="1200" cap="none" spc="0" normalizeH="0" baseline="0" noProof="0" dirty="0">
              <a:ln>
                <a:noFill/>
              </a:ln>
              <a:solidFill>
                <a:srgbClr val="3C3C3C"/>
              </a:solidFill>
              <a:effectLst/>
              <a:uLnTx/>
              <a:uFillTx/>
              <a:latin typeface="Arial"/>
              <a:ea typeface="+mn-ea"/>
              <a:cs typeface="Lucida Sans Unicode"/>
            </a:endParaRPr>
          </a:p>
        </p:txBody>
      </p:sp>
      <p:sp>
        <p:nvSpPr>
          <p:cNvPr id="8" name="Google Shape;35347;p3172">
            <a:extLst>
              <a:ext uri="{FF2B5EF4-FFF2-40B4-BE49-F238E27FC236}">
                <a16:creationId xmlns:a16="http://schemas.microsoft.com/office/drawing/2014/main" id="{D53CCFF5-EE24-1073-7E31-981B13EA2E1D}"/>
              </a:ext>
            </a:extLst>
          </p:cNvPr>
          <p:cNvSpPr/>
          <p:nvPr/>
        </p:nvSpPr>
        <p:spPr>
          <a:xfrm>
            <a:off x="10842510" y="4427908"/>
            <a:ext cx="93490" cy="90740"/>
          </a:xfrm>
          <a:prstGeom prst="ellipse">
            <a:avLst/>
          </a:prstGeom>
          <a:solidFill>
            <a:schemeClr val="accent2"/>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
        <p:nvSpPr>
          <p:cNvPr id="10" name="Google Shape;35347;p3172">
            <a:extLst>
              <a:ext uri="{FF2B5EF4-FFF2-40B4-BE49-F238E27FC236}">
                <a16:creationId xmlns:a16="http://schemas.microsoft.com/office/drawing/2014/main" id="{68418ACC-8964-4A8E-FBB2-2758EEA81AAE}"/>
              </a:ext>
            </a:extLst>
          </p:cNvPr>
          <p:cNvSpPr/>
          <p:nvPr/>
        </p:nvSpPr>
        <p:spPr>
          <a:xfrm>
            <a:off x="4826424" y="2924228"/>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graphicFrame>
        <p:nvGraphicFramePr>
          <p:cNvPr id="16" name="Table 15">
            <a:extLst>
              <a:ext uri="{FF2B5EF4-FFF2-40B4-BE49-F238E27FC236}">
                <a16:creationId xmlns:a16="http://schemas.microsoft.com/office/drawing/2014/main" id="{3FD8D27B-9B45-9849-45E2-ECDE97C0DB99}"/>
              </a:ext>
            </a:extLst>
          </p:cNvPr>
          <p:cNvGraphicFramePr>
            <a:graphicFrameLocks noGrp="1"/>
          </p:cNvGraphicFramePr>
          <p:nvPr>
            <p:extLst>
              <p:ext uri="{D42A27DB-BD31-4B8C-83A1-F6EECF244321}">
                <p14:modId xmlns:p14="http://schemas.microsoft.com/office/powerpoint/2010/main" val="617830132"/>
              </p:ext>
            </p:extLst>
          </p:nvPr>
        </p:nvGraphicFramePr>
        <p:xfrm>
          <a:off x="376008" y="976467"/>
          <a:ext cx="5463124" cy="607695"/>
        </p:xfrm>
        <a:graphic>
          <a:graphicData uri="http://schemas.openxmlformats.org/drawingml/2006/table">
            <a:tbl>
              <a:tblPr/>
              <a:tblGrid>
                <a:gridCol w="5463124">
                  <a:extLst>
                    <a:ext uri="{9D8B030D-6E8A-4147-A177-3AD203B41FA5}">
                      <a16:colId xmlns:a16="http://schemas.microsoft.com/office/drawing/2014/main" val="3185497295"/>
                    </a:ext>
                  </a:extLst>
                </a:gridCol>
              </a:tblGrid>
              <a:tr h="154084">
                <a:tc>
                  <a:txBody>
                    <a:bodyPr/>
                    <a:lstStyle/>
                    <a:p>
                      <a:pPr fontAlgn="t">
                        <a:lnSpc>
                          <a:spcPts val="1500"/>
                        </a:lnSpc>
                        <a:buNone/>
                      </a:pPr>
                      <a:r>
                        <a:rPr lang="it-IT" b="0" i="0" dirty="0">
                          <a:effectLst/>
                          <a:latin typeface="Segoe UI" panose="020B0502040204020203" pitchFamily="34" charset="0"/>
                        </a:rPr>
                        <a:t>Scenario 2: Do Not Challenge</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75204873"/>
                  </a:ext>
                </a:extLst>
              </a:tr>
              <a:tr h="186064">
                <a:tc>
                  <a:txBody>
                    <a:bodyPr/>
                    <a:lstStyle/>
                    <a:p>
                      <a:r>
                        <a:rPr lang="it-IT" sz="1400" b="0" i="0" dirty="0">
                          <a:effectLst/>
                          <a:latin typeface="Segoe UI" panose="020B0502040204020203" pitchFamily="34" charset="0"/>
                        </a:rPr>
                        <a:t>Early Decision Path</a:t>
                      </a:r>
                      <a:endParaRPr lang="en-IN" sz="1400"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891877254"/>
                  </a:ext>
                </a:extLst>
              </a:tr>
            </a:tbl>
          </a:graphicData>
        </a:graphic>
      </p:graphicFrame>
      <p:sp>
        <p:nvSpPr>
          <p:cNvPr id="7" name="Google Shape;35347;p3172">
            <a:extLst>
              <a:ext uri="{FF2B5EF4-FFF2-40B4-BE49-F238E27FC236}">
                <a16:creationId xmlns:a16="http://schemas.microsoft.com/office/drawing/2014/main" id="{4C396C42-ED16-D936-06CC-ED3421A347EB}"/>
              </a:ext>
            </a:extLst>
          </p:cNvPr>
          <p:cNvSpPr/>
          <p:nvPr/>
        </p:nvSpPr>
        <p:spPr>
          <a:xfrm>
            <a:off x="1448184" y="2924228"/>
            <a:ext cx="93490" cy="90740"/>
          </a:xfrm>
          <a:prstGeom prst="ellipse">
            <a:avLst/>
          </a:prstGeom>
          <a:solidFill>
            <a:schemeClr val="bg1"/>
          </a:solidFill>
          <a:ln w="19050">
            <a:solidFill>
              <a:schemeClr val="accent2"/>
            </a:solid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FFFFFF"/>
              </a:buClr>
              <a:buSzPts val="1400"/>
              <a:buFontTx/>
              <a:buNone/>
              <a:tabLst/>
              <a:defRPr/>
            </a:pPr>
            <a:endParaRPr kumimoji="0" lang="en-IN" sz="1400" b="1" i="0" u="none" strike="noStrike" kern="0" cap="none" spc="0" normalizeH="0" baseline="0" noProof="0">
              <a:ln>
                <a:noFill/>
              </a:ln>
              <a:solidFill>
                <a:srgbClr val="F6A81C"/>
              </a:solidFill>
              <a:effectLst/>
              <a:uLnTx/>
              <a:uFillTx/>
              <a:latin typeface="Arial"/>
              <a:ea typeface="Arial"/>
              <a:cs typeface="Arial" panose="020B0604020202020204" pitchFamily="34" charset="0"/>
              <a:sym typeface="Arial"/>
            </a:endParaRPr>
          </a:p>
        </p:txBody>
      </p:sp>
    </p:spTree>
    <p:extLst>
      <p:ext uri="{BB962C8B-B14F-4D97-AF65-F5344CB8AC3E}">
        <p14:creationId xmlns:p14="http://schemas.microsoft.com/office/powerpoint/2010/main" val="405805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E0936-4D91-61FA-9156-002206B10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D5F26-C980-A2A3-95AF-15623E1707E3}"/>
              </a:ext>
            </a:extLst>
          </p:cNvPr>
          <p:cNvSpPr>
            <a:spLocks noGrp="1"/>
          </p:cNvSpPr>
          <p:nvPr>
            <p:ph type="title"/>
          </p:nvPr>
        </p:nvSpPr>
        <p:spPr/>
        <p:txBody>
          <a:bodyPr/>
          <a:lstStyle/>
          <a:p>
            <a:r>
              <a:rPr lang="en-US" dirty="0"/>
              <a:t>Business Value and Advantages</a:t>
            </a:r>
          </a:p>
        </p:txBody>
      </p:sp>
      <p:sp>
        <p:nvSpPr>
          <p:cNvPr id="11" name="TextBox 33">
            <a:extLst>
              <a:ext uri="{FF2B5EF4-FFF2-40B4-BE49-F238E27FC236}">
                <a16:creationId xmlns:a16="http://schemas.microsoft.com/office/drawing/2014/main" id="{7B21FCA8-9F35-C58A-2B6F-DF982A1FC724}"/>
              </a:ext>
            </a:extLst>
          </p:cNvPr>
          <p:cNvSpPr txBox="1">
            <a:spLocks noChangeArrowheads="1"/>
          </p:cNvSpPr>
          <p:nvPr/>
        </p:nvSpPr>
        <p:spPr bwMode="auto">
          <a:xfrm>
            <a:off x="386432" y="1821172"/>
            <a:ext cx="3095908" cy="1836427"/>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lvl="0">
              <a:lnSpc>
                <a:spcPct val="100000"/>
              </a:lnSpc>
              <a:spcAft>
                <a:spcPts val="200"/>
              </a:spcAft>
              <a:defRPr/>
            </a:pPr>
            <a:r>
              <a:rPr lang="en-US" b="1" dirty="0">
                <a:solidFill>
                  <a:schemeClr val="accent1"/>
                </a:solidFill>
                <a:latin typeface="+mn-lt"/>
              </a:rPr>
              <a:t>Higher Win Rates</a:t>
            </a:r>
          </a:p>
          <a:p>
            <a:pPr lvl="0">
              <a:lnSpc>
                <a:spcPct val="100000"/>
              </a:lnSpc>
              <a:spcAft>
                <a:spcPts val="200"/>
              </a:spcAft>
              <a:defRPr/>
            </a:pPr>
            <a:r>
              <a:rPr lang="en-US" dirty="0">
                <a:latin typeface="+mn-lt"/>
              </a:rPr>
              <a:t>Challenges only when evidence quality supports success</a:t>
            </a:r>
          </a:p>
        </p:txBody>
      </p:sp>
      <p:sp>
        <p:nvSpPr>
          <p:cNvPr id="5" name="TextBox 33">
            <a:extLst>
              <a:ext uri="{FF2B5EF4-FFF2-40B4-BE49-F238E27FC236}">
                <a16:creationId xmlns:a16="http://schemas.microsoft.com/office/drawing/2014/main" id="{26F51482-9F03-71DF-6CAE-F6E514D57959}"/>
              </a:ext>
            </a:extLst>
          </p:cNvPr>
          <p:cNvSpPr txBox="1">
            <a:spLocks noChangeArrowheads="1"/>
          </p:cNvSpPr>
          <p:nvPr/>
        </p:nvSpPr>
        <p:spPr bwMode="auto">
          <a:xfrm>
            <a:off x="3779559" y="1821172"/>
            <a:ext cx="3095908" cy="1836427"/>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a:lnSpc>
                <a:spcPct val="100000"/>
              </a:lnSpc>
              <a:spcAft>
                <a:spcPts val="200"/>
              </a:spcAft>
              <a:defRPr/>
            </a:pPr>
            <a:r>
              <a:rPr lang="en-IN" b="1" dirty="0">
                <a:solidFill>
                  <a:schemeClr val="accent1"/>
                </a:solidFill>
                <a:latin typeface="+mn-lt"/>
              </a:rPr>
              <a:t>Lower Operational Cost</a:t>
            </a:r>
          </a:p>
          <a:p>
            <a:pPr>
              <a:lnSpc>
                <a:spcPct val="100000"/>
              </a:lnSpc>
              <a:spcAft>
                <a:spcPts val="200"/>
              </a:spcAft>
              <a:defRPr/>
            </a:pPr>
            <a:r>
              <a:rPr lang="en-US" dirty="0">
                <a:latin typeface="+mn-lt"/>
              </a:rPr>
              <a:t>Avoids enriching and challenging weak cases.</a:t>
            </a:r>
          </a:p>
          <a:p>
            <a:pPr>
              <a:lnSpc>
                <a:spcPct val="100000"/>
              </a:lnSpc>
              <a:spcAft>
                <a:spcPts val="200"/>
              </a:spcAft>
              <a:defRPr/>
            </a:pPr>
            <a:r>
              <a:rPr lang="en-US" dirty="0">
                <a:latin typeface="+mn-lt"/>
              </a:rPr>
              <a:t>AI compute used only when enabled and required.</a:t>
            </a:r>
            <a:endParaRPr lang="en-IN" dirty="0">
              <a:latin typeface="+mn-lt"/>
            </a:endParaRPr>
          </a:p>
        </p:txBody>
      </p:sp>
      <p:sp>
        <p:nvSpPr>
          <p:cNvPr id="6" name="TextBox 33">
            <a:extLst>
              <a:ext uri="{FF2B5EF4-FFF2-40B4-BE49-F238E27FC236}">
                <a16:creationId xmlns:a16="http://schemas.microsoft.com/office/drawing/2014/main" id="{89B14A95-C57B-2E08-C607-0E0ACDE9CC0A}"/>
              </a:ext>
            </a:extLst>
          </p:cNvPr>
          <p:cNvSpPr txBox="1">
            <a:spLocks noChangeArrowheads="1"/>
          </p:cNvSpPr>
          <p:nvPr/>
        </p:nvSpPr>
        <p:spPr bwMode="auto">
          <a:xfrm>
            <a:off x="7172687" y="1821172"/>
            <a:ext cx="4647837" cy="1836427"/>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a:lnSpc>
                <a:spcPct val="100000"/>
              </a:lnSpc>
              <a:spcAft>
                <a:spcPts val="200"/>
              </a:spcAft>
              <a:defRPr/>
            </a:pPr>
            <a:r>
              <a:rPr lang="en-IN" b="1" dirty="0">
                <a:solidFill>
                  <a:schemeClr val="accent1"/>
                </a:solidFill>
                <a:latin typeface="+mn-lt"/>
              </a:rPr>
              <a:t>Faster Decision Making</a:t>
            </a:r>
          </a:p>
          <a:p>
            <a:pPr>
              <a:lnSpc>
                <a:spcPct val="100000"/>
              </a:lnSpc>
              <a:spcAft>
                <a:spcPts val="200"/>
              </a:spcAft>
              <a:defRPr/>
            </a:pPr>
            <a:r>
              <a:rPr lang="en-US" i="1" dirty="0">
                <a:latin typeface="+mn-lt"/>
              </a:rPr>
              <a:t>Issuer and merchant views clearly separated and summarized</a:t>
            </a:r>
          </a:p>
        </p:txBody>
      </p:sp>
      <p:sp>
        <p:nvSpPr>
          <p:cNvPr id="7" name="TextBox 33">
            <a:extLst>
              <a:ext uri="{FF2B5EF4-FFF2-40B4-BE49-F238E27FC236}">
                <a16:creationId xmlns:a16="http://schemas.microsoft.com/office/drawing/2014/main" id="{EB64E35A-36B1-4D04-58C4-E5B8D8B63256}"/>
              </a:ext>
            </a:extLst>
          </p:cNvPr>
          <p:cNvSpPr txBox="1">
            <a:spLocks noChangeArrowheads="1"/>
          </p:cNvSpPr>
          <p:nvPr/>
        </p:nvSpPr>
        <p:spPr bwMode="auto">
          <a:xfrm>
            <a:off x="386431" y="3964932"/>
            <a:ext cx="4512827" cy="1723599"/>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a:lnSpc>
                <a:spcPct val="100000"/>
              </a:lnSpc>
              <a:spcAft>
                <a:spcPts val="200"/>
              </a:spcAft>
              <a:defRPr/>
            </a:pPr>
            <a:r>
              <a:rPr lang="en-IN" b="1" dirty="0">
                <a:solidFill>
                  <a:schemeClr val="accent1"/>
                </a:solidFill>
                <a:latin typeface="+mn-lt"/>
              </a:rPr>
              <a:t>Merchant Trust &amp; Control</a:t>
            </a:r>
          </a:p>
          <a:p>
            <a:pPr lvl="0">
              <a:lnSpc>
                <a:spcPct val="100000"/>
              </a:lnSpc>
              <a:spcAft>
                <a:spcPts val="200"/>
              </a:spcAft>
              <a:defRPr/>
            </a:pPr>
            <a:r>
              <a:rPr lang="en-US" dirty="0">
                <a:latin typeface="+mn-lt"/>
              </a:rPr>
              <a:t>AI assists but never forces decisions. Highly customizable to allow the merchant to decide where Agents should step-in.</a:t>
            </a:r>
            <a:endParaRPr lang="en-IN" dirty="0">
              <a:latin typeface="+mn-lt"/>
            </a:endParaRPr>
          </a:p>
        </p:txBody>
      </p:sp>
      <p:sp>
        <p:nvSpPr>
          <p:cNvPr id="9" name="TextBox 33">
            <a:extLst>
              <a:ext uri="{FF2B5EF4-FFF2-40B4-BE49-F238E27FC236}">
                <a16:creationId xmlns:a16="http://schemas.microsoft.com/office/drawing/2014/main" id="{2CD593E1-D064-B4A9-613D-0D859CC43A64}"/>
              </a:ext>
            </a:extLst>
          </p:cNvPr>
          <p:cNvSpPr txBox="1">
            <a:spLocks noChangeArrowheads="1"/>
          </p:cNvSpPr>
          <p:nvPr/>
        </p:nvSpPr>
        <p:spPr bwMode="auto">
          <a:xfrm>
            <a:off x="5691521" y="3964931"/>
            <a:ext cx="2647776" cy="1836427"/>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a:lnSpc>
                <a:spcPct val="100000"/>
              </a:lnSpc>
              <a:spcAft>
                <a:spcPts val="200"/>
              </a:spcAft>
              <a:defRPr/>
            </a:pPr>
            <a:r>
              <a:rPr lang="en-IN" b="1" dirty="0">
                <a:solidFill>
                  <a:schemeClr val="accent1"/>
                </a:solidFill>
                <a:latin typeface="+mn-lt"/>
              </a:rPr>
              <a:t>Scalable Across Dispute Types</a:t>
            </a:r>
          </a:p>
          <a:p>
            <a:pPr>
              <a:lnSpc>
                <a:spcPct val="100000"/>
              </a:lnSpc>
              <a:spcAft>
                <a:spcPts val="200"/>
              </a:spcAft>
              <a:defRPr/>
            </a:pPr>
            <a:r>
              <a:rPr lang="en-US" dirty="0">
                <a:latin typeface="+mn-lt"/>
              </a:rPr>
              <a:t>Evidence planning adapts dynamically to reason codes and narratives</a:t>
            </a:r>
            <a:r>
              <a:rPr lang="en-IN" b="1" dirty="0">
                <a:latin typeface="+mn-lt"/>
              </a:rPr>
              <a:t> </a:t>
            </a:r>
            <a:endParaRPr lang="en-US" i="1" dirty="0">
              <a:latin typeface="+mn-lt"/>
              <a:cs typeface="Arial"/>
            </a:endParaRPr>
          </a:p>
        </p:txBody>
      </p:sp>
      <p:sp>
        <p:nvSpPr>
          <p:cNvPr id="10" name="TextBox 33">
            <a:extLst>
              <a:ext uri="{FF2B5EF4-FFF2-40B4-BE49-F238E27FC236}">
                <a16:creationId xmlns:a16="http://schemas.microsoft.com/office/drawing/2014/main" id="{D1C6D7DB-88DE-2343-4588-7DB0461BC13A}"/>
              </a:ext>
            </a:extLst>
          </p:cNvPr>
          <p:cNvSpPr txBox="1">
            <a:spLocks noChangeArrowheads="1"/>
          </p:cNvSpPr>
          <p:nvPr/>
        </p:nvSpPr>
        <p:spPr bwMode="auto">
          <a:xfrm>
            <a:off x="9131560" y="3964932"/>
            <a:ext cx="2647776" cy="1836427"/>
          </a:xfrm>
          <a:prstGeom prst="roundRect">
            <a:avLst>
              <a:gd name="adj" fmla="val 8971"/>
            </a:avLst>
          </a:prstGeom>
          <a:solidFill>
            <a:schemeClr val="bg1"/>
          </a:solidFill>
          <a:ln w="6350">
            <a:solidFill>
              <a:schemeClr val="accent2">
                <a:lumMod val="40000"/>
                <a:lumOff val="60000"/>
              </a:schemeClr>
            </a:solidFill>
          </a:ln>
          <a:effectLst>
            <a:outerShdw blurRad="88900" dist="63500" dir="2700000" algn="tl" rotWithShape="0">
              <a:prstClr val="black">
                <a:alpha val="12000"/>
              </a:prstClr>
            </a:outerShdw>
          </a:effectLst>
        </p:spPr>
        <p:txBody>
          <a:bodyPr wrap="square" lIns="73152" tIns="73152" rIns="292608" bIns="73152" anchor="t">
            <a:noAutofit/>
          </a:bodyPr>
          <a:lstStyle>
            <a:defPPr>
              <a:defRPr lang="en-US"/>
            </a:defPPr>
            <a:lvl1pPr>
              <a:lnSpc>
                <a:spcPct val="110000"/>
              </a:lnSpc>
              <a:defRPr sz="1400">
                <a:latin typeface="Lato"/>
                <a:ea typeface="Noto Sans" panose="020B0502040504020204" pitchFamily="34" charset="0"/>
                <a:cs typeface="Prompt"/>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fontAlgn="base">
              <a:spcBef>
                <a:spcPct val="0"/>
              </a:spcBef>
              <a:spcAft>
                <a:spcPct val="0"/>
              </a:spcAft>
              <a:defRPr>
                <a:latin typeface="Calibri" panose="020F0502020204030204" pitchFamily="34" charset="0"/>
              </a:defRPr>
            </a:lvl6pPr>
            <a:lvl7pPr marL="2971800" indent="-228600" fontAlgn="base">
              <a:spcBef>
                <a:spcPct val="0"/>
              </a:spcBef>
              <a:spcAft>
                <a:spcPct val="0"/>
              </a:spcAft>
              <a:defRPr>
                <a:latin typeface="Calibri" panose="020F0502020204030204" pitchFamily="34" charset="0"/>
              </a:defRPr>
            </a:lvl7pPr>
            <a:lvl8pPr marL="3429000" indent="-228600" fontAlgn="base">
              <a:spcBef>
                <a:spcPct val="0"/>
              </a:spcBef>
              <a:spcAft>
                <a:spcPct val="0"/>
              </a:spcAft>
              <a:defRPr>
                <a:latin typeface="Calibri" panose="020F0502020204030204" pitchFamily="34" charset="0"/>
              </a:defRPr>
            </a:lvl8pPr>
            <a:lvl9pPr marL="3886200" indent="-228600" fontAlgn="base">
              <a:spcBef>
                <a:spcPct val="0"/>
              </a:spcBef>
              <a:spcAft>
                <a:spcPct val="0"/>
              </a:spcAft>
              <a:defRPr>
                <a:latin typeface="Calibri" panose="020F0502020204030204" pitchFamily="34" charset="0"/>
              </a:defRPr>
            </a:lvl9pPr>
          </a:lstStyle>
          <a:p>
            <a:pPr>
              <a:lnSpc>
                <a:spcPct val="100000"/>
              </a:lnSpc>
              <a:spcAft>
                <a:spcPts val="200"/>
              </a:spcAft>
              <a:defRPr/>
            </a:pPr>
            <a:r>
              <a:rPr lang="en-IN" b="1" dirty="0">
                <a:solidFill>
                  <a:schemeClr val="accent1"/>
                </a:solidFill>
                <a:latin typeface="+mn-lt"/>
              </a:rPr>
              <a:t>Audit‑Ready &amp; Explainable</a:t>
            </a:r>
          </a:p>
          <a:p>
            <a:pPr lvl="0">
              <a:lnSpc>
                <a:spcPct val="100000"/>
              </a:lnSpc>
              <a:spcAft>
                <a:spcPts val="200"/>
              </a:spcAft>
              <a:defRPr/>
            </a:pPr>
            <a:r>
              <a:rPr lang="en-US" dirty="0">
                <a:latin typeface="+mn-lt"/>
              </a:rPr>
              <a:t>Every recommendation backed by evidence presence or absence</a:t>
            </a:r>
            <a:endParaRPr lang="en-IN" dirty="0">
              <a:latin typeface="+mn-lt"/>
            </a:endParaRPr>
          </a:p>
        </p:txBody>
      </p:sp>
      <p:sp>
        <p:nvSpPr>
          <p:cNvPr id="79" name="Freeform: Shape 78">
            <a:extLst>
              <a:ext uri="{FF2B5EF4-FFF2-40B4-BE49-F238E27FC236}">
                <a16:creationId xmlns:a16="http://schemas.microsoft.com/office/drawing/2014/main" id="{BE44FF8D-1ADD-0B4C-038B-B9FFDA722C5C}"/>
              </a:ext>
            </a:extLst>
          </p:cNvPr>
          <p:cNvSpPr/>
          <p:nvPr/>
        </p:nvSpPr>
        <p:spPr>
          <a:xfrm>
            <a:off x="3096362" y="1976741"/>
            <a:ext cx="256942" cy="256978"/>
          </a:xfrm>
          <a:custGeom>
            <a:avLst/>
            <a:gdLst>
              <a:gd name="connsiteX0" fmla="*/ 165162 w 879831"/>
              <a:gd name="connsiteY0" fmla="*/ 341672 h 879955"/>
              <a:gd name="connsiteX1" fmla="*/ 157312 w 879831"/>
              <a:gd name="connsiteY1" fmla="*/ 356034 h 879955"/>
              <a:gd name="connsiteX2" fmla="*/ 142950 w 879831"/>
              <a:gd name="connsiteY2" fmla="*/ 348183 h 879955"/>
              <a:gd name="connsiteX3" fmla="*/ 129332 w 879831"/>
              <a:gd name="connsiteY3" fmla="*/ 339030 h 879955"/>
              <a:gd name="connsiteX4" fmla="*/ 111695 w 879831"/>
              <a:gd name="connsiteY4" fmla="*/ 336835 h 879955"/>
              <a:gd name="connsiteX5" fmla="*/ 87213 w 879831"/>
              <a:gd name="connsiteY5" fmla="*/ 345355 h 879955"/>
              <a:gd name="connsiteX6" fmla="*/ 66005 w 879831"/>
              <a:gd name="connsiteY6" fmla="*/ 335756 h 879955"/>
              <a:gd name="connsiteX7" fmla="*/ 45727 w 879831"/>
              <a:gd name="connsiteY7" fmla="*/ 315478 h 879955"/>
              <a:gd name="connsiteX8" fmla="*/ 42899 w 879831"/>
              <a:gd name="connsiteY8" fmla="*/ 272058 h 879955"/>
              <a:gd name="connsiteX9" fmla="*/ 45727 w 879831"/>
              <a:gd name="connsiteY9" fmla="*/ 259482 h 879955"/>
              <a:gd name="connsiteX10" fmla="*/ 39402 w 879831"/>
              <a:gd name="connsiteY10" fmla="*/ 244189 h 879955"/>
              <a:gd name="connsiteX11" fmla="*/ 8186 w 879831"/>
              <a:gd name="connsiteY11" fmla="*/ 226814 h 879955"/>
              <a:gd name="connsiteX12" fmla="*/ 0 w 879831"/>
              <a:gd name="connsiteY12" fmla="*/ 205047 h 879955"/>
              <a:gd name="connsiteX13" fmla="*/ 0 w 879831"/>
              <a:gd name="connsiteY13" fmla="*/ 176361 h 879955"/>
              <a:gd name="connsiteX14" fmla="*/ 28724 w 879831"/>
              <a:gd name="connsiteY14" fmla="*/ 143656 h 879955"/>
              <a:gd name="connsiteX15" fmla="*/ 39514 w 879831"/>
              <a:gd name="connsiteY15" fmla="*/ 136847 h 879955"/>
              <a:gd name="connsiteX16" fmla="*/ 45690 w 879831"/>
              <a:gd name="connsiteY16" fmla="*/ 121927 h 879955"/>
              <a:gd name="connsiteX17" fmla="*/ 42862 w 879831"/>
              <a:gd name="connsiteY17" fmla="*/ 109389 h 879955"/>
              <a:gd name="connsiteX18" fmla="*/ 45727 w 879831"/>
              <a:gd name="connsiteY18" fmla="*/ 65968 h 879955"/>
              <a:gd name="connsiteX19" fmla="*/ 66005 w 879831"/>
              <a:gd name="connsiteY19" fmla="*/ 45690 h 879955"/>
              <a:gd name="connsiteX20" fmla="*/ 109426 w 879831"/>
              <a:gd name="connsiteY20" fmla="*/ 42862 h 879955"/>
              <a:gd name="connsiteX21" fmla="*/ 122002 w 879831"/>
              <a:gd name="connsiteY21" fmla="*/ 45690 h 879955"/>
              <a:gd name="connsiteX22" fmla="*/ 136921 w 879831"/>
              <a:gd name="connsiteY22" fmla="*/ 39514 h 879955"/>
              <a:gd name="connsiteX23" fmla="*/ 143730 w 879831"/>
              <a:gd name="connsiteY23" fmla="*/ 28724 h 879955"/>
              <a:gd name="connsiteX24" fmla="*/ 176435 w 879831"/>
              <a:gd name="connsiteY24" fmla="*/ 0 h 879955"/>
              <a:gd name="connsiteX25" fmla="*/ 205121 w 879831"/>
              <a:gd name="connsiteY25" fmla="*/ 0 h 879955"/>
              <a:gd name="connsiteX26" fmla="*/ 237826 w 879831"/>
              <a:gd name="connsiteY26" fmla="*/ 28724 h 879955"/>
              <a:gd name="connsiteX27" fmla="*/ 244636 w 879831"/>
              <a:gd name="connsiteY27" fmla="*/ 39514 h 879955"/>
              <a:gd name="connsiteX28" fmla="*/ 259556 w 879831"/>
              <a:gd name="connsiteY28" fmla="*/ 45690 h 879955"/>
              <a:gd name="connsiteX29" fmla="*/ 272095 w 879831"/>
              <a:gd name="connsiteY29" fmla="*/ 42862 h 879955"/>
              <a:gd name="connsiteX30" fmla="*/ 315515 w 879831"/>
              <a:gd name="connsiteY30" fmla="*/ 45690 h 879955"/>
              <a:gd name="connsiteX31" fmla="*/ 335793 w 879831"/>
              <a:gd name="connsiteY31" fmla="*/ 65968 h 879955"/>
              <a:gd name="connsiteX32" fmla="*/ 338620 w 879831"/>
              <a:gd name="connsiteY32" fmla="*/ 109389 h 879955"/>
              <a:gd name="connsiteX33" fmla="*/ 335793 w 879831"/>
              <a:gd name="connsiteY33" fmla="*/ 121927 h 879955"/>
              <a:gd name="connsiteX34" fmla="*/ 342118 w 879831"/>
              <a:gd name="connsiteY34" fmla="*/ 137220 h 879955"/>
              <a:gd name="connsiteX35" fmla="*/ 348182 w 879831"/>
              <a:gd name="connsiteY35" fmla="*/ 142912 h 879955"/>
              <a:gd name="connsiteX36" fmla="*/ 356034 w 879831"/>
              <a:gd name="connsiteY36" fmla="*/ 157274 h 879955"/>
              <a:gd name="connsiteX37" fmla="*/ 341672 w 879831"/>
              <a:gd name="connsiteY37" fmla="*/ 165124 h 879955"/>
              <a:gd name="connsiteX38" fmla="*/ 320129 w 879831"/>
              <a:gd name="connsiteY38" fmla="*/ 144624 h 879955"/>
              <a:gd name="connsiteX39" fmla="*/ 311757 w 879831"/>
              <a:gd name="connsiteY39" fmla="*/ 114263 h 879955"/>
              <a:gd name="connsiteX40" fmla="*/ 322249 w 879831"/>
              <a:gd name="connsiteY40" fmla="*/ 88664 h 879955"/>
              <a:gd name="connsiteX41" fmla="*/ 319348 w 879831"/>
              <a:gd name="connsiteY41" fmla="*/ 82414 h 879955"/>
              <a:gd name="connsiteX42" fmla="*/ 299070 w 879831"/>
              <a:gd name="connsiteY42" fmla="*/ 62136 h 879955"/>
              <a:gd name="connsiteX43" fmla="*/ 286122 w 879831"/>
              <a:gd name="connsiteY43" fmla="*/ 61280 h 879955"/>
              <a:gd name="connsiteX44" fmla="*/ 267221 w 879831"/>
              <a:gd name="connsiteY44" fmla="*/ 69727 h 879955"/>
              <a:gd name="connsiteX45" fmla="*/ 236897 w 879831"/>
              <a:gd name="connsiteY45" fmla="*/ 61355 h 879955"/>
              <a:gd name="connsiteX46" fmla="*/ 215243 w 879831"/>
              <a:gd name="connsiteY46" fmla="*/ 34529 h 879955"/>
              <a:gd name="connsiteX47" fmla="*/ 211633 w 879831"/>
              <a:gd name="connsiteY47" fmla="*/ 25562 h 879955"/>
              <a:gd name="connsiteX48" fmla="*/ 205084 w 879831"/>
              <a:gd name="connsiteY48" fmla="*/ 23180 h 879955"/>
              <a:gd name="connsiteX49" fmla="*/ 176398 w 879831"/>
              <a:gd name="connsiteY49" fmla="*/ 23180 h 879955"/>
              <a:gd name="connsiteX50" fmla="*/ 166613 w 879831"/>
              <a:gd name="connsiteY50" fmla="*/ 31701 h 879955"/>
              <a:gd name="connsiteX51" fmla="*/ 159283 w 879831"/>
              <a:gd name="connsiteY51" fmla="*/ 51011 h 879955"/>
              <a:gd name="connsiteX52" fmla="*/ 131862 w 879831"/>
              <a:gd name="connsiteY52" fmla="*/ 66638 h 879955"/>
              <a:gd name="connsiteX53" fmla="*/ 97669 w 879831"/>
              <a:gd name="connsiteY53" fmla="*/ 63029 h 879955"/>
              <a:gd name="connsiteX54" fmla="*/ 88702 w 879831"/>
              <a:gd name="connsiteY54" fmla="*/ 59233 h 879955"/>
              <a:gd name="connsiteX55" fmla="*/ 82452 w 879831"/>
              <a:gd name="connsiteY55" fmla="*/ 62135 h 879955"/>
              <a:gd name="connsiteX56" fmla="*/ 62174 w 879831"/>
              <a:gd name="connsiteY56" fmla="*/ 82413 h 879955"/>
              <a:gd name="connsiteX57" fmla="*/ 61318 w 879831"/>
              <a:gd name="connsiteY57" fmla="*/ 95361 h 879955"/>
              <a:gd name="connsiteX58" fmla="*/ 69764 w 879831"/>
              <a:gd name="connsiteY58" fmla="*/ 114263 h 879955"/>
              <a:gd name="connsiteX59" fmla="*/ 61392 w 879831"/>
              <a:gd name="connsiteY59" fmla="*/ 144586 h 879955"/>
              <a:gd name="connsiteX60" fmla="*/ 34566 w 879831"/>
              <a:gd name="connsiteY60" fmla="*/ 166241 h 879955"/>
              <a:gd name="connsiteX61" fmla="*/ 25599 w 879831"/>
              <a:gd name="connsiteY61" fmla="*/ 169850 h 879955"/>
              <a:gd name="connsiteX62" fmla="*/ 23218 w 879831"/>
              <a:gd name="connsiteY62" fmla="*/ 176398 h 879955"/>
              <a:gd name="connsiteX63" fmla="*/ 23218 w 879831"/>
              <a:gd name="connsiteY63" fmla="*/ 205084 h 879955"/>
              <a:gd name="connsiteX64" fmla="*/ 31738 w 879831"/>
              <a:gd name="connsiteY64" fmla="*/ 214870 h 879955"/>
              <a:gd name="connsiteX65" fmla="*/ 51048 w 879831"/>
              <a:gd name="connsiteY65" fmla="*/ 222200 h 879955"/>
              <a:gd name="connsiteX66" fmla="*/ 66675 w 879831"/>
              <a:gd name="connsiteY66" fmla="*/ 249621 h 879955"/>
              <a:gd name="connsiteX67" fmla="*/ 63066 w 879831"/>
              <a:gd name="connsiteY67" fmla="*/ 283814 h 879955"/>
              <a:gd name="connsiteX68" fmla="*/ 59271 w 879831"/>
              <a:gd name="connsiteY68" fmla="*/ 292781 h 879955"/>
              <a:gd name="connsiteX69" fmla="*/ 62173 w 879831"/>
              <a:gd name="connsiteY69" fmla="*/ 299031 h 879955"/>
              <a:gd name="connsiteX70" fmla="*/ 82451 w 879831"/>
              <a:gd name="connsiteY70" fmla="*/ 319309 h 879955"/>
              <a:gd name="connsiteX71" fmla="*/ 95399 w 879831"/>
              <a:gd name="connsiteY71" fmla="*/ 320166 h 879955"/>
              <a:gd name="connsiteX72" fmla="*/ 114301 w 879831"/>
              <a:gd name="connsiteY72" fmla="*/ 311719 h 879955"/>
              <a:gd name="connsiteX73" fmla="*/ 144624 w 879831"/>
              <a:gd name="connsiteY73" fmla="*/ 320090 h 879955"/>
              <a:gd name="connsiteX74" fmla="*/ 165162 w 879831"/>
              <a:gd name="connsiteY74" fmla="*/ 341671 h 879955"/>
              <a:gd name="connsiteX75" fmla="*/ 429033 w 879831"/>
              <a:gd name="connsiteY75" fmla="*/ 93241 h 879955"/>
              <a:gd name="connsiteX76" fmla="*/ 417424 w 879831"/>
              <a:gd name="connsiteY76" fmla="*/ 81632 h 879955"/>
              <a:gd name="connsiteX77" fmla="*/ 429033 w 879831"/>
              <a:gd name="connsiteY77" fmla="*/ 70023 h 879955"/>
              <a:gd name="connsiteX78" fmla="*/ 726842 w 879831"/>
              <a:gd name="connsiteY78" fmla="*/ 70023 h 879955"/>
              <a:gd name="connsiteX79" fmla="*/ 809850 w 879831"/>
              <a:gd name="connsiteY79" fmla="*/ 153031 h 879955"/>
              <a:gd name="connsiteX80" fmla="*/ 809850 w 879831"/>
              <a:gd name="connsiteY80" fmla="*/ 450840 h 879955"/>
              <a:gd name="connsiteX81" fmla="*/ 798241 w 879831"/>
              <a:gd name="connsiteY81" fmla="*/ 462449 h 879955"/>
              <a:gd name="connsiteX82" fmla="*/ 786632 w 879831"/>
              <a:gd name="connsiteY82" fmla="*/ 450840 h 879955"/>
              <a:gd name="connsiteX83" fmla="*/ 786669 w 879831"/>
              <a:gd name="connsiteY83" fmla="*/ 153031 h 879955"/>
              <a:gd name="connsiteX84" fmla="*/ 726878 w 879831"/>
              <a:gd name="connsiteY84" fmla="*/ 93240 h 879955"/>
              <a:gd name="connsiteX85" fmla="*/ 450837 w 879831"/>
              <a:gd name="connsiteY85" fmla="*/ 786709 h 879955"/>
              <a:gd name="connsiteX86" fmla="*/ 152990 w 879831"/>
              <a:gd name="connsiteY86" fmla="*/ 786709 h 879955"/>
              <a:gd name="connsiteX87" fmla="*/ 93199 w 879831"/>
              <a:gd name="connsiteY87" fmla="*/ 726917 h 879955"/>
              <a:gd name="connsiteX88" fmla="*/ 93199 w 879831"/>
              <a:gd name="connsiteY88" fmla="*/ 429071 h 879955"/>
              <a:gd name="connsiteX89" fmla="*/ 81590 w 879831"/>
              <a:gd name="connsiteY89" fmla="*/ 417462 h 879955"/>
              <a:gd name="connsiteX90" fmla="*/ 69981 w 879831"/>
              <a:gd name="connsiteY90" fmla="*/ 429071 h 879955"/>
              <a:gd name="connsiteX91" fmla="*/ 69981 w 879831"/>
              <a:gd name="connsiteY91" fmla="*/ 726879 h 879955"/>
              <a:gd name="connsiteX92" fmla="*/ 152989 w 879831"/>
              <a:gd name="connsiteY92" fmla="*/ 809888 h 879955"/>
              <a:gd name="connsiteX93" fmla="*/ 450798 w 879831"/>
              <a:gd name="connsiteY93" fmla="*/ 809888 h 879955"/>
              <a:gd name="connsiteX94" fmla="*/ 462407 w 879831"/>
              <a:gd name="connsiteY94" fmla="*/ 798279 h 879955"/>
              <a:gd name="connsiteX95" fmla="*/ 450836 w 879831"/>
              <a:gd name="connsiteY95" fmla="*/ 786708 h 879955"/>
              <a:gd name="connsiteX96" fmla="*/ 353091 w 879831"/>
              <a:gd name="connsiteY96" fmla="*/ 430455 h 879955"/>
              <a:gd name="connsiteX97" fmla="*/ 394354 w 879831"/>
              <a:gd name="connsiteY97" fmla="*/ 501929 h 879955"/>
              <a:gd name="connsiteX98" fmla="*/ 412585 w 879831"/>
              <a:gd name="connsiteY98" fmla="*/ 504385 h 879955"/>
              <a:gd name="connsiteX99" fmla="*/ 524990 w 879831"/>
              <a:gd name="connsiteY99" fmla="*/ 391980 h 879955"/>
              <a:gd name="connsiteX100" fmla="*/ 524990 w 879831"/>
              <a:gd name="connsiteY100" fmla="*/ 375572 h 879955"/>
              <a:gd name="connsiteX101" fmla="*/ 508581 w 879831"/>
              <a:gd name="connsiteY101" fmla="*/ 375572 h 879955"/>
              <a:gd name="connsiteX102" fmla="*/ 406816 w 879831"/>
              <a:gd name="connsiteY102" fmla="*/ 477337 h 879955"/>
              <a:gd name="connsiteX103" fmla="*/ 373106 w 879831"/>
              <a:gd name="connsiteY103" fmla="*/ 418959 h 879955"/>
              <a:gd name="connsiteX104" fmla="*/ 357331 w 879831"/>
              <a:gd name="connsiteY104" fmla="*/ 414717 h 879955"/>
              <a:gd name="connsiteX105" fmla="*/ 353089 w 879831"/>
              <a:gd name="connsiteY105" fmla="*/ 430456 h 879955"/>
              <a:gd name="connsiteX106" fmla="*/ 439933 w 879831"/>
              <a:gd name="connsiteY106" fmla="*/ 280884 h 879955"/>
              <a:gd name="connsiteX107" fmla="*/ 280837 w 879831"/>
              <a:gd name="connsiteY107" fmla="*/ 439980 h 879955"/>
              <a:gd name="connsiteX108" fmla="*/ 439933 w 879831"/>
              <a:gd name="connsiteY108" fmla="*/ 599076 h 879955"/>
              <a:gd name="connsiteX109" fmla="*/ 599029 w 879831"/>
              <a:gd name="connsiteY109" fmla="*/ 439980 h 879955"/>
              <a:gd name="connsiteX110" fmla="*/ 439933 w 879831"/>
              <a:gd name="connsiteY110" fmla="*/ 280884 h 879955"/>
              <a:gd name="connsiteX111" fmla="*/ 536040 w 879831"/>
              <a:gd name="connsiteY111" fmla="*/ 343875 h 879955"/>
              <a:gd name="connsiteX112" fmla="*/ 343864 w 879831"/>
              <a:gd name="connsiteY112" fmla="*/ 343875 h 879955"/>
              <a:gd name="connsiteX113" fmla="*/ 343864 w 879831"/>
              <a:gd name="connsiteY113" fmla="*/ 536052 h 879955"/>
              <a:gd name="connsiteX114" fmla="*/ 536040 w 879831"/>
              <a:gd name="connsiteY114" fmla="*/ 536052 h 879955"/>
              <a:gd name="connsiteX115" fmla="*/ 536040 w 879831"/>
              <a:gd name="connsiteY115" fmla="*/ 343875 h 879955"/>
              <a:gd name="connsiteX116" fmla="*/ 518813 w 879831"/>
              <a:gd name="connsiteY116" fmla="*/ 194228 h 879955"/>
              <a:gd name="connsiteX117" fmla="*/ 512042 w 879831"/>
              <a:gd name="connsiteY117" fmla="*/ 186116 h 879955"/>
              <a:gd name="connsiteX118" fmla="*/ 508693 w 879831"/>
              <a:gd name="connsiteY118" fmla="*/ 160555 h 879955"/>
              <a:gd name="connsiteX119" fmla="*/ 475988 w 879831"/>
              <a:gd name="connsiteY119" fmla="*/ 131832 h 879955"/>
              <a:gd name="connsiteX120" fmla="*/ 403881 w 879831"/>
              <a:gd name="connsiteY120" fmla="*/ 131832 h 879955"/>
              <a:gd name="connsiteX121" fmla="*/ 371176 w 879831"/>
              <a:gd name="connsiteY121" fmla="*/ 160555 h 879955"/>
              <a:gd name="connsiteX122" fmla="*/ 367827 w 879831"/>
              <a:gd name="connsiteY122" fmla="*/ 186116 h 879955"/>
              <a:gd name="connsiteX123" fmla="*/ 361055 w 879831"/>
              <a:gd name="connsiteY123" fmla="*/ 194191 h 879955"/>
              <a:gd name="connsiteX124" fmla="*/ 321950 w 879831"/>
              <a:gd name="connsiteY124" fmla="*/ 210376 h 879955"/>
              <a:gd name="connsiteX125" fmla="*/ 311420 w 879831"/>
              <a:gd name="connsiteY125" fmla="*/ 209408 h 879955"/>
              <a:gd name="connsiteX126" fmla="*/ 290957 w 879831"/>
              <a:gd name="connsiteY126" fmla="*/ 193707 h 879955"/>
              <a:gd name="connsiteX127" fmla="*/ 247536 w 879831"/>
              <a:gd name="connsiteY127" fmla="*/ 196535 h 879955"/>
              <a:gd name="connsiteX128" fmla="*/ 196562 w 879831"/>
              <a:gd name="connsiteY128" fmla="*/ 247509 h 879955"/>
              <a:gd name="connsiteX129" fmla="*/ 193734 w 879831"/>
              <a:gd name="connsiteY129" fmla="*/ 290930 h 879955"/>
              <a:gd name="connsiteX130" fmla="*/ 209435 w 879831"/>
              <a:gd name="connsiteY130" fmla="*/ 311393 h 879955"/>
              <a:gd name="connsiteX131" fmla="*/ 210403 w 879831"/>
              <a:gd name="connsiteY131" fmla="*/ 321923 h 879955"/>
              <a:gd name="connsiteX132" fmla="*/ 194218 w 879831"/>
              <a:gd name="connsiteY132" fmla="*/ 361028 h 879955"/>
              <a:gd name="connsiteX133" fmla="*/ 186144 w 879831"/>
              <a:gd name="connsiteY133" fmla="*/ 367800 h 879955"/>
              <a:gd name="connsiteX134" fmla="*/ 160583 w 879831"/>
              <a:gd name="connsiteY134" fmla="*/ 371148 h 879955"/>
              <a:gd name="connsiteX135" fmla="*/ 131859 w 879831"/>
              <a:gd name="connsiteY135" fmla="*/ 403853 h 879955"/>
              <a:gd name="connsiteX136" fmla="*/ 131859 w 879831"/>
              <a:gd name="connsiteY136" fmla="*/ 475960 h 879955"/>
              <a:gd name="connsiteX137" fmla="*/ 160583 w 879831"/>
              <a:gd name="connsiteY137" fmla="*/ 508665 h 879955"/>
              <a:gd name="connsiteX138" fmla="*/ 186144 w 879831"/>
              <a:gd name="connsiteY138" fmla="*/ 512014 h 879955"/>
              <a:gd name="connsiteX139" fmla="*/ 194218 w 879831"/>
              <a:gd name="connsiteY139" fmla="*/ 518786 h 879955"/>
              <a:gd name="connsiteX140" fmla="*/ 210440 w 879831"/>
              <a:gd name="connsiteY140" fmla="*/ 557891 h 879955"/>
              <a:gd name="connsiteX141" fmla="*/ 209472 w 879831"/>
              <a:gd name="connsiteY141" fmla="*/ 568420 h 879955"/>
              <a:gd name="connsiteX142" fmla="*/ 193771 w 879831"/>
              <a:gd name="connsiteY142" fmla="*/ 588884 h 879955"/>
              <a:gd name="connsiteX143" fmla="*/ 196599 w 879831"/>
              <a:gd name="connsiteY143" fmla="*/ 632305 h 879955"/>
              <a:gd name="connsiteX144" fmla="*/ 247573 w 879831"/>
              <a:gd name="connsiteY144" fmla="*/ 683279 h 879955"/>
              <a:gd name="connsiteX145" fmla="*/ 290994 w 879831"/>
              <a:gd name="connsiteY145" fmla="*/ 686144 h 879955"/>
              <a:gd name="connsiteX146" fmla="*/ 311458 w 879831"/>
              <a:gd name="connsiteY146" fmla="*/ 670443 h 879955"/>
              <a:gd name="connsiteX147" fmla="*/ 321987 w 879831"/>
              <a:gd name="connsiteY147" fmla="*/ 669475 h 879955"/>
              <a:gd name="connsiteX148" fmla="*/ 361092 w 879831"/>
              <a:gd name="connsiteY148" fmla="*/ 685660 h 879955"/>
              <a:gd name="connsiteX149" fmla="*/ 367864 w 879831"/>
              <a:gd name="connsiteY149" fmla="*/ 693771 h 879955"/>
              <a:gd name="connsiteX150" fmla="*/ 371213 w 879831"/>
              <a:gd name="connsiteY150" fmla="*/ 719333 h 879955"/>
              <a:gd name="connsiteX151" fmla="*/ 403918 w 879831"/>
              <a:gd name="connsiteY151" fmla="*/ 748056 h 879955"/>
              <a:gd name="connsiteX152" fmla="*/ 476025 w 879831"/>
              <a:gd name="connsiteY152" fmla="*/ 748056 h 879955"/>
              <a:gd name="connsiteX153" fmla="*/ 508730 w 879831"/>
              <a:gd name="connsiteY153" fmla="*/ 719333 h 879955"/>
              <a:gd name="connsiteX154" fmla="*/ 512079 w 879831"/>
              <a:gd name="connsiteY154" fmla="*/ 693771 h 879955"/>
              <a:gd name="connsiteX155" fmla="*/ 518850 w 879831"/>
              <a:gd name="connsiteY155" fmla="*/ 685697 h 879955"/>
              <a:gd name="connsiteX156" fmla="*/ 557955 w 879831"/>
              <a:gd name="connsiteY156" fmla="*/ 669475 h 879955"/>
              <a:gd name="connsiteX157" fmla="*/ 568485 w 879831"/>
              <a:gd name="connsiteY157" fmla="*/ 670443 h 879955"/>
              <a:gd name="connsiteX158" fmla="*/ 588948 w 879831"/>
              <a:gd name="connsiteY158" fmla="*/ 686144 h 879955"/>
              <a:gd name="connsiteX159" fmla="*/ 632369 w 879831"/>
              <a:gd name="connsiteY159" fmla="*/ 683279 h 879955"/>
              <a:gd name="connsiteX160" fmla="*/ 683343 w 879831"/>
              <a:gd name="connsiteY160" fmla="*/ 632305 h 879955"/>
              <a:gd name="connsiteX161" fmla="*/ 686171 w 879831"/>
              <a:gd name="connsiteY161" fmla="*/ 588884 h 879955"/>
              <a:gd name="connsiteX162" fmla="*/ 670470 w 879831"/>
              <a:gd name="connsiteY162" fmla="*/ 568420 h 879955"/>
              <a:gd name="connsiteX163" fmla="*/ 669502 w 879831"/>
              <a:gd name="connsiteY163" fmla="*/ 557891 h 879955"/>
              <a:gd name="connsiteX164" fmla="*/ 685724 w 879831"/>
              <a:gd name="connsiteY164" fmla="*/ 518786 h 879955"/>
              <a:gd name="connsiteX165" fmla="*/ 693799 w 879831"/>
              <a:gd name="connsiteY165" fmla="*/ 512014 h 879955"/>
              <a:gd name="connsiteX166" fmla="*/ 719360 w 879831"/>
              <a:gd name="connsiteY166" fmla="*/ 508665 h 879955"/>
              <a:gd name="connsiteX167" fmla="*/ 748084 w 879831"/>
              <a:gd name="connsiteY167" fmla="*/ 475960 h 879955"/>
              <a:gd name="connsiteX168" fmla="*/ 748084 w 879831"/>
              <a:gd name="connsiteY168" fmla="*/ 403853 h 879955"/>
              <a:gd name="connsiteX169" fmla="*/ 719360 w 879831"/>
              <a:gd name="connsiteY169" fmla="*/ 371148 h 879955"/>
              <a:gd name="connsiteX170" fmla="*/ 693799 w 879831"/>
              <a:gd name="connsiteY170" fmla="*/ 367800 h 879955"/>
              <a:gd name="connsiteX171" fmla="*/ 685724 w 879831"/>
              <a:gd name="connsiteY171" fmla="*/ 361028 h 879955"/>
              <a:gd name="connsiteX172" fmla="*/ 669502 w 879831"/>
              <a:gd name="connsiteY172" fmla="*/ 321923 h 879955"/>
              <a:gd name="connsiteX173" fmla="*/ 670470 w 879831"/>
              <a:gd name="connsiteY173" fmla="*/ 311393 h 879955"/>
              <a:gd name="connsiteX174" fmla="*/ 686171 w 879831"/>
              <a:gd name="connsiteY174" fmla="*/ 290930 h 879955"/>
              <a:gd name="connsiteX175" fmla="*/ 683343 w 879831"/>
              <a:gd name="connsiteY175" fmla="*/ 247509 h 879955"/>
              <a:gd name="connsiteX176" fmla="*/ 632332 w 879831"/>
              <a:gd name="connsiteY176" fmla="*/ 196609 h 879955"/>
              <a:gd name="connsiteX177" fmla="*/ 588911 w 879831"/>
              <a:gd name="connsiteY177" fmla="*/ 193781 h 879955"/>
              <a:gd name="connsiteX178" fmla="*/ 568448 w 879831"/>
              <a:gd name="connsiteY178" fmla="*/ 209482 h 879955"/>
              <a:gd name="connsiteX179" fmla="*/ 557918 w 879831"/>
              <a:gd name="connsiteY179" fmla="*/ 210450 h 879955"/>
              <a:gd name="connsiteX180" fmla="*/ 518813 w 879831"/>
              <a:gd name="connsiteY180" fmla="*/ 194228 h 879955"/>
              <a:gd name="connsiteX181" fmla="*/ 529826 w 879831"/>
              <a:gd name="connsiteY181" fmla="*/ 222914 h 879955"/>
              <a:gd name="connsiteX182" fmla="*/ 511744 w 879831"/>
              <a:gd name="connsiteY182" fmla="*/ 216254 h 879955"/>
              <a:gd name="connsiteX183" fmla="*/ 489122 w 879831"/>
              <a:gd name="connsiteY183" fmla="*/ 189130 h 879955"/>
              <a:gd name="connsiteX184" fmla="*/ 485773 w 879831"/>
              <a:gd name="connsiteY184" fmla="*/ 163569 h 879955"/>
              <a:gd name="connsiteX185" fmla="*/ 475988 w 879831"/>
              <a:gd name="connsiteY185" fmla="*/ 155049 h 879955"/>
              <a:gd name="connsiteX186" fmla="*/ 403881 w 879831"/>
              <a:gd name="connsiteY186" fmla="*/ 155049 h 879955"/>
              <a:gd name="connsiteX187" fmla="*/ 394096 w 879831"/>
              <a:gd name="connsiteY187" fmla="*/ 163569 h 879955"/>
              <a:gd name="connsiteX188" fmla="*/ 390748 w 879831"/>
              <a:gd name="connsiteY188" fmla="*/ 189130 h 879955"/>
              <a:gd name="connsiteX189" fmla="*/ 368126 w 879831"/>
              <a:gd name="connsiteY189" fmla="*/ 216254 h 879955"/>
              <a:gd name="connsiteX190" fmla="*/ 332555 w 879831"/>
              <a:gd name="connsiteY190" fmla="*/ 231026 h 879955"/>
              <a:gd name="connsiteX191" fmla="*/ 297358 w 879831"/>
              <a:gd name="connsiteY191" fmla="*/ 227901 h 879955"/>
              <a:gd name="connsiteX192" fmla="*/ 276894 w 879831"/>
              <a:gd name="connsiteY192" fmla="*/ 212163 h 879955"/>
              <a:gd name="connsiteX193" fmla="*/ 263946 w 879831"/>
              <a:gd name="connsiteY193" fmla="*/ 213018 h 879955"/>
              <a:gd name="connsiteX194" fmla="*/ 212972 w 879831"/>
              <a:gd name="connsiteY194" fmla="*/ 263992 h 879955"/>
              <a:gd name="connsiteX195" fmla="*/ 212116 w 879831"/>
              <a:gd name="connsiteY195" fmla="*/ 276940 h 879955"/>
              <a:gd name="connsiteX196" fmla="*/ 227817 w 879831"/>
              <a:gd name="connsiteY196" fmla="*/ 297404 h 879955"/>
              <a:gd name="connsiteX197" fmla="*/ 230943 w 879831"/>
              <a:gd name="connsiteY197" fmla="*/ 332601 h 879955"/>
              <a:gd name="connsiteX198" fmla="*/ 216171 w 879831"/>
              <a:gd name="connsiteY198" fmla="*/ 368172 h 879955"/>
              <a:gd name="connsiteX199" fmla="*/ 189047 w 879831"/>
              <a:gd name="connsiteY199" fmla="*/ 390793 h 879955"/>
              <a:gd name="connsiteX200" fmla="*/ 163486 w 879831"/>
              <a:gd name="connsiteY200" fmla="*/ 394142 h 879955"/>
              <a:gd name="connsiteX201" fmla="*/ 154965 w 879831"/>
              <a:gd name="connsiteY201" fmla="*/ 403927 h 879955"/>
              <a:gd name="connsiteX202" fmla="*/ 154965 w 879831"/>
              <a:gd name="connsiteY202" fmla="*/ 476035 h 879955"/>
              <a:gd name="connsiteX203" fmla="*/ 163486 w 879831"/>
              <a:gd name="connsiteY203" fmla="*/ 485820 h 879955"/>
              <a:gd name="connsiteX204" fmla="*/ 189047 w 879831"/>
              <a:gd name="connsiteY204" fmla="*/ 489168 h 879955"/>
              <a:gd name="connsiteX205" fmla="*/ 216171 w 879831"/>
              <a:gd name="connsiteY205" fmla="*/ 511790 h 879955"/>
              <a:gd name="connsiteX206" fmla="*/ 230943 w 879831"/>
              <a:gd name="connsiteY206" fmla="*/ 547360 h 879955"/>
              <a:gd name="connsiteX207" fmla="*/ 227817 w 879831"/>
              <a:gd name="connsiteY207" fmla="*/ 582520 h 879955"/>
              <a:gd name="connsiteX208" fmla="*/ 212116 w 879831"/>
              <a:gd name="connsiteY208" fmla="*/ 602984 h 879955"/>
              <a:gd name="connsiteX209" fmla="*/ 212972 w 879831"/>
              <a:gd name="connsiteY209" fmla="*/ 615932 h 879955"/>
              <a:gd name="connsiteX210" fmla="*/ 263946 w 879831"/>
              <a:gd name="connsiteY210" fmla="*/ 666906 h 879955"/>
              <a:gd name="connsiteX211" fmla="*/ 276894 w 879831"/>
              <a:gd name="connsiteY211" fmla="*/ 667762 h 879955"/>
              <a:gd name="connsiteX212" fmla="*/ 297358 w 879831"/>
              <a:gd name="connsiteY212" fmla="*/ 652061 h 879955"/>
              <a:gd name="connsiteX213" fmla="*/ 332555 w 879831"/>
              <a:gd name="connsiteY213" fmla="*/ 648935 h 879955"/>
              <a:gd name="connsiteX214" fmla="*/ 368126 w 879831"/>
              <a:gd name="connsiteY214" fmla="*/ 663707 h 879955"/>
              <a:gd name="connsiteX215" fmla="*/ 390748 w 879831"/>
              <a:gd name="connsiteY215" fmla="*/ 690832 h 879955"/>
              <a:gd name="connsiteX216" fmla="*/ 394096 w 879831"/>
              <a:gd name="connsiteY216" fmla="*/ 716392 h 879955"/>
              <a:gd name="connsiteX217" fmla="*/ 403881 w 879831"/>
              <a:gd name="connsiteY217" fmla="*/ 724913 h 879955"/>
              <a:gd name="connsiteX218" fmla="*/ 475988 w 879831"/>
              <a:gd name="connsiteY218" fmla="*/ 724913 h 879955"/>
              <a:gd name="connsiteX219" fmla="*/ 485773 w 879831"/>
              <a:gd name="connsiteY219" fmla="*/ 716392 h 879955"/>
              <a:gd name="connsiteX220" fmla="*/ 489122 w 879831"/>
              <a:gd name="connsiteY220" fmla="*/ 690832 h 879955"/>
              <a:gd name="connsiteX221" fmla="*/ 511744 w 879831"/>
              <a:gd name="connsiteY221" fmla="*/ 663707 h 879955"/>
              <a:gd name="connsiteX222" fmla="*/ 547314 w 879831"/>
              <a:gd name="connsiteY222" fmla="*/ 648935 h 879955"/>
              <a:gd name="connsiteX223" fmla="*/ 582474 w 879831"/>
              <a:gd name="connsiteY223" fmla="*/ 652061 h 879955"/>
              <a:gd name="connsiteX224" fmla="*/ 602938 w 879831"/>
              <a:gd name="connsiteY224" fmla="*/ 667799 h 879955"/>
              <a:gd name="connsiteX225" fmla="*/ 615886 w 879831"/>
              <a:gd name="connsiteY225" fmla="*/ 666943 h 879955"/>
              <a:gd name="connsiteX226" fmla="*/ 666860 w 879831"/>
              <a:gd name="connsiteY226" fmla="*/ 615969 h 879955"/>
              <a:gd name="connsiteX227" fmla="*/ 667715 w 879831"/>
              <a:gd name="connsiteY227" fmla="*/ 603021 h 879955"/>
              <a:gd name="connsiteX228" fmla="*/ 652014 w 879831"/>
              <a:gd name="connsiteY228" fmla="*/ 582557 h 879955"/>
              <a:gd name="connsiteX229" fmla="*/ 648889 w 879831"/>
              <a:gd name="connsiteY229" fmla="*/ 547397 h 879955"/>
              <a:gd name="connsiteX230" fmla="*/ 663661 w 879831"/>
              <a:gd name="connsiteY230" fmla="*/ 511827 h 879955"/>
              <a:gd name="connsiteX231" fmla="*/ 690785 w 879831"/>
              <a:gd name="connsiteY231" fmla="*/ 489205 h 879955"/>
              <a:gd name="connsiteX232" fmla="*/ 716346 w 879831"/>
              <a:gd name="connsiteY232" fmla="*/ 485857 h 879955"/>
              <a:gd name="connsiteX233" fmla="*/ 724867 w 879831"/>
              <a:gd name="connsiteY233" fmla="*/ 476072 h 879955"/>
              <a:gd name="connsiteX234" fmla="*/ 724867 w 879831"/>
              <a:gd name="connsiteY234" fmla="*/ 403965 h 879955"/>
              <a:gd name="connsiteX235" fmla="*/ 716346 w 879831"/>
              <a:gd name="connsiteY235" fmla="*/ 394180 h 879955"/>
              <a:gd name="connsiteX236" fmla="*/ 690785 w 879831"/>
              <a:gd name="connsiteY236" fmla="*/ 390831 h 879955"/>
              <a:gd name="connsiteX237" fmla="*/ 663661 w 879831"/>
              <a:gd name="connsiteY237" fmla="*/ 368209 h 879955"/>
              <a:gd name="connsiteX238" fmla="*/ 648889 w 879831"/>
              <a:gd name="connsiteY238" fmla="*/ 332639 h 879955"/>
              <a:gd name="connsiteX239" fmla="*/ 652014 w 879831"/>
              <a:gd name="connsiteY239" fmla="*/ 297441 h 879955"/>
              <a:gd name="connsiteX240" fmla="*/ 667715 w 879831"/>
              <a:gd name="connsiteY240" fmla="*/ 276977 h 879955"/>
              <a:gd name="connsiteX241" fmla="*/ 666860 w 879831"/>
              <a:gd name="connsiteY241" fmla="*/ 264029 h 879955"/>
              <a:gd name="connsiteX242" fmla="*/ 615886 w 879831"/>
              <a:gd name="connsiteY242" fmla="*/ 213055 h 879955"/>
              <a:gd name="connsiteX243" fmla="*/ 602938 w 879831"/>
              <a:gd name="connsiteY243" fmla="*/ 212200 h 879955"/>
              <a:gd name="connsiteX244" fmla="*/ 582474 w 879831"/>
              <a:gd name="connsiteY244" fmla="*/ 227901 h 879955"/>
              <a:gd name="connsiteX245" fmla="*/ 547277 w 879831"/>
              <a:gd name="connsiteY245" fmla="*/ 231026 h 879955"/>
              <a:gd name="connsiteX246" fmla="*/ 529827 w 879831"/>
              <a:gd name="connsiteY246" fmla="*/ 222914 h 879955"/>
              <a:gd name="connsiteX247" fmla="*/ 713925 w 879831"/>
              <a:gd name="connsiteY247" fmla="*/ 632232 h 879955"/>
              <a:gd name="connsiteX248" fmla="*/ 707935 w 879831"/>
              <a:gd name="connsiteY248" fmla="*/ 617014 h 879955"/>
              <a:gd name="connsiteX249" fmla="*/ 723153 w 879831"/>
              <a:gd name="connsiteY249" fmla="*/ 611024 h 879955"/>
              <a:gd name="connsiteX250" fmla="*/ 749421 w 879831"/>
              <a:gd name="connsiteY250" fmla="*/ 749470 h 879955"/>
              <a:gd name="connsiteX251" fmla="*/ 610975 w 879831"/>
              <a:gd name="connsiteY251" fmla="*/ 723202 h 879955"/>
              <a:gd name="connsiteX252" fmla="*/ 616965 w 879831"/>
              <a:gd name="connsiteY252" fmla="*/ 707984 h 879955"/>
              <a:gd name="connsiteX253" fmla="*/ 632183 w 879831"/>
              <a:gd name="connsiteY253" fmla="*/ 713974 h 879955"/>
              <a:gd name="connsiteX254" fmla="*/ 733053 w 879831"/>
              <a:gd name="connsiteY254" fmla="*/ 733098 h 879955"/>
              <a:gd name="connsiteX255" fmla="*/ 713929 w 879831"/>
              <a:gd name="connsiteY255" fmla="*/ 632228 h 879955"/>
              <a:gd name="connsiteX256" fmla="*/ 714706 w 879831"/>
              <a:gd name="connsiteY256" fmla="*/ 538284 h 879955"/>
              <a:gd name="connsiteX257" fmla="*/ 722558 w 879831"/>
              <a:gd name="connsiteY257" fmla="*/ 523922 h 879955"/>
              <a:gd name="connsiteX258" fmla="*/ 736918 w 879831"/>
              <a:gd name="connsiteY258" fmla="*/ 531773 h 879955"/>
              <a:gd name="connsiteX259" fmla="*/ 750537 w 879831"/>
              <a:gd name="connsiteY259" fmla="*/ 540926 h 879955"/>
              <a:gd name="connsiteX260" fmla="*/ 768174 w 879831"/>
              <a:gd name="connsiteY260" fmla="*/ 543121 h 879955"/>
              <a:gd name="connsiteX261" fmla="*/ 792655 w 879831"/>
              <a:gd name="connsiteY261" fmla="*/ 534601 h 879955"/>
              <a:gd name="connsiteX262" fmla="*/ 813863 w 879831"/>
              <a:gd name="connsiteY262" fmla="*/ 544200 h 879955"/>
              <a:gd name="connsiteX263" fmla="*/ 834141 w 879831"/>
              <a:gd name="connsiteY263" fmla="*/ 564478 h 879955"/>
              <a:gd name="connsiteX264" fmla="*/ 836969 w 879831"/>
              <a:gd name="connsiteY264" fmla="*/ 607899 h 879955"/>
              <a:gd name="connsiteX265" fmla="*/ 834141 w 879831"/>
              <a:gd name="connsiteY265" fmla="*/ 620437 h 879955"/>
              <a:gd name="connsiteX266" fmla="*/ 840318 w 879831"/>
              <a:gd name="connsiteY266" fmla="*/ 635357 h 879955"/>
              <a:gd name="connsiteX267" fmla="*/ 851108 w 879831"/>
              <a:gd name="connsiteY267" fmla="*/ 642166 h 879955"/>
              <a:gd name="connsiteX268" fmla="*/ 879832 w 879831"/>
              <a:gd name="connsiteY268" fmla="*/ 674871 h 879955"/>
              <a:gd name="connsiteX269" fmla="*/ 879832 w 879831"/>
              <a:gd name="connsiteY269" fmla="*/ 703557 h 879955"/>
              <a:gd name="connsiteX270" fmla="*/ 851108 w 879831"/>
              <a:gd name="connsiteY270" fmla="*/ 736262 h 879955"/>
              <a:gd name="connsiteX271" fmla="*/ 840318 w 879831"/>
              <a:gd name="connsiteY271" fmla="*/ 743072 h 879955"/>
              <a:gd name="connsiteX272" fmla="*/ 834141 w 879831"/>
              <a:gd name="connsiteY272" fmla="*/ 757992 h 879955"/>
              <a:gd name="connsiteX273" fmla="*/ 836969 w 879831"/>
              <a:gd name="connsiteY273" fmla="*/ 770530 h 879955"/>
              <a:gd name="connsiteX274" fmla="*/ 834141 w 879831"/>
              <a:gd name="connsiteY274" fmla="*/ 813951 h 879955"/>
              <a:gd name="connsiteX275" fmla="*/ 813863 w 879831"/>
              <a:gd name="connsiteY275" fmla="*/ 834229 h 879955"/>
              <a:gd name="connsiteX276" fmla="*/ 770443 w 879831"/>
              <a:gd name="connsiteY276" fmla="*/ 837094 h 879955"/>
              <a:gd name="connsiteX277" fmla="*/ 757868 w 879831"/>
              <a:gd name="connsiteY277" fmla="*/ 834266 h 879955"/>
              <a:gd name="connsiteX278" fmla="*/ 742948 w 879831"/>
              <a:gd name="connsiteY278" fmla="*/ 840442 h 879955"/>
              <a:gd name="connsiteX279" fmla="*/ 736138 w 879831"/>
              <a:gd name="connsiteY279" fmla="*/ 851232 h 879955"/>
              <a:gd name="connsiteX280" fmla="*/ 703433 w 879831"/>
              <a:gd name="connsiteY280" fmla="*/ 879956 h 879955"/>
              <a:gd name="connsiteX281" fmla="*/ 674747 w 879831"/>
              <a:gd name="connsiteY281" fmla="*/ 879956 h 879955"/>
              <a:gd name="connsiteX282" fmla="*/ 642042 w 879831"/>
              <a:gd name="connsiteY282" fmla="*/ 851232 h 879955"/>
              <a:gd name="connsiteX283" fmla="*/ 635233 w 879831"/>
              <a:gd name="connsiteY283" fmla="*/ 840442 h 879955"/>
              <a:gd name="connsiteX284" fmla="*/ 620313 w 879831"/>
              <a:gd name="connsiteY284" fmla="*/ 834266 h 879955"/>
              <a:gd name="connsiteX285" fmla="*/ 607775 w 879831"/>
              <a:gd name="connsiteY285" fmla="*/ 837094 h 879955"/>
              <a:gd name="connsiteX286" fmla="*/ 564354 w 879831"/>
              <a:gd name="connsiteY286" fmla="*/ 834229 h 879955"/>
              <a:gd name="connsiteX287" fmla="*/ 544076 w 879831"/>
              <a:gd name="connsiteY287" fmla="*/ 813951 h 879955"/>
              <a:gd name="connsiteX288" fmla="*/ 541248 w 879831"/>
              <a:gd name="connsiteY288" fmla="*/ 770530 h 879955"/>
              <a:gd name="connsiteX289" fmla="*/ 544076 w 879831"/>
              <a:gd name="connsiteY289" fmla="*/ 757955 h 879955"/>
              <a:gd name="connsiteX290" fmla="*/ 537899 w 879831"/>
              <a:gd name="connsiteY290" fmla="*/ 743035 h 879955"/>
              <a:gd name="connsiteX291" fmla="*/ 531686 w 879831"/>
              <a:gd name="connsiteY291" fmla="*/ 736970 h 879955"/>
              <a:gd name="connsiteX292" fmla="*/ 523836 w 879831"/>
              <a:gd name="connsiteY292" fmla="*/ 722608 h 879955"/>
              <a:gd name="connsiteX293" fmla="*/ 538197 w 879831"/>
              <a:gd name="connsiteY293" fmla="*/ 714757 h 879955"/>
              <a:gd name="connsiteX294" fmla="*/ 559740 w 879831"/>
              <a:gd name="connsiteY294" fmla="*/ 735295 h 879955"/>
              <a:gd name="connsiteX295" fmla="*/ 568112 w 879831"/>
              <a:gd name="connsiteY295" fmla="*/ 765618 h 879955"/>
              <a:gd name="connsiteX296" fmla="*/ 557582 w 879831"/>
              <a:gd name="connsiteY296" fmla="*/ 791217 h 879955"/>
              <a:gd name="connsiteX297" fmla="*/ 560484 w 879831"/>
              <a:gd name="connsiteY297" fmla="*/ 797468 h 879955"/>
              <a:gd name="connsiteX298" fmla="*/ 580762 w 879831"/>
              <a:gd name="connsiteY298" fmla="*/ 817746 h 879955"/>
              <a:gd name="connsiteX299" fmla="*/ 593710 w 879831"/>
              <a:gd name="connsiteY299" fmla="*/ 818601 h 879955"/>
              <a:gd name="connsiteX300" fmla="*/ 612611 w 879831"/>
              <a:gd name="connsiteY300" fmla="*/ 810155 h 879955"/>
              <a:gd name="connsiteX301" fmla="*/ 642935 w 879831"/>
              <a:gd name="connsiteY301" fmla="*/ 818527 h 879955"/>
              <a:gd name="connsiteX302" fmla="*/ 664589 w 879831"/>
              <a:gd name="connsiteY302" fmla="*/ 845353 h 879955"/>
              <a:gd name="connsiteX303" fmla="*/ 668198 w 879831"/>
              <a:gd name="connsiteY303" fmla="*/ 854320 h 879955"/>
              <a:gd name="connsiteX304" fmla="*/ 674747 w 879831"/>
              <a:gd name="connsiteY304" fmla="*/ 856701 h 879955"/>
              <a:gd name="connsiteX305" fmla="*/ 703433 w 879831"/>
              <a:gd name="connsiteY305" fmla="*/ 856701 h 879955"/>
              <a:gd name="connsiteX306" fmla="*/ 713218 w 879831"/>
              <a:gd name="connsiteY306" fmla="*/ 848181 h 879955"/>
              <a:gd name="connsiteX307" fmla="*/ 720548 w 879831"/>
              <a:gd name="connsiteY307" fmla="*/ 828871 h 879955"/>
              <a:gd name="connsiteX308" fmla="*/ 747969 w 879831"/>
              <a:gd name="connsiteY308" fmla="*/ 813244 h 879955"/>
              <a:gd name="connsiteX309" fmla="*/ 782162 w 879831"/>
              <a:gd name="connsiteY309" fmla="*/ 816853 h 879955"/>
              <a:gd name="connsiteX310" fmla="*/ 791129 w 879831"/>
              <a:gd name="connsiteY310" fmla="*/ 820649 h 879955"/>
              <a:gd name="connsiteX311" fmla="*/ 797380 w 879831"/>
              <a:gd name="connsiteY311" fmla="*/ 817747 h 879955"/>
              <a:gd name="connsiteX312" fmla="*/ 817658 w 879831"/>
              <a:gd name="connsiteY312" fmla="*/ 797469 h 879955"/>
              <a:gd name="connsiteX313" fmla="*/ 818513 w 879831"/>
              <a:gd name="connsiteY313" fmla="*/ 784521 h 879955"/>
              <a:gd name="connsiteX314" fmla="*/ 810068 w 879831"/>
              <a:gd name="connsiteY314" fmla="*/ 765619 h 879955"/>
              <a:gd name="connsiteX315" fmla="*/ 818439 w 879831"/>
              <a:gd name="connsiteY315" fmla="*/ 735296 h 879955"/>
              <a:gd name="connsiteX316" fmla="*/ 845265 w 879831"/>
              <a:gd name="connsiteY316" fmla="*/ 713641 h 879955"/>
              <a:gd name="connsiteX317" fmla="*/ 854232 w 879831"/>
              <a:gd name="connsiteY317" fmla="*/ 710032 h 879955"/>
              <a:gd name="connsiteX318" fmla="*/ 856613 w 879831"/>
              <a:gd name="connsiteY318" fmla="*/ 703484 h 879955"/>
              <a:gd name="connsiteX319" fmla="*/ 856613 w 879831"/>
              <a:gd name="connsiteY319" fmla="*/ 674798 h 879955"/>
              <a:gd name="connsiteX320" fmla="*/ 848093 w 879831"/>
              <a:gd name="connsiteY320" fmla="*/ 665013 h 879955"/>
              <a:gd name="connsiteX321" fmla="*/ 828783 w 879831"/>
              <a:gd name="connsiteY321" fmla="*/ 657682 h 879955"/>
              <a:gd name="connsiteX322" fmla="*/ 813157 w 879831"/>
              <a:gd name="connsiteY322" fmla="*/ 630223 h 879955"/>
              <a:gd name="connsiteX323" fmla="*/ 816766 w 879831"/>
              <a:gd name="connsiteY323" fmla="*/ 596031 h 879955"/>
              <a:gd name="connsiteX324" fmla="*/ 820560 w 879831"/>
              <a:gd name="connsiteY324" fmla="*/ 587064 h 879955"/>
              <a:gd name="connsiteX325" fmla="*/ 817658 w 879831"/>
              <a:gd name="connsiteY325" fmla="*/ 580813 h 879955"/>
              <a:gd name="connsiteX326" fmla="*/ 797380 w 879831"/>
              <a:gd name="connsiteY326" fmla="*/ 560536 h 879955"/>
              <a:gd name="connsiteX327" fmla="*/ 784432 w 879831"/>
              <a:gd name="connsiteY327" fmla="*/ 559679 h 879955"/>
              <a:gd name="connsiteX328" fmla="*/ 765531 w 879831"/>
              <a:gd name="connsiteY328" fmla="*/ 568125 h 879955"/>
              <a:gd name="connsiteX329" fmla="*/ 735207 w 879831"/>
              <a:gd name="connsiteY329" fmla="*/ 559754 h 879955"/>
              <a:gd name="connsiteX330" fmla="*/ 714706 w 879831"/>
              <a:gd name="connsiteY330" fmla="*/ 538285 h 879955"/>
              <a:gd name="connsiteX331" fmla="*/ 165942 w 879831"/>
              <a:gd name="connsiteY331" fmla="*/ 247734 h 879955"/>
              <a:gd name="connsiteX332" fmla="*/ 146855 w 879831"/>
              <a:gd name="connsiteY332" fmla="*/ 146864 h 879955"/>
              <a:gd name="connsiteX333" fmla="*/ 247725 w 879831"/>
              <a:gd name="connsiteY333" fmla="*/ 165951 h 879955"/>
              <a:gd name="connsiteX334" fmla="*/ 262943 w 879831"/>
              <a:gd name="connsiteY334" fmla="*/ 171941 h 879955"/>
              <a:gd name="connsiteX335" fmla="*/ 268933 w 879831"/>
              <a:gd name="connsiteY335" fmla="*/ 156723 h 879955"/>
              <a:gd name="connsiteX336" fmla="*/ 130487 w 879831"/>
              <a:gd name="connsiteY336" fmla="*/ 130455 h 879955"/>
              <a:gd name="connsiteX337" fmla="*/ 156755 w 879831"/>
              <a:gd name="connsiteY337" fmla="*/ 268901 h 879955"/>
              <a:gd name="connsiteX338" fmla="*/ 171973 w 879831"/>
              <a:gd name="connsiteY338" fmla="*/ 262911 h 879955"/>
              <a:gd name="connsiteX339" fmla="*/ 165946 w 879831"/>
              <a:gd name="connsiteY339" fmla="*/ 247730 h 8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Lst>
            <a:rect l="l" t="t" r="r" b="b"/>
            <a:pathLst>
              <a:path w="879831" h="879955">
                <a:moveTo>
                  <a:pt x="165162" y="341672"/>
                </a:moveTo>
                <a:cubicBezTo>
                  <a:pt x="166948" y="347811"/>
                  <a:pt x="163451" y="354248"/>
                  <a:pt x="157312" y="356034"/>
                </a:cubicBezTo>
                <a:cubicBezTo>
                  <a:pt x="151173" y="357820"/>
                  <a:pt x="144736" y="354322"/>
                  <a:pt x="142950" y="348183"/>
                </a:cubicBezTo>
                <a:cubicBezTo>
                  <a:pt x="141201" y="342267"/>
                  <a:pt x="135619" y="341672"/>
                  <a:pt x="129332" y="339030"/>
                </a:cubicBezTo>
                <a:cubicBezTo>
                  <a:pt x="122485" y="336203"/>
                  <a:pt x="117723" y="332221"/>
                  <a:pt x="111695" y="336835"/>
                </a:cubicBezTo>
                <a:cubicBezTo>
                  <a:pt x="103919" y="342788"/>
                  <a:pt x="97148" y="346025"/>
                  <a:pt x="87213" y="345355"/>
                </a:cubicBezTo>
                <a:cubicBezTo>
                  <a:pt x="79437" y="344834"/>
                  <a:pt x="71847" y="341598"/>
                  <a:pt x="66005" y="335756"/>
                </a:cubicBezTo>
                <a:lnTo>
                  <a:pt x="45727" y="315478"/>
                </a:lnTo>
                <a:cubicBezTo>
                  <a:pt x="34007" y="303758"/>
                  <a:pt x="32779" y="285229"/>
                  <a:pt x="42899" y="272058"/>
                </a:cubicBezTo>
                <a:cubicBezTo>
                  <a:pt x="45801" y="268300"/>
                  <a:pt x="48369" y="265025"/>
                  <a:pt x="45727" y="259482"/>
                </a:cubicBezTo>
                <a:lnTo>
                  <a:pt x="39402" y="244189"/>
                </a:lnTo>
                <a:cubicBezTo>
                  <a:pt x="35458" y="233362"/>
                  <a:pt x="22212" y="242813"/>
                  <a:pt x="8186" y="226814"/>
                </a:cubicBezTo>
                <a:cubicBezTo>
                  <a:pt x="3051" y="220972"/>
                  <a:pt x="0" y="213345"/>
                  <a:pt x="0" y="205047"/>
                </a:cubicBezTo>
                <a:lnTo>
                  <a:pt x="0" y="176361"/>
                </a:lnTo>
                <a:cubicBezTo>
                  <a:pt x="0" y="159804"/>
                  <a:pt x="12242" y="145814"/>
                  <a:pt x="28724" y="143656"/>
                </a:cubicBezTo>
                <a:cubicBezTo>
                  <a:pt x="33337" y="143061"/>
                  <a:pt x="37504" y="142540"/>
                  <a:pt x="39514" y="136847"/>
                </a:cubicBezTo>
                <a:lnTo>
                  <a:pt x="45690" y="121927"/>
                </a:lnTo>
                <a:cubicBezTo>
                  <a:pt x="48332" y="116383"/>
                  <a:pt x="45764" y="113146"/>
                  <a:pt x="42862" y="109389"/>
                </a:cubicBezTo>
                <a:cubicBezTo>
                  <a:pt x="32742" y="96218"/>
                  <a:pt x="33970" y="77689"/>
                  <a:pt x="45727" y="65968"/>
                </a:cubicBezTo>
                <a:lnTo>
                  <a:pt x="66005" y="45690"/>
                </a:lnTo>
                <a:cubicBezTo>
                  <a:pt x="77726" y="33969"/>
                  <a:pt x="96255" y="32742"/>
                  <a:pt x="109426" y="42862"/>
                </a:cubicBezTo>
                <a:cubicBezTo>
                  <a:pt x="113183" y="45764"/>
                  <a:pt x="116458" y="48332"/>
                  <a:pt x="122002" y="45690"/>
                </a:cubicBezTo>
                <a:lnTo>
                  <a:pt x="136921" y="39514"/>
                </a:lnTo>
                <a:cubicBezTo>
                  <a:pt x="142614" y="37467"/>
                  <a:pt x="143135" y="33337"/>
                  <a:pt x="143730" y="28724"/>
                </a:cubicBezTo>
                <a:cubicBezTo>
                  <a:pt x="145888" y="12241"/>
                  <a:pt x="159878" y="0"/>
                  <a:pt x="176435" y="0"/>
                </a:cubicBezTo>
                <a:lnTo>
                  <a:pt x="205121" y="0"/>
                </a:lnTo>
                <a:cubicBezTo>
                  <a:pt x="221679" y="0"/>
                  <a:pt x="235668" y="12242"/>
                  <a:pt x="237826" y="28724"/>
                </a:cubicBezTo>
                <a:cubicBezTo>
                  <a:pt x="238422" y="33337"/>
                  <a:pt x="238943" y="37504"/>
                  <a:pt x="244636" y="39514"/>
                </a:cubicBezTo>
                <a:lnTo>
                  <a:pt x="259556" y="45690"/>
                </a:lnTo>
                <a:cubicBezTo>
                  <a:pt x="265099" y="48332"/>
                  <a:pt x="268336" y="45764"/>
                  <a:pt x="272095" y="42862"/>
                </a:cubicBezTo>
                <a:cubicBezTo>
                  <a:pt x="285266" y="32742"/>
                  <a:pt x="303795" y="33970"/>
                  <a:pt x="315515" y="45690"/>
                </a:cubicBezTo>
                <a:lnTo>
                  <a:pt x="335793" y="65968"/>
                </a:lnTo>
                <a:cubicBezTo>
                  <a:pt x="347514" y="77689"/>
                  <a:pt x="348741" y="96218"/>
                  <a:pt x="338620" y="109389"/>
                </a:cubicBezTo>
                <a:cubicBezTo>
                  <a:pt x="335719" y="113146"/>
                  <a:pt x="333151" y="116383"/>
                  <a:pt x="335793" y="121927"/>
                </a:cubicBezTo>
                <a:lnTo>
                  <a:pt x="342118" y="137220"/>
                </a:lnTo>
                <a:cubicBezTo>
                  <a:pt x="343123" y="139973"/>
                  <a:pt x="345392" y="142094"/>
                  <a:pt x="348182" y="142912"/>
                </a:cubicBezTo>
                <a:cubicBezTo>
                  <a:pt x="354322" y="144698"/>
                  <a:pt x="357819" y="151135"/>
                  <a:pt x="356034" y="157274"/>
                </a:cubicBezTo>
                <a:cubicBezTo>
                  <a:pt x="354248" y="163414"/>
                  <a:pt x="347811" y="166910"/>
                  <a:pt x="341672" y="165124"/>
                </a:cubicBezTo>
                <a:cubicBezTo>
                  <a:pt x="331589" y="162148"/>
                  <a:pt x="323701" y="154557"/>
                  <a:pt x="320129" y="144624"/>
                </a:cubicBezTo>
                <a:cubicBezTo>
                  <a:pt x="315962" y="132940"/>
                  <a:pt x="310530" y="126020"/>
                  <a:pt x="311757" y="114263"/>
                </a:cubicBezTo>
                <a:cubicBezTo>
                  <a:pt x="313431" y="98525"/>
                  <a:pt x="322809" y="96739"/>
                  <a:pt x="322249" y="88664"/>
                </a:cubicBezTo>
                <a:cubicBezTo>
                  <a:pt x="322101" y="86433"/>
                  <a:pt x="321134" y="84163"/>
                  <a:pt x="319348" y="82414"/>
                </a:cubicBezTo>
                <a:lnTo>
                  <a:pt x="299070" y="62136"/>
                </a:lnTo>
                <a:cubicBezTo>
                  <a:pt x="295460" y="58527"/>
                  <a:pt x="290066" y="58267"/>
                  <a:pt x="286122" y="61280"/>
                </a:cubicBezTo>
                <a:cubicBezTo>
                  <a:pt x="279982" y="66005"/>
                  <a:pt x="275184" y="68907"/>
                  <a:pt x="267221" y="69727"/>
                </a:cubicBezTo>
                <a:cubicBezTo>
                  <a:pt x="255426" y="70992"/>
                  <a:pt x="248468" y="65485"/>
                  <a:pt x="236897" y="61355"/>
                </a:cubicBezTo>
                <a:cubicBezTo>
                  <a:pt x="225028" y="57113"/>
                  <a:pt x="216879" y="47067"/>
                  <a:pt x="215243" y="34529"/>
                </a:cubicBezTo>
                <a:cubicBezTo>
                  <a:pt x="214759" y="30994"/>
                  <a:pt x="214647" y="28203"/>
                  <a:pt x="211633" y="25562"/>
                </a:cubicBezTo>
                <a:cubicBezTo>
                  <a:pt x="209922" y="24073"/>
                  <a:pt x="207615" y="23180"/>
                  <a:pt x="205084" y="23180"/>
                </a:cubicBezTo>
                <a:lnTo>
                  <a:pt x="176398" y="23180"/>
                </a:lnTo>
                <a:cubicBezTo>
                  <a:pt x="171338" y="23180"/>
                  <a:pt x="167282" y="26752"/>
                  <a:pt x="166613" y="31701"/>
                </a:cubicBezTo>
                <a:cubicBezTo>
                  <a:pt x="165609" y="39403"/>
                  <a:pt x="164270" y="44835"/>
                  <a:pt x="159283" y="51011"/>
                </a:cubicBezTo>
                <a:cubicBezTo>
                  <a:pt x="151768" y="60312"/>
                  <a:pt x="142912" y="61354"/>
                  <a:pt x="131862" y="66638"/>
                </a:cubicBezTo>
                <a:cubicBezTo>
                  <a:pt x="120514" y="72033"/>
                  <a:pt x="107603" y="70655"/>
                  <a:pt x="97669" y="63029"/>
                </a:cubicBezTo>
                <a:cubicBezTo>
                  <a:pt x="94804" y="60833"/>
                  <a:pt x="92721" y="58936"/>
                  <a:pt x="88702" y="59233"/>
                </a:cubicBezTo>
                <a:cubicBezTo>
                  <a:pt x="86432" y="59382"/>
                  <a:pt x="84201" y="60349"/>
                  <a:pt x="82452" y="62135"/>
                </a:cubicBezTo>
                <a:lnTo>
                  <a:pt x="62174" y="82413"/>
                </a:lnTo>
                <a:cubicBezTo>
                  <a:pt x="58565" y="86022"/>
                  <a:pt x="58304" y="91417"/>
                  <a:pt x="61318" y="95361"/>
                </a:cubicBezTo>
                <a:cubicBezTo>
                  <a:pt x="66043" y="101500"/>
                  <a:pt x="68945" y="106300"/>
                  <a:pt x="69764" y="114263"/>
                </a:cubicBezTo>
                <a:cubicBezTo>
                  <a:pt x="71029" y="126057"/>
                  <a:pt x="65522" y="133015"/>
                  <a:pt x="61392" y="144586"/>
                </a:cubicBezTo>
                <a:cubicBezTo>
                  <a:pt x="57151" y="156456"/>
                  <a:pt x="47105" y="164604"/>
                  <a:pt x="34566" y="166241"/>
                </a:cubicBezTo>
                <a:cubicBezTo>
                  <a:pt x="31032" y="166724"/>
                  <a:pt x="28241" y="166836"/>
                  <a:pt x="25599" y="169850"/>
                </a:cubicBezTo>
                <a:cubicBezTo>
                  <a:pt x="24111" y="171561"/>
                  <a:pt x="23218" y="173868"/>
                  <a:pt x="23218" y="176398"/>
                </a:cubicBezTo>
                <a:lnTo>
                  <a:pt x="23218" y="205084"/>
                </a:lnTo>
                <a:cubicBezTo>
                  <a:pt x="23218" y="210145"/>
                  <a:pt x="26790" y="214201"/>
                  <a:pt x="31738" y="214870"/>
                </a:cubicBezTo>
                <a:cubicBezTo>
                  <a:pt x="39440" y="215874"/>
                  <a:pt x="44872" y="217214"/>
                  <a:pt x="51048" y="222200"/>
                </a:cubicBezTo>
                <a:cubicBezTo>
                  <a:pt x="60424" y="229789"/>
                  <a:pt x="61541" y="238869"/>
                  <a:pt x="66675" y="249621"/>
                </a:cubicBezTo>
                <a:cubicBezTo>
                  <a:pt x="72071" y="260970"/>
                  <a:pt x="70693" y="273881"/>
                  <a:pt x="63066" y="283814"/>
                </a:cubicBezTo>
                <a:cubicBezTo>
                  <a:pt x="60871" y="286679"/>
                  <a:pt x="58973" y="288763"/>
                  <a:pt x="59271" y="292781"/>
                </a:cubicBezTo>
                <a:cubicBezTo>
                  <a:pt x="59419" y="295050"/>
                  <a:pt x="60387" y="297283"/>
                  <a:pt x="62173" y="299031"/>
                </a:cubicBezTo>
                <a:lnTo>
                  <a:pt x="82451" y="319309"/>
                </a:lnTo>
                <a:cubicBezTo>
                  <a:pt x="86060" y="322918"/>
                  <a:pt x="91455" y="323179"/>
                  <a:pt x="95399" y="320166"/>
                </a:cubicBezTo>
                <a:cubicBezTo>
                  <a:pt x="101538" y="315440"/>
                  <a:pt x="106338" y="312538"/>
                  <a:pt x="114301" y="311719"/>
                </a:cubicBezTo>
                <a:cubicBezTo>
                  <a:pt x="126095" y="310454"/>
                  <a:pt x="133053" y="315961"/>
                  <a:pt x="144624" y="320090"/>
                </a:cubicBezTo>
                <a:cubicBezTo>
                  <a:pt x="154633" y="323737"/>
                  <a:pt x="162148" y="331513"/>
                  <a:pt x="165162" y="341671"/>
                </a:cubicBezTo>
                <a:close/>
                <a:moveTo>
                  <a:pt x="429033" y="93241"/>
                </a:moveTo>
                <a:cubicBezTo>
                  <a:pt x="422633" y="93241"/>
                  <a:pt x="417424" y="88032"/>
                  <a:pt x="417424" y="81632"/>
                </a:cubicBezTo>
                <a:cubicBezTo>
                  <a:pt x="417424" y="75232"/>
                  <a:pt x="422633" y="70023"/>
                  <a:pt x="429033" y="70023"/>
                </a:cubicBezTo>
                <a:lnTo>
                  <a:pt x="726842" y="70023"/>
                </a:lnTo>
                <a:cubicBezTo>
                  <a:pt x="772570" y="70023"/>
                  <a:pt x="809850" y="107305"/>
                  <a:pt x="809850" y="153031"/>
                </a:cubicBezTo>
                <a:lnTo>
                  <a:pt x="809850" y="450840"/>
                </a:lnTo>
                <a:cubicBezTo>
                  <a:pt x="809850" y="457240"/>
                  <a:pt x="804641" y="462449"/>
                  <a:pt x="798241" y="462449"/>
                </a:cubicBezTo>
                <a:cubicBezTo>
                  <a:pt x="791841" y="462449"/>
                  <a:pt x="786632" y="457240"/>
                  <a:pt x="786632" y="450840"/>
                </a:cubicBezTo>
                <a:lnTo>
                  <a:pt x="786669" y="153031"/>
                </a:lnTo>
                <a:cubicBezTo>
                  <a:pt x="786669" y="120103"/>
                  <a:pt x="759806" y="93240"/>
                  <a:pt x="726878" y="93240"/>
                </a:cubicBezTo>
                <a:close/>
                <a:moveTo>
                  <a:pt x="450837" y="786709"/>
                </a:moveTo>
                <a:lnTo>
                  <a:pt x="152990" y="786709"/>
                </a:lnTo>
                <a:cubicBezTo>
                  <a:pt x="120062" y="786709"/>
                  <a:pt x="93199" y="759845"/>
                  <a:pt x="93199" y="726917"/>
                </a:cubicBezTo>
                <a:lnTo>
                  <a:pt x="93199" y="429071"/>
                </a:lnTo>
                <a:cubicBezTo>
                  <a:pt x="93199" y="422671"/>
                  <a:pt x="87990" y="417462"/>
                  <a:pt x="81590" y="417462"/>
                </a:cubicBezTo>
                <a:cubicBezTo>
                  <a:pt x="75190" y="417462"/>
                  <a:pt x="69981" y="422671"/>
                  <a:pt x="69981" y="429071"/>
                </a:cubicBezTo>
                <a:lnTo>
                  <a:pt x="69981" y="726879"/>
                </a:lnTo>
                <a:cubicBezTo>
                  <a:pt x="69981" y="772607"/>
                  <a:pt x="107263" y="809888"/>
                  <a:pt x="152989" y="809888"/>
                </a:cubicBezTo>
                <a:lnTo>
                  <a:pt x="450798" y="809888"/>
                </a:lnTo>
                <a:cubicBezTo>
                  <a:pt x="457198" y="809888"/>
                  <a:pt x="462407" y="804678"/>
                  <a:pt x="462407" y="798279"/>
                </a:cubicBezTo>
                <a:cubicBezTo>
                  <a:pt x="462407" y="791879"/>
                  <a:pt x="457235" y="786708"/>
                  <a:pt x="450836" y="786708"/>
                </a:cubicBezTo>
                <a:close/>
                <a:moveTo>
                  <a:pt x="353091" y="430455"/>
                </a:moveTo>
                <a:lnTo>
                  <a:pt x="394354" y="501929"/>
                </a:lnTo>
                <a:cubicBezTo>
                  <a:pt x="398148" y="508515"/>
                  <a:pt x="407191" y="509743"/>
                  <a:pt x="412585" y="504385"/>
                </a:cubicBezTo>
                <a:lnTo>
                  <a:pt x="524990" y="391980"/>
                </a:lnTo>
                <a:cubicBezTo>
                  <a:pt x="529530" y="387441"/>
                  <a:pt x="529530" y="380111"/>
                  <a:pt x="524990" y="375572"/>
                </a:cubicBezTo>
                <a:cubicBezTo>
                  <a:pt x="520450" y="371033"/>
                  <a:pt x="513121" y="371033"/>
                  <a:pt x="508581" y="375572"/>
                </a:cubicBezTo>
                <a:lnTo>
                  <a:pt x="406816" y="477337"/>
                </a:lnTo>
                <a:lnTo>
                  <a:pt x="373106" y="418959"/>
                </a:lnTo>
                <a:cubicBezTo>
                  <a:pt x="369907" y="413415"/>
                  <a:pt x="362875" y="411518"/>
                  <a:pt x="357331" y="414717"/>
                </a:cubicBezTo>
                <a:cubicBezTo>
                  <a:pt x="351825" y="417843"/>
                  <a:pt x="349927" y="424912"/>
                  <a:pt x="353089" y="430456"/>
                </a:cubicBezTo>
                <a:close/>
                <a:moveTo>
                  <a:pt x="439933" y="280884"/>
                </a:moveTo>
                <a:cubicBezTo>
                  <a:pt x="352086" y="280884"/>
                  <a:pt x="280837" y="352098"/>
                  <a:pt x="280837" y="439980"/>
                </a:cubicBezTo>
                <a:cubicBezTo>
                  <a:pt x="280837" y="527826"/>
                  <a:pt x="352051" y="599076"/>
                  <a:pt x="439933" y="599076"/>
                </a:cubicBezTo>
                <a:cubicBezTo>
                  <a:pt x="527779" y="599076"/>
                  <a:pt x="599029" y="527861"/>
                  <a:pt x="599029" y="439980"/>
                </a:cubicBezTo>
                <a:cubicBezTo>
                  <a:pt x="599029" y="352133"/>
                  <a:pt x="527777" y="280884"/>
                  <a:pt x="439933" y="280884"/>
                </a:cubicBezTo>
                <a:close/>
                <a:moveTo>
                  <a:pt x="536040" y="343875"/>
                </a:moveTo>
                <a:cubicBezTo>
                  <a:pt x="482983" y="290818"/>
                  <a:pt x="396927" y="290818"/>
                  <a:pt x="343864" y="343875"/>
                </a:cubicBezTo>
                <a:cubicBezTo>
                  <a:pt x="290806" y="396932"/>
                  <a:pt x="290806" y="482988"/>
                  <a:pt x="343864" y="536052"/>
                </a:cubicBezTo>
                <a:cubicBezTo>
                  <a:pt x="396921" y="589109"/>
                  <a:pt x="482976" y="589109"/>
                  <a:pt x="536040" y="536052"/>
                </a:cubicBezTo>
                <a:cubicBezTo>
                  <a:pt x="589097" y="482994"/>
                  <a:pt x="589097" y="396968"/>
                  <a:pt x="536040" y="343875"/>
                </a:cubicBezTo>
                <a:close/>
                <a:moveTo>
                  <a:pt x="518813" y="194228"/>
                </a:moveTo>
                <a:cubicBezTo>
                  <a:pt x="515055" y="193000"/>
                  <a:pt x="512563" y="190061"/>
                  <a:pt x="512042" y="186116"/>
                </a:cubicBezTo>
                <a:lnTo>
                  <a:pt x="508693" y="160555"/>
                </a:lnTo>
                <a:cubicBezTo>
                  <a:pt x="506534" y="144072"/>
                  <a:pt x="492545" y="131832"/>
                  <a:pt x="475988" y="131832"/>
                </a:cubicBezTo>
                <a:lnTo>
                  <a:pt x="403881" y="131832"/>
                </a:lnTo>
                <a:cubicBezTo>
                  <a:pt x="387323" y="131832"/>
                  <a:pt x="373334" y="144073"/>
                  <a:pt x="371176" y="160555"/>
                </a:cubicBezTo>
                <a:lnTo>
                  <a:pt x="367827" y="186116"/>
                </a:lnTo>
                <a:cubicBezTo>
                  <a:pt x="367306" y="190024"/>
                  <a:pt x="364813" y="193000"/>
                  <a:pt x="361055" y="194191"/>
                </a:cubicBezTo>
                <a:cubicBezTo>
                  <a:pt x="347400" y="198581"/>
                  <a:pt x="334639" y="203864"/>
                  <a:pt x="321950" y="210376"/>
                </a:cubicBezTo>
                <a:cubicBezTo>
                  <a:pt x="318341" y="212236"/>
                  <a:pt x="314658" y="211902"/>
                  <a:pt x="311420" y="209408"/>
                </a:cubicBezTo>
                <a:lnTo>
                  <a:pt x="290957" y="193707"/>
                </a:lnTo>
                <a:cubicBezTo>
                  <a:pt x="277786" y="183587"/>
                  <a:pt x="259257" y="184814"/>
                  <a:pt x="247536" y="196535"/>
                </a:cubicBezTo>
                <a:lnTo>
                  <a:pt x="196562" y="247509"/>
                </a:lnTo>
                <a:cubicBezTo>
                  <a:pt x="184842" y="259229"/>
                  <a:pt x="183614" y="277758"/>
                  <a:pt x="193734" y="290930"/>
                </a:cubicBezTo>
                <a:lnTo>
                  <a:pt x="209435" y="311393"/>
                </a:lnTo>
                <a:cubicBezTo>
                  <a:pt x="211928" y="314631"/>
                  <a:pt x="212263" y="318314"/>
                  <a:pt x="210403" y="321923"/>
                </a:cubicBezTo>
                <a:cubicBezTo>
                  <a:pt x="203892" y="334573"/>
                  <a:pt x="198571" y="347373"/>
                  <a:pt x="194218" y="361028"/>
                </a:cubicBezTo>
                <a:cubicBezTo>
                  <a:pt x="192990" y="364786"/>
                  <a:pt x="190051" y="367279"/>
                  <a:pt x="186144" y="367800"/>
                </a:cubicBezTo>
                <a:lnTo>
                  <a:pt x="160583" y="371148"/>
                </a:lnTo>
                <a:cubicBezTo>
                  <a:pt x="144100" y="373306"/>
                  <a:pt x="131859" y="387296"/>
                  <a:pt x="131859" y="403853"/>
                </a:cubicBezTo>
                <a:lnTo>
                  <a:pt x="131859" y="475960"/>
                </a:lnTo>
                <a:cubicBezTo>
                  <a:pt x="131859" y="492518"/>
                  <a:pt x="144100" y="506507"/>
                  <a:pt x="160583" y="508665"/>
                </a:cubicBezTo>
                <a:lnTo>
                  <a:pt x="186144" y="512014"/>
                </a:lnTo>
                <a:cubicBezTo>
                  <a:pt x="190051" y="512535"/>
                  <a:pt x="193028" y="515028"/>
                  <a:pt x="194218" y="518786"/>
                </a:cubicBezTo>
                <a:cubicBezTo>
                  <a:pt x="198608" y="532441"/>
                  <a:pt x="203892" y="545202"/>
                  <a:pt x="210440" y="557891"/>
                </a:cubicBezTo>
                <a:cubicBezTo>
                  <a:pt x="212300" y="561500"/>
                  <a:pt x="211965" y="565183"/>
                  <a:pt x="209472" y="568420"/>
                </a:cubicBezTo>
                <a:lnTo>
                  <a:pt x="193771" y="588884"/>
                </a:lnTo>
                <a:cubicBezTo>
                  <a:pt x="183651" y="602055"/>
                  <a:pt x="184879" y="620584"/>
                  <a:pt x="196599" y="632305"/>
                </a:cubicBezTo>
                <a:lnTo>
                  <a:pt x="247573" y="683279"/>
                </a:lnTo>
                <a:cubicBezTo>
                  <a:pt x="259294" y="694999"/>
                  <a:pt x="277823" y="696227"/>
                  <a:pt x="290994" y="686144"/>
                </a:cubicBezTo>
                <a:lnTo>
                  <a:pt x="311458" y="670443"/>
                </a:lnTo>
                <a:cubicBezTo>
                  <a:pt x="314694" y="667950"/>
                  <a:pt x="318378" y="667615"/>
                  <a:pt x="321987" y="669475"/>
                </a:cubicBezTo>
                <a:cubicBezTo>
                  <a:pt x="334638" y="675986"/>
                  <a:pt x="347437" y="681307"/>
                  <a:pt x="361092" y="685660"/>
                </a:cubicBezTo>
                <a:cubicBezTo>
                  <a:pt x="364850" y="686888"/>
                  <a:pt x="367343" y="689827"/>
                  <a:pt x="367864" y="693771"/>
                </a:cubicBezTo>
                <a:lnTo>
                  <a:pt x="371213" y="719333"/>
                </a:lnTo>
                <a:cubicBezTo>
                  <a:pt x="373371" y="735816"/>
                  <a:pt x="387360" y="748056"/>
                  <a:pt x="403918" y="748056"/>
                </a:cubicBezTo>
                <a:lnTo>
                  <a:pt x="476025" y="748056"/>
                </a:lnTo>
                <a:cubicBezTo>
                  <a:pt x="492582" y="748056"/>
                  <a:pt x="506572" y="735815"/>
                  <a:pt x="508730" y="719333"/>
                </a:cubicBezTo>
                <a:lnTo>
                  <a:pt x="512079" y="693771"/>
                </a:lnTo>
                <a:cubicBezTo>
                  <a:pt x="512599" y="689864"/>
                  <a:pt x="515093" y="686888"/>
                  <a:pt x="518850" y="685697"/>
                </a:cubicBezTo>
                <a:cubicBezTo>
                  <a:pt x="532505" y="681307"/>
                  <a:pt x="545267" y="676023"/>
                  <a:pt x="557955" y="669475"/>
                </a:cubicBezTo>
                <a:cubicBezTo>
                  <a:pt x="561564" y="667615"/>
                  <a:pt x="565247" y="667950"/>
                  <a:pt x="568485" y="670443"/>
                </a:cubicBezTo>
                <a:lnTo>
                  <a:pt x="588948" y="686144"/>
                </a:lnTo>
                <a:cubicBezTo>
                  <a:pt x="602120" y="696264"/>
                  <a:pt x="620649" y="695036"/>
                  <a:pt x="632369" y="683279"/>
                </a:cubicBezTo>
                <a:lnTo>
                  <a:pt x="683343" y="632305"/>
                </a:lnTo>
                <a:cubicBezTo>
                  <a:pt x="695064" y="620584"/>
                  <a:pt x="696291" y="602055"/>
                  <a:pt x="686171" y="588884"/>
                </a:cubicBezTo>
                <a:lnTo>
                  <a:pt x="670470" y="568420"/>
                </a:lnTo>
                <a:cubicBezTo>
                  <a:pt x="667976" y="565184"/>
                  <a:pt x="667642" y="561501"/>
                  <a:pt x="669502" y="557891"/>
                </a:cubicBezTo>
                <a:cubicBezTo>
                  <a:pt x="676051" y="545203"/>
                  <a:pt x="681334" y="532478"/>
                  <a:pt x="685724" y="518786"/>
                </a:cubicBezTo>
                <a:cubicBezTo>
                  <a:pt x="686952" y="515028"/>
                  <a:pt x="689892" y="512535"/>
                  <a:pt x="693799" y="512014"/>
                </a:cubicBezTo>
                <a:lnTo>
                  <a:pt x="719360" y="508665"/>
                </a:lnTo>
                <a:cubicBezTo>
                  <a:pt x="735843" y="506508"/>
                  <a:pt x="748084" y="492518"/>
                  <a:pt x="748084" y="475960"/>
                </a:cubicBezTo>
                <a:lnTo>
                  <a:pt x="748084" y="403853"/>
                </a:lnTo>
                <a:cubicBezTo>
                  <a:pt x="748084" y="387296"/>
                  <a:pt x="735842" y="373306"/>
                  <a:pt x="719360" y="371148"/>
                </a:cubicBezTo>
                <a:lnTo>
                  <a:pt x="693799" y="367800"/>
                </a:lnTo>
                <a:cubicBezTo>
                  <a:pt x="689892" y="367279"/>
                  <a:pt x="686915" y="364786"/>
                  <a:pt x="685724" y="361028"/>
                </a:cubicBezTo>
                <a:cubicBezTo>
                  <a:pt x="681334" y="347373"/>
                  <a:pt x="676051" y="334611"/>
                  <a:pt x="669502" y="321923"/>
                </a:cubicBezTo>
                <a:cubicBezTo>
                  <a:pt x="667642" y="318314"/>
                  <a:pt x="667976" y="314631"/>
                  <a:pt x="670470" y="311393"/>
                </a:cubicBezTo>
                <a:lnTo>
                  <a:pt x="686171" y="290930"/>
                </a:lnTo>
                <a:cubicBezTo>
                  <a:pt x="696291" y="277758"/>
                  <a:pt x="695064" y="259229"/>
                  <a:pt x="683343" y="247509"/>
                </a:cubicBezTo>
                <a:lnTo>
                  <a:pt x="632332" y="196609"/>
                </a:lnTo>
                <a:cubicBezTo>
                  <a:pt x="620612" y="184889"/>
                  <a:pt x="602083" y="183661"/>
                  <a:pt x="588911" y="193781"/>
                </a:cubicBezTo>
                <a:lnTo>
                  <a:pt x="568448" y="209482"/>
                </a:lnTo>
                <a:cubicBezTo>
                  <a:pt x="565211" y="211976"/>
                  <a:pt x="561527" y="212310"/>
                  <a:pt x="557918" y="210450"/>
                </a:cubicBezTo>
                <a:cubicBezTo>
                  <a:pt x="545231" y="203901"/>
                  <a:pt x="532468" y="198618"/>
                  <a:pt x="518813" y="194228"/>
                </a:cubicBezTo>
                <a:close/>
                <a:moveTo>
                  <a:pt x="529826" y="222914"/>
                </a:moveTo>
                <a:cubicBezTo>
                  <a:pt x="523798" y="220422"/>
                  <a:pt x="517771" y="218189"/>
                  <a:pt x="511744" y="216254"/>
                </a:cubicBezTo>
                <a:cubicBezTo>
                  <a:pt x="499353" y="212273"/>
                  <a:pt x="490833" y="202041"/>
                  <a:pt x="489122" y="189130"/>
                </a:cubicBezTo>
                <a:lnTo>
                  <a:pt x="485773" y="163569"/>
                </a:lnTo>
                <a:cubicBezTo>
                  <a:pt x="485103" y="158621"/>
                  <a:pt x="481047" y="155049"/>
                  <a:pt x="475988" y="155049"/>
                </a:cubicBezTo>
                <a:lnTo>
                  <a:pt x="403881" y="155049"/>
                </a:lnTo>
                <a:cubicBezTo>
                  <a:pt x="398821" y="155049"/>
                  <a:pt x="394765" y="158621"/>
                  <a:pt x="394096" y="163569"/>
                </a:cubicBezTo>
                <a:lnTo>
                  <a:pt x="390748" y="189130"/>
                </a:lnTo>
                <a:cubicBezTo>
                  <a:pt x="389036" y="202041"/>
                  <a:pt x="380516" y="212273"/>
                  <a:pt x="368126" y="216254"/>
                </a:cubicBezTo>
                <a:cubicBezTo>
                  <a:pt x="356071" y="220124"/>
                  <a:pt x="343829" y="225184"/>
                  <a:pt x="332555" y="231026"/>
                </a:cubicBezTo>
                <a:cubicBezTo>
                  <a:pt x="321059" y="236942"/>
                  <a:pt x="307590" y="235714"/>
                  <a:pt x="297358" y="227901"/>
                </a:cubicBezTo>
                <a:lnTo>
                  <a:pt x="276894" y="212163"/>
                </a:lnTo>
                <a:cubicBezTo>
                  <a:pt x="272950" y="209111"/>
                  <a:pt x="267518" y="209409"/>
                  <a:pt x="263946" y="213018"/>
                </a:cubicBezTo>
                <a:lnTo>
                  <a:pt x="212972" y="263992"/>
                </a:lnTo>
                <a:cubicBezTo>
                  <a:pt x="209363" y="267601"/>
                  <a:pt x="209102" y="272996"/>
                  <a:pt x="212116" y="276940"/>
                </a:cubicBezTo>
                <a:lnTo>
                  <a:pt x="227817" y="297404"/>
                </a:lnTo>
                <a:cubicBezTo>
                  <a:pt x="235668" y="307635"/>
                  <a:pt x="236896" y="321105"/>
                  <a:pt x="230943" y="332601"/>
                </a:cubicBezTo>
                <a:cubicBezTo>
                  <a:pt x="225138" y="343875"/>
                  <a:pt x="220079" y="356079"/>
                  <a:pt x="216171" y="368172"/>
                </a:cubicBezTo>
                <a:cubicBezTo>
                  <a:pt x="212190" y="380562"/>
                  <a:pt x="201958" y="389082"/>
                  <a:pt x="189047" y="390793"/>
                </a:cubicBezTo>
                <a:lnTo>
                  <a:pt x="163486" y="394142"/>
                </a:lnTo>
                <a:cubicBezTo>
                  <a:pt x="158537" y="394812"/>
                  <a:pt x="154965" y="398868"/>
                  <a:pt x="154965" y="403927"/>
                </a:cubicBezTo>
                <a:lnTo>
                  <a:pt x="154965" y="476035"/>
                </a:lnTo>
                <a:cubicBezTo>
                  <a:pt x="154965" y="481094"/>
                  <a:pt x="158537" y="485150"/>
                  <a:pt x="163486" y="485820"/>
                </a:cubicBezTo>
                <a:lnTo>
                  <a:pt x="189047" y="489168"/>
                </a:lnTo>
                <a:cubicBezTo>
                  <a:pt x="201958" y="490879"/>
                  <a:pt x="212190" y="499399"/>
                  <a:pt x="216171" y="511790"/>
                </a:cubicBezTo>
                <a:cubicBezTo>
                  <a:pt x="220040" y="523844"/>
                  <a:pt x="225101" y="536086"/>
                  <a:pt x="230943" y="547360"/>
                </a:cubicBezTo>
                <a:cubicBezTo>
                  <a:pt x="236858" y="558856"/>
                  <a:pt x="235630" y="572326"/>
                  <a:pt x="227817" y="582520"/>
                </a:cubicBezTo>
                <a:lnTo>
                  <a:pt x="212116" y="602984"/>
                </a:lnTo>
                <a:cubicBezTo>
                  <a:pt x="209065" y="606928"/>
                  <a:pt x="209363" y="612360"/>
                  <a:pt x="212972" y="615932"/>
                </a:cubicBezTo>
                <a:lnTo>
                  <a:pt x="263946" y="666906"/>
                </a:lnTo>
                <a:cubicBezTo>
                  <a:pt x="267555" y="670515"/>
                  <a:pt x="272950" y="670776"/>
                  <a:pt x="276894" y="667762"/>
                </a:cubicBezTo>
                <a:lnTo>
                  <a:pt x="297358" y="652061"/>
                </a:lnTo>
                <a:cubicBezTo>
                  <a:pt x="307590" y="644211"/>
                  <a:pt x="321022" y="643020"/>
                  <a:pt x="332555" y="648935"/>
                </a:cubicBezTo>
                <a:cubicBezTo>
                  <a:pt x="343829" y="654740"/>
                  <a:pt x="356071" y="659837"/>
                  <a:pt x="368126" y="663707"/>
                </a:cubicBezTo>
                <a:cubicBezTo>
                  <a:pt x="380516" y="667688"/>
                  <a:pt x="389036" y="677920"/>
                  <a:pt x="390748" y="690832"/>
                </a:cubicBezTo>
                <a:lnTo>
                  <a:pt x="394096" y="716392"/>
                </a:lnTo>
                <a:cubicBezTo>
                  <a:pt x="394766" y="721341"/>
                  <a:pt x="398821" y="724913"/>
                  <a:pt x="403881" y="724913"/>
                </a:cubicBezTo>
                <a:lnTo>
                  <a:pt x="475988" y="724913"/>
                </a:lnTo>
                <a:cubicBezTo>
                  <a:pt x="481048" y="724913"/>
                  <a:pt x="485104" y="721341"/>
                  <a:pt x="485773" y="716392"/>
                </a:cubicBezTo>
                <a:lnTo>
                  <a:pt x="489122" y="690832"/>
                </a:lnTo>
                <a:cubicBezTo>
                  <a:pt x="490833" y="677920"/>
                  <a:pt x="499353" y="667688"/>
                  <a:pt x="511744" y="663707"/>
                </a:cubicBezTo>
                <a:cubicBezTo>
                  <a:pt x="523798" y="659838"/>
                  <a:pt x="536040" y="654740"/>
                  <a:pt x="547314" y="648935"/>
                </a:cubicBezTo>
                <a:cubicBezTo>
                  <a:pt x="558810" y="643020"/>
                  <a:pt x="572280" y="644248"/>
                  <a:pt x="582474" y="652061"/>
                </a:cubicBezTo>
                <a:lnTo>
                  <a:pt x="602938" y="667799"/>
                </a:lnTo>
                <a:cubicBezTo>
                  <a:pt x="606882" y="670850"/>
                  <a:pt x="612314" y="670552"/>
                  <a:pt x="615886" y="666943"/>
                </a:cubicBezTo>
                <a:lnTo>
                  <a:pt x="666860" y="615969"/>
                </a:lnTo>
                <a:cubicBezTo>
                  <a:pt x="670469" y="612360"/>
                  <a:pt x="670729" y="606965"/>
                  <a:pt x="667715" y="603021"/>
                </a:cubicBezTo>
                <a:lnTo>
                  <a:pt x="652014" y="582557"/>
                </a:lnTo>
                <a:cubicBezTo>
                  <a:pt x="644164" y="572326"/>
                  <a:pt x="642973" y="558894"/>
                  <a:pt x="648889" y="547397"/>
                </a:cubicBezTo>
                <a:cubicBezTo>
                  <a:pt x="654694" y="536123"/>
                  <a:pt x="659791" y="523920"/>
                  <a:pt x="663661" y="511827"/>
                </a:cubicBezTo>
                <a:cubicBezTo>
                  <a:pt x="667642" y="499437"/>
                  <a:pt x="677874" y="490879"/>
                  <a:pt x="690785" y="489205"/>
                </a:cubicBezTo>
                <a:lnTo>
                  <a:pt x="716346" y="485857"/>
                </a:lnTo>
                <a:cubicBezTo>
                  <a:pt x="721295" y="485224"/>
                  <a:pt x="724867" y="481131"/>
                  <a:pt x="724867" y="476072"/>
                </a:cubicBezTo>
                <a:lnTo>
                  <a:pt x="724867" y="403965"/>
                </a:lnTo>
                <a:cubicBezTo>
                  <a:pt x="724867" y="398904"/>
                  <a:pt x="721295" y="394848"/>
                  <a:pt x="716346" y="394180"/>
                </a:cubicBezTo>
                <a:lnTo>
                  <a:pt x="690785" y="390831"/>
                </a:lnTo>
                <a:cubicBezTo>
                  <a:pt x="677874" y="389119"/>
                  <a:pt x="667642" y="380599"/>
                  <a:pt x="663661" y="368209"/>
                </a:cubicBezTo>
                <a:cubicBezTo>
                  <a:pt x="659792" y="356117"/>
                  <a:pt x="654731" y="343912"/>
                  <a:pt x="648889" y="332639"/>
                </a:cubicBezTo>
                <a:cubicBezTo>
                  <a:pt x="642973" y="321142"/>
                  <a:pt x="644201" y="307673"/>
                  <a:pt x="652014" y="297441"/>
                </a:cubicBezTo>
                <a:lnTo>
                  <a:pt x="667715" y="276977"/>
                </a:lnTo>
                <a:cubicBezTo>
                  <a:pt x="670767" y="273033"/>
                  <a:pt x="670469" y="267601"/>
                  <a:pt x="666860" y="264029"/>
                </a:cubicBezTo>
                <a:lnTo>
                  <a:pt x="615886" y="213055"/>
                </a:lnTo>
                <a:cubicBezTo>
                  <a:pt x="612277" y="209446"/>
                  <a:pt x="606882" y="209186"/>
                  <a:pt x="602938" y="212200"/>
                </a:cubicBezTo>
                <a:lnTo>
                  <a:pt x="582474" y="227901"/>
                </a:lnTo>
                <a:cubicBezTo>
                  <a:pt x="572243" y="235751"/>
                  <a:pt x="558810" y="236942"/>
                  <a:pt x="547277" y="231026"/>
                </a:cubicBezTo>
                <a:cubicBezTo>
                  <a:pt x="541659" y="228124"/>
                  <a:pt x="535817" y="225407"/>
                  <a:pt x="529827" y="222914"/>
                </a:cubicBezTo>
                <a:close/>
                <a:moveTo>
                  <a:pt x="713925" y="632232"/>
                </a:moveTo>
                <a:cubicBezTo>
                  <a:pt x="708083" y="629665"/>
                  <a:pt x="705405" y="622856"/>
                  <a:pt x="707935" y="617014"/>
                </a:cubicBezTo>
                <a:cubicBezTo>
                  <a:pt x="710502" y="611172"/>
                  <a:pt x="717311" y="608494"/>
                  <a:pt x="723153" y="611024"/>
                </a:cubicBezTo>
                <a:cubicBezTo>
                  <a:pt x="778070" y="634948"/>
                  <a:pt x="792023" y="706902"/>
                  <a:pt x="749421" y="749470"/>
                </a:cubicBezTo>
                <a:cubicBezTo>
                  <a:pt x="706818" y="792072"/>
                  <a:pt x="634902" y="778119"/>
                  <a:pt x="610975" y="723202"/>
                </a:cubicBezTo>
                <a:cubicBezTo>
                  <a:pt x="608408" y="717360"/>
                  <a:pt x="611087" y="710514"/>
                  <a:pt x="616965" y="707984"/>
                </a:cubicBezTo>
                <a:cubicBezTo>
                  <a:pt x="622807" y="705417"/>
                  <a:pt x="629653" y="708095"/>
                  <a:pt x="632183" y="713974"/>
                </a:cubicBezTo>
                <a:cubicBezTo>
                  <a:pt x="649596" y="753897"/>
                  <a:pt x="702058" y="764092"/>
                  <a:pt x="733053" y="733098"/>
                </a:cubicBezTo>
                <a:cubicBezTo>
                  <a:pt x="764009" y="702068"/>
                  <a:pt x="753852" y="649606"/>
                  <a:pt x="713929" y="632228"/>
                </a:cubicBezTo>
                <a:close/>
                <a:moveTo>
                  <a:pt x="714706" y="538284"/>
                </a:moveTo>
                <a:cubicBezTo>
                  <a:pt x="712920" y="532145"/>
                  <a:pt x="716418" y="525708"/>
                  <a:pt x="722558" y="523922"/>
                </a:cubicBezTo>
                <a:cubicBezTo>
                  <a:pt x="728696" y="522137"/>
                  <a:pt x="735132" y="525634"/>
                  <a:pt x="736918" y="531773"/>
                </a:cubicBezTo>
                <a:cubicBezTo>
                  <a:pt x="738667" y="537689"/>
                  <a:pt x="744249" y="538284"/>
                  <a:pt x="750537" y="540926"/>
                </a:cubicBezTo>
                <a:cubicBezTo>
                  <a:pt x="757383" y="543754"/>
                  <a:pt x="762146" y="547735"/>
                  <a:pt x="768174" y="543121"/>
                </a:cubicBezTo>
                <a:cubicBezTo>
                  <a:pt x="775913" y="537168"/>
                  <a:pt x="782720" y="533931"/>
                  <a:pt x="792655" y="534601"/>
                </a:cubicBezTo>
                <a:cubicBezTo>
                  <a:pt x="800432" y="535122"/>
                  <a:pt x="808023" y="538359"/>
                  <a:pt x="813863" y="544200"/>
                </a:cubicBezTo>
                <a:lnTo>
                  <a:pt x="834141" y="564478"/>
                </a:lnTo>
                <a:cubicBezTo>
                  <a:pt x="845863" y="576199"/>
                  <a:pt x="847090" y="594727"/>
                  <a:pt x="836969" y="607899"/>
                </a:cubicBezTo>
                <a:cubicBezTo>
                  <a:pt x="834067" y="611656"/>
                  <a:pt x="831500" y="614894"/>
                  <a:pt x="834141" y="620437"/>
                </a:cubicBezTo>
                <a:lnTo>
                  <a:pt x="840318" y="635357"/>
                </a:lnTo>
                <a:cubicBezTo>
                  <a:pt x="842364" y="641050"/>
                  <a:pt x="846494" y="641570"/>
                  <a:pt x="851108" y="642166"/>
                </a:cubicBezTo>
                <a:cubicBezTo>
                  <a:pt x="867591" y="644324"/>
                  <a:pt x="879832" y="658314"/>
                  <a:pt x="879832" y="674871"/>
                </a:cubicBezTo>
                <a:lnTo>
                  <a:pt x="879832" y="703557"/>
                </a:lnTo>
                <a:cubicBezTo>
                  <a:pt x="879832" y="720115"/>
                  <a:pt x="867590" y="734104"/>
                  <a:pt x="851108" y="736262"/>
                </a:cubicBezTo>
                <a:cubicBezTo>
                  <a:pt x="846494" y="736858"/>
                  <a:pt x="842327" y="737379"/>
                  <a:pt x="840318" y="743072"/>
                </a:cubicBezTo>
                <a:lnTo>
                  <a:pt x="834141" y="757992"/>
                </a:lnTo>
                <a:cubicBezTo>
                  <a:pt x="831500" y="763535"/>
                  <a:pt x="834067" y="766773"/>
                  <a:pt x="836969" y="770530"/>
                </a:cubicBezTo>
                <a:cubicBezTo>
                  <a:pt x="847089" y="783702"/>
                  <a:pt x="845862" y="802231"/>
                  <a:pt x="834141" y="813951"/>
                </a:cubicBezTo>
                <a:lnTo>
                  <a:pt x="813863" y="834229"/>
                </a:lnTo>
                <a:cubicBezTo>
                  <a:pt x="802143" y="845949"/>
                  <a:pt x="783615" y="847177"/>
                  <a:pt x="770443" y="837094"/>
                </a:cubicBezTo>
                <a:cubicBezTo>
                  <a:pt x="766685" y="834192"/>
                  <a:pt x="763411" y="831624"/>
                  <a:pt x="757868" y="834266"/>
                </a:cubicBezTo>
                <a:lnTo>
                  <a:pt x="742948" y="840442"/>
                </a:lnTo>
                <a:cubicBezTo>
                  <a:pt x="737255" y="842489"/>
                  <a:pt x="736771" y="846619"/>
                  <a:pt x="736138" y="851232"/>
                </a:cubicBezTo>
                <a:cubicBezTo>
                  <a:pt x="733981" y="867715"/>
                  <a:pt x="719991" y="879956"/>
                  <a:pt x="703433" y="879956"/>
                </a:cubicBezTo>
                <a:lnTo>
                  <a:pt x="674747" y="879956"/>
                </a:lnTo>
                <a:cubicBezTo>
                  <a:pt x="658190" y="879956"/>
                  <a:pt x="644200" y="867714"/>
                  <a:pt x="642042" y="851232"/>
                </a:cubicBezTo>
                <a:cubicBezTo>
                  <a:pt x="641447" y="846618"/>
                  <a:pt x="640925" y="842451"/>
                  <a:pt x="635233" y="840442"/>
                </a:cubicBezTo>
                <a:lnTo>
                  <a:pt x="620313" y="834266"/>
                </a:lnTo>
                <a:cubicBezTo>
                  <a:pt x="614769" y="831624"/>
                  <a:pt x="611532" y="834192"/>
                  <a:pt x="607775" y="837094"/>
                </a:cubicBezTo>
                <a:cubicBezTo>
                  <a:pt x="594604" y="847214"/>
                  <a:pt x="576074" y="845987"/>
                  <a:pt x="564354" y="834229"/>
                </a:cubicBezTo>
                <a:lnTo>
                  <a:pt x="544076" y="813951"/>
                </a:lnTo>
                <a:cubicBezTo>
                  <a:pt x="532356" y="802231"/>
                  <a:pt x="531128" y="783702"/>
                  <a:pt x="541248" y="770530"/>
                </a:cubicBezTo>
                <a:cubicBezTo>
                  <a:pt x="544151" y="766773"/>
                  <a:pt x="546718" y="763498"/>
                  <a:pt x="544076" y="757955"/>
                </a:cubicBezTo>
                <a:lnTo>
                  <a:pt x="537899" y="743035"/>
                </a:lnTo>
                <a:cubicBezTo>
                  <a:pt x="536820" y="740058"/>
                  <a:pt x="534700" y="737900"/>
                  <a:pt x="531686" y="736970"/>
                </a:cubicBezTo>
                <a:cubicBezTo>
                  <a:pt x="525547" y="735184"/>
                  <a:pt x="522050" y="728747"/>
                  <a:pt x="523836" y="722608"/>
                </a:cubicBezTo>
                <a:cubicBezTo>
                  <a:pt x="525622" y="716468"/>
                  <a:pt x="532058" y="712972"/>
                  <a:pt x="538197" y="714757"/>
                </a:cubicBezTo>
                <a:cubicBezTo>
                  <a:pt x="548355" y="717733"/>
                  <a:pt x="556168" y="725287"/>
                  <a:pt x="559740" y="735295"/>
                </a:cubicBezTo>
                <a:cubicBezTo>
                  <a:pt x="563870" y="746866"/>
                  <a:pt x="569339" y="753786"/>
                  <a:pt x="568112" y="765618"/>
                </a:cubicBezTo>
                <a:cubicBezTo>
                  <a:pt x="566437" y="781357"/>
                  <a:pt x="557061" y="783143"/>
                  <a:pt x="557582" y="791217"/>
                </a:cubicBezTo>
                <a:cubicBezTo>
                  <a:pt x="557730" y="793487"/>
                  <a:pt x="558698" y="795719"/>
                  <a:pt x="560484" y="797468"/>
                </a:cubicBezTo>
                <a:lnTo>
                  <a:pt x="580762" y="817746"/>
                </a:lnTo>
                <a:cubicBezTo>
                  <a:pt x="584371" y="821355"/>
                  <a:pt x="589766" y="821652"/>
                  <a:pt x="593710" y="818601"/>
                </a:cubicBezTo>
                <a:cubicBezTo>
                  <a:pt x="599849" y="813876"/>
                  <a:pt x="604649" y="810975"/>
                  <a:pt x="612611" y="810155"/>
                </a:cubicBezTo>
                <a:cubicBezTo>
                  <a:pt x="624406" y="808890"/>
                  <a:pt x="631364" y="814397"/>
                  <a:pt x="642935" y="818527"/>
                </a:cubicBezTo>
                <a:cubicBezTo>
                  <a:pt x="654804" y="822768"/>
                  <a:pt x="662953" y="832814"/>
                  <a:pt x="664589" y="845353"/>
                </a:cubicBezTo>
                <a:cubicBezTo>
                  <a:pt x="665073" y="848888"/>
                  <a:pt x="665185" y="851679"/>
                  <a:pt x="668198" y="854320"/>
                </a:cubicBezTo>
                <a:cubicBezTo>
                  <a:pt x="669910" y="855809"/>
                  <a:pt x="672217" y="856701"/>
                  <a:pt x="674747" y="856701"/>
                </a:cubicBezTo>
                <a:lnTo>
                  <a:pt x="703433" y="856701"/>
                </a:lnTo>
                <a:cubicBezTo>
                  <a:pt x="708493" y="856701"/>
                  <a:pt x="712549" y="853129"/>
                  <a:pt x="713218" y="848181"/>
                </a:cubicBezTo>
                <a:cubicBezTo>
                  <a:pt x="714223" y="840479"/>
                  <a:pt x="715562" y="835047"/>
                  <a:pt x="720548" y="828871"/>
                </a:cubicBezTo>
                <a:cubicBezTo>
                  <a:pt x="728064" y="819569"/>
                  <a:pt x="736881" y="818528"/>
                  <a:pt x="747969" y="813244"/>
                </a:cubicBezTo>
                <a:cubicBezTo>
                  <a:pt x="759317" y="807849"/>
                  <a:pt x="772229" y="809226"/>
                  <a:pt x="782162" y="816853"/>
                </a:cubicBezTo>
                <a:cubicBezTo>
                  <a:pt x="785027" y="819049"/>
                  <a:pt x="787110" y="820946"/>
                  <a:pt x="791129" y="820649"/>
                </a:cubicBezTo>
                <a:cubicBezTo>
                  <a:pt x="793399" y="820500"/>
                  <a:pt x="795631" y="819533"/>
                  <a:pt x="797380" y="817747"/>
                </a:cubicBezTo>
                <a:lnTo>
                  <a:pt x="817658" y="797469"/>
                </a:lnTo>
                <a:cubicBezTo>
                  <a:pt x="821267" y="793860"/>
                  <a:pt x="821564" y="788465"/>
                  <a:pt x="818513" y="784521"/>
                </a:cubicBezTo>
                <a:cubicBezTo>
                  <a:pt x="813788" y="778381"/>
                  <a:pt x="810886" y="773582"/>
                  <a:pt x="810068" y="765619"/>
                </a:cubicBezTo>
                <a:cubicBezTo>
                  <a:pt x="808803" y="753825"/>
                  <a:pt x="814309" y="746867"/>
                  <a:pt x="818439" y="735296"/>
                </a:cubicBezTo>
                <a:cubicBezTo>
                  <a:pt x="822681" y="723426"/>
                  <a:pt x="832727" y="715278"/>
                  <a:pt x="845265" y="713641"/>
                </a:cubicBezTo>
                <a:cubicBezTo>
                  <a:pt x="848800" y="713158"/>
                  <a:pt x="851591" y="713046"/>
                  <a:pt x="854232" y="710032"/>
                </a:cubicBezTo>
                <a:cubicBezTo>
                  <a:pt x="855721" y="708321"/>
                  <a:pt x="856613" y="706014"/>
                  <a:pt x="856613" y="703484"/>
                </a:cubicBezTo>
                <a:lnTo>
                  <a:pt x="856613" y="674798"/>
                </a:lnTo>
                <a:cubicBezTo>
                  <a:pt x="856613" y="669737"/>
                  <a:pt x="853042" y="665681"/>
                  <a:pt x="848093" y="665013"/>
                </a:cubicBezTo>
                <a:cubicBezTo>
                  <a:pt x="840391" y="664008"/>
                  <a:pt x="834959" y="662668"/>
                  <a:pt x="828783" y="657682"/>
                </a:cubicBezTo>
                <a:cubicBezTo>
                  <a:pt x="819481" y="650167"/>
                  <a:pt x="818440" y="641310"/>
                  <a:pt x="813157" y="630223"/>
                </a:cubicBezTo>
                <a:cubicBezTo>
                  <a:pt x="807762" y="618875"/>
                  <a:pt x="809138" y="605964"/>
                  <a:pt x="816766" y="596031"/>
                </a:cubicBezTo>
                <a:cubicBezTo>
                  <a:pt x="818961" y="593165"/>
                  <a:pt x="820821" y="591082"/>
                  <a:pt x="820560" y="587064"/>
                </a:cubicBezTo>
                <a:cubicBezTo>
                  <a:pt x="820412" y="584794"/>
                  <a:pt x="819444" y="582562"/>
                  <a:pt x="817658" y="580813"/>
                </a:cubicBezTo>
                <a:lnTo>
                  <a:pt x="797380" y="560536"/>
                </a:lnTo>
                <a:cubicBezTo>
                  <a:pt x="793771" y="556927"/>
                  <a:pt x="788376" y="556666"/>
                  <a:pt x="784432" y="559679"/>
                </a:cubicBezTo>
                <a:cubicBezTo>
                  <a:pt x="778293" y="564405"/>
                  <a:pt x="773493" y="567307"/>
                  <a:pt x="765531" y="568125"/>
                </a:cubicBezTo>
                <a:cubicBezTo>
                  <a:pt x="753736" y="569390"/>
                  <a:pt x="746778" y="563884"/>
                  <a:pt x="735207" y="559754"/>
                </a:cubicBezTo>
                <a:cubicBezTo>
                  <a:pt x="725235" y="556219"/>
                  <a:pt x="717720" y="548443"/>
                  <a:pt x="714706" y="538285"/>
                </a:cubicBezTo>
                <a:close/>
                <a:moveTo>
                  <a:pt x="165942" y="247734"/>
                </a:moveTo>
                <a:cubicBezTo>
                  <a:pt x="126019" y="230321"/>
                  <a:pt x="115825" y="177859"/>
                  <a:pt x="146855" y="146864"/>
                </a:cubicBezTo>
                <a:cubicBezTo>
                  <a:pt x="177849" y="115870"/>
                  <a:pt x="230310" y="126028"/>
                  <a:pt x="247725" y="165951"/>
                </a:cubicBezTo>
                <a:cubicBezTo>
                  <a:pt x="250293" y="171793"/>
                  <a:pt x="257101" y="174471"/>
                  <a:pt x="262943" y="171941"/>
                </a:cubicBezTo>
                <a:cubicBezTo>
                  <a:pt x="268785" y="169374"/>
                  <a:pt x="271464" y="162565"/>
                  <a:pt x="268933" y="156723"/>
                </a:cubicBezTo>
                <a:cubicBezTo>
                  <a:pt x="245009" y="101806"/>
                  <a:pt x="173055" y="87853"/>
                  <a:pt x="130487" y="130455"/>
                </a:cubicBezTo>
                <a:cubicBezTo>
                  <a:pt x="87885" y="173058"/>
                  <a:pt x="101838" y="244974"/>
                  <a:pt x="156755" y="268901"/>
                </a:cubicBezTo>
                <a:cubicBezTo>
                  <a:pt x="162597" y="271468"/>
                  <a:pt x="169443" y="268790"/>
                  <a:pt x="171973" y="262911"/>
                </a:cubicBezTo>
                <a:cubicBezTo>
                  <a:pt x="174504" y="257106"/>
                  <a:pt x="171825" y="250298"/>
                  <a:pt x="165946" y="247730"/>
                </a:cubicBezTo>
                <a:close/>
              </a:path>
            </a:pathLst>
          </a:custGeom>
          <a:solidFill>
            <a:schemeClr val="accent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4D51674-872A-BA4C-FBF0-01409223A9B6}"/>
              </a:ext>
            </a:extLst>
          </p:cNvPr>
          <p:cNvSpPr/>
          <p:nvPr/>
        </p:nvSpPr>
        <p:spPr>
          <a:xfrm>
            <a:off x="6478331" y="1972087"/>
            <a:ext cx="264812" cy="266286"/>
          </a:xfrm>
          <a:custGeom>
            <a:avLst/>
            <a:gdLst>
              <a:gd name="connsiteX0" fmla="*/ 72740 w 568267"/>
              <a:gd name="connsiteY0" fmla="*/ 407566 h 571426"/>
              <a:gd name="connsiteX1" fmla="*/ 23477 w 568267"/>
              <a:gd name="connsiteY1" fmla="*/ 431714 h 571426"/>
              <a:gd name="connsiteX2" fmla="*/ 0 w 568267"/>
              <a:gd name="connsiteY2" fmla="*/ 489236 h 571426"/>
              <a:gd name="connsiteX3" fmla="*/ 82227 w 568267"/>
              <a:gd name="connsiteY3" fmla="*/ 571427 h 571426"/>
              <a:gd name="connsiteX4" fmla="*/ 486040 w 568267"/>
              <a:gd name="connsiteY4" fmla="*/ 571427 h 571426"/>
              <a:gd name="connsiteX5" fmla="*/ 568267 w 568267"/>
              <a:gd name="connsiteY5" fmla="*/ 489236 h 571426"/>
              <a:gd name="connsiteX6" fmla="*/ 493965 w 568267"/>
              <a:gd name="connsiteY6" fmla="*/ 407419 h 571426"/>
              <a:gd name="connsiteX7" fmla="*/ 495230 w 568267"/>
              <a:gd name="connsiteY7" fmla="*/ 388554 h 571426"/>
              <a:gd name="connsiteX8" fmla="*/ 435066 w 568267"/>
              <a:gd name="connsiteY8" fmla="*/ 273692 h 571426"/>
              <a:gd name="connsiteX9" fmla="*/ 477184 w 568267"/>
              <a:gd name="connsiteY9" fmla="*/ 273692 h 571426"/>
              <a:gd name="connsiteX10" fmla="*/ 482915 w 568267"/>
              <a:gd name="connsiteY10" fmla="*/ 271311 h 571426"/>
              <a:gd name="connsiteX11" fmla="*/ 507434 w 568267"/>
              <a:gd name="connsiteY11" fmla="*/ 246755 h 571426"/>
              <a:gd name="connsiteX12" fmla="*/ 525926 w 568267"/>
              <a:gd name="connsiteY12" fmla="*/ 252038 h 571426"/>
              <a:gd name="connsiteX13" fmla="*/ 561124 w 568267"/>
              <a:gd name="connsiteY13" fmla="*/ 216840 h 571426"/>
              <a:gd name="connsiteX14" fmla="*/ 525926 w 568267"/>
              <a:gd name="connsiteY14" fmla="*/ 181643 h 571426"/>
              <a:gd name="connsiteX15" fmla="*/ 490728 w 568267"/>
              <a:gd name="connsiteY15" fmla="*/ 216840 h 571426"/>
              <a:gd name="connsiteX16" fmla="*/ 496012 w 568267"/>
              <a:gd name="connsiteY16" fmla="*/ 235332 h 571426"/>
              <a:gd name="connsiteX17" fmla="*/ 473874 w 568267"/>
              <a:gd name="connsiteY17" fmla="*/ 257507 h 571426"/>
              <a:gd name="connsiteX18" fmla="*/ 432871 w 568267"/>
              <a:gd name="connsiteY18" fmla="*/ 257507 h 571426"/>
              <a:gd name="connsiteX19" fmla="*/ 432871 w 568267"/>
              <a:gd name="connsiteY19" fmla="*/ 253973 h 571426"/>
              <a:gd name="connsiteX20" fmla="*/ 415272 w 568267"/>
              <a:gd name="connsiteY20" fmla="*/ 234774 h 571426"/>
              <a:gd name="connsiteX21" fmla="*/ 394585 w 568267"/>
              <a:gd name="connsiteY21" fmla="*/ 230086 h 571426"/>
              <a:gd name="connsiteX22" fmla="*/ 387328 w 568267"/>
              <a:gd name="connsiteY22" fmla="*/ 212599 h 571426"/>
              <a:gd name="connsiteX23" fmla="*/ 398602 w 568267"/>
              <a:gd name="connsiteY23" fmla="*/ 194628 h 571426"/>
              <a:gd name="connsiteX24" fmla="*/ 397486 w 568267"/>
              <a:gd name="connsiteY24" fmla="*/ 168620 h 571426"/>
              <a:gd name="connsiteX25" fmla="*/ 381078 w 568267"/>
              <a:gd name="connsiteY25" fmla="*/ 152211 h 571426"/>
              <a:gd name="connsiteX26" fmla="*/ 355106 w 568267"/>
              <a:gd name="connsiteY26" fmla="*/ 151095 h 571426"/>
              <a:gd name="connsiteX27" fmla="*/ 337136 w 568267"/>
              <a:gd name="connsiteY27" fmla="*/ 162406 h 571426"/>
              <a:gd name="connsiteX28" fmla="*/ 319649 w 568267"/>
              <a:gd name="connsiteY28" fmla="*/ 155151 h 571426"/>
              <a:gd name="connsiteX29" fmla="*/ 314961 w 568267"/>
              <a:gd name="connsiteY29" fmla="*/ 134463 h 571426"/>
              <a:gd name="connsiteX30" fmla="*/ 295763 w 568267"/>
              <a:gd name="connsiteY30" fmla="*/ 116864 h 571426"/>
              <a:gd name="connsiteX31" fmla="*/ 272583 w 568267"/>
              <a:gd name="connsiteY31" fmla="*/ 116864 h 571426"/>
              <a:gd name="connsiteX32" fmla="*/ 253384 w 568267"/>
              <a:gd name="connsiteY32" fmla="*/ 134463 h 571426"/>
              <a:gd name="connsiteX33" fmla="*/ 248696 w 568267"/>
              <a:gd name="connsiteY33" fmla="*/ 155151 h 571426"/>
              <a:gd name="connsiteX34" fmla="*/ 231209 w 568267"/>
              <a:gd name="connsiteY34" fmla="*/ 162406 h 571426"/>
              <a:gd name="connsiteX35" fmla="*/ 213238 w 568267"/>
              <a:gd name="connsiteY35" fmla="*/ 151132 h 571426"/>
              <a:gd name="connsiteX36" fmla="*/ 187230 w 568267"/>
              <a:gd name="connsiteY36" fmla="*/ 152249 h 571426"/>
              <a:gd name="connsiteX37" fmla="*/ 170821 w 568267"/>
              <a:gd name="connsiteY37" fmla="*/ 168657 h 571426"/>
              <a:gd name="connsiteX38" fmla="*/ 169705 w 568267"/>
              <a:gd name="connsiteY38" fmla="*/ 194628 h 571426"/>
              <a:gd name="connsiteX39" fmla="*/ 181016 w 568267"/>
              <a:gd name="connsiteY39" fmla="*/ 212599 h 571426"/>
              <a:gd name="connsiteX40" fmla="*/ 173761 w 568267"/>
              <a:gd name="connsiteY40" fmla="*/ 230086 h 571426"/>
              <a:gd name="connsiteX41" fmla="*/ 153073 w 568267"/>
              <a:gd name="connsiteY41" fmla="*/ 234774 h 571426"/>
              <a:gd name="connsiteX42" fmla="*/ 135474 w 568267"/>
              <a:gd name="connsiteY42" fmla="*/ 253973 h 571426"/>
              <a:gd name="connsiteX43" fmla="*/ 135474 w 568267"/>
              <a:gd name="connsiteY43" fmla="*/ 257507 h 571426"/>
              <a:gd name="connsiteX44" fmla="*/ 94472 w 568267"/>
              <a:gd name="connsiteY44" fmla="*/ 257507 h 571426"/>
              <a:gd name="connsiteX45" fmla="*/ 72297 w 568267"/>
              <a:gd name="connsiteY45" fmla="*/ 235332 h 571426"/>
              <a:gd name="connsiteX46" fmla="*/ 77580 w 568267"/>
              <a:gd name="connsiteY46" fmla="*/ 216803 h 571426"/>
              <a:gd name="connsiteX47" fmla="*/ 42381 w 568267"/>
              <a:gd name="connsiteY47" fmla="*/ 181606 h 571426"/>
              <a:gd name="connsiteX48" fmla="*/ 7147 w 568267"/>
              <a:gd name="connsiteY48" fmla="*/ 216803 h 571426"/>
              <a:gd name="connsiteX49" fmla="*/ 42381 w 568267"/>
              <a:gd name="connsiteY49" fmla="*/ 252001 h 571426"/>
              <a:gd name="connsiteX50" fmla="*/ 60873 w 568267"/>
              <a:gd name="connsiteY50" fmla="*/ 246755 h 571426"/>
              <a:gd name="connsiteX51" fmla="*/ 85393 w 568267"/>
              <a:gd name="connsiteY51" fmla="*/ 271274 h 571426"/>
              <a:gd name="connsiteX52" fmla="*/ 91123 w 568267"/>
              <a:gd name="connsiteY52" fmla="*/ 273655 h 571426"/>
              <a:gd name="connsiteX53" fmla="*/ 135473 w 568267"/>
              <a:gd name="connsiteY53" fmla="*/ 273655 h 571426"/>
              <a:gd name="connsiteX54" fmla="*/ 135473 w 568267"/>
              <a:gd name="connsiteY54" fmla="*/ 277153 h 571426"/>
              <a:gd name="connsiteX55" fmla="*/ 153072 w 568267"/>
              <a:gd name="connsiteY55" fmla="*/ 296351 h 571426"/>
              <a:gd name="connsiteX56" fmla="*/ 173760 w 568267"/>
              <a:gd name="connsiteY56" fmla="*/ 301040 h 571426"/>
              <a:gd name="connsiteX57" fmla="*/ 178113 w 568267"/>
              <a:gd name="connsiteY57" fmla="*/ 312425 h 571426"/>
              <a:gd name="connsiteX58" fmla="*/ 175174 w 568267"/>
              <a:gd name="connsiteY58" fmla="*/ 312388 h 571426"/>
              <a:gd name="connsiteX59" fmla="*/ 72780 w 568267"/>
              <a:gd name="connsiteY59" fmla="*/ 407526 h 571426"/>
              <a:gd name="connsiteX60" fmla="*/ 525920 w 568267"/>
              <a:gd name="connsiteY60" fmla="*/ 197797 h 571426"/>
              <a:gd name="connsiteX61" fmla="*/ 544970 w 568267"/>
              <a:gd name="connsiteY61" fmla="*/ 216847 h 571426"/>
              <a:gd name="connsiteX62" fmla="*/ 525920 w 568267"/>
              <a:gd name="connsiteY62" fmla="*/ 235897 h 571426"/>
              <a:gd name="connsiteX63" fmla="*/ 506870 w 568267"/>
              <a:gd name="connsiteY63" fmla="*/ 216847 h 571426"/>
              <a:gd name="connsiteX64" fmla="*/ 525920 w 568267"/>
              <a:gd name="connsiteY64" fmla="*/ 197797 h 571426"/>
              <a:gd name="connsiteX65" fmla="*/ 23286 w 568267"/>
              <a:gd name="connsiteY65" fmla="*/ 216847 h 571426"/>
              <a:gd name="connsiteX66" fmla="*/ 42373 w 568267"/>
              <a:gd name="connsiteY66" fmla="*/ 197797 h 571426"/>
              <a:gd name="connsiteX67" fmla="*/ 61423 w 568267"/>
              <a:gd name="connsiteY67" fmla="*/ 216847 h 571426"/>
              <a:gd name="connsiteX68" fmla="*/ 55879 w 568267"/>
              <a:gd name="connsiteY68" fmla="*/ 230279 h 571426"/>
              <a:gd name="connsiteX69" fmla="*/ 55805 w 568267"/>
              <a:gd name="connsiteY69" fmla="*/ 230354 h 571426"/>
              <a:gd name="connsiteX70" fmla="*/ 42373 w 568267"/>
              <a:gd name="connsiteY70" fmla="*/ 235897 h 571426"/>
              <a:gd name="connsiteX71" fmla="*/ 23286 w 568267"/>
              <a:gd name="connsiteY71" fmla="*/ 216847 h 571426"/>
              <a:gd name="connsiteX72" fmla="*/ 479076 w 568267"/>
              <a:gd name="connsiteY72" fmla="*/ 388554 h 571426"/>
              <a:gd name="connsiteX73" fmla="*/ 476546 w 568267"/>
              <a:gd name="connsiteY73" fmla="*/ 413483 h 571426"/>
              <a:gd name="connsiteX74" fmla="*/ 478184 w 568267"/>
              <a:gd name="connsiteY74" fmla="*/ 420217 h 571426"/>
              <a:gd name="connsiteX75" fmla="*/ 484434 w 568267"/>
              <a:gd name="connsiteY75" fmla="*/ 423194 h 571426"/>
              <a:gd name="connsiteX76" fmla="*/ 485997 w 568267"/>
              <a:gd name="connsiteY76" fmla="*/ 423194 h 571426"/>
              <a:gd name="connsiteX77" fmla="*/ 552077 w 568267"/>
              <a:gd name="connsiteY77" fmla="*/ 489236 h 571426"/>
              <a:gd name="connsiteX78" fmla="*/ 485997 w 568267"/>
              <a:gd name="connsiteY78" fmla="*/ 555279 h 571426"/>
              <a:gd name="connsiteX79" fmla="*/ 82185 w 568267"/>
              <a:gd name="connsiteY79" fmla="*/ 555279 h 571426"/>
              <a:gd name="connsiteX80" fmla="*/ 16105 w 568267"/>
              <a:gd name="connsiteY80" fmla="*/ 489236 h 571426"/>
              <a:gd name="connsiteX81" fmla="*/ 80659 w 568267"/>
              <a:gd name="connsiteY81" fmla="*/ 423194 h 571426"/>
              <a:gd name="connsiteX82" fmla="*/ 88546 w 568267"/>
              <a:gd name="connsiteY82" fmla="*/ 415120 h 571426"/>
              <a:gd name="connsiteX83" fmla="*/ 174568 w 568267"/>
              <a:gd name="connsiteY83" fmla="*/ 328614 h 571426"/>
              <a:gd name="connsiteX84" fmla="*/ 169582 w 568267"/>
              <a:gd name="connsiteY84" fmla="*/ 336539 h 571426"/>
              <a:gd name="connsiteX85" fmla="*/ 170698 w 568267"/>
              <a:gd name="connsiteY85" fmla="*/ 362547 h 571426"/>
              <a:gd name="connsiteX86" fmla="*/ 187107 w 568267"/>
              <a:gd name="connsiteY86" fmla="*/ 378956 h 571426"/>
              <a:gd name="connsiteX87" fmla="*/ 213078 w 568267"/>
              <a:gd name="connsiteY87" fmla="*/ 380072 h 571426"/>
              <a:gd name="connsiteX88" fmla="*/ 231049 w 568267"/>
              <a:gd name="connsiteY88" fmla="*/ 368761 h 571426"/>
              <a:gd name="connsiteX89" fmla="*/ 248536 w 568267"/>
              <a:gd name="connsiteY89" fmla="*/ 376017 h 571426"/>
              <a:gd name="connsiteX90" fmla="*/ 253224 w 568267"/>
              <a:gd name="connsiteY90" fmla="*/ 396704 h 571426"/>
              <a:gd name="connsiteX91" fmla="*/ 272423 w 568267"/>
              <a:gd name="connsiteY91" fmla="*/ 414303 h 571426"/>
              <a:gd name="connsiteX92" fmla="*/ 295603 w 568267"/>
              <a:gd name="connsiteY92" fmla="*/ 414303 h 571426"/>
              <a:gd name="connsiteX93" fmla="*/ 314801 w 568267"/>
              <a:gd name="connsiteY93" fmla="*/ 396704 h 571426"/>
              <a:gd name="connsiteX94" fmla="*/ 319489 w 568267"/>
              <a:gd name="connsiteY94" fmla="*/ 376017 h 571426"/>
              <a:gd name="connsiteX95" fmla="*/ 336976 w 568267"/>
              <a:gd name="connsiteY95" fmla="*/ 368761 h 571426"/>
              <a:gd name="connsiteX96" fmla="*/ 354947 w 568267"/>
              <a:gd name="connsiteY96" fmla="*/ 380035 h 571426"/>
              <a:gd name="connsiteX97" fmla="*/ 380955 w 568267"/>
              <a:gd name="connsiteY97" fmla="*/ 378919 h 571426"/>
              <a:gd name="connsiteX98" fmla="*/ 397364 w 568267"/>
              <a:gd name="connsiteY98" fmla="*/ 362510 h 571426"/>
              <a:gd name="connsiteX99" fmla="*/ 398480 w 568267"/>
              <a:gd name="connsiteY99" fmla="*/ 336502 h 571426"/>
              <a:gd name="connsiteX100" fmla="*/ 387169 w 568267"/>
              <a:gd name="connsiteY100" fmla="*/ 318531 h 571426"/>
              <a:gd name="connsiteX101" fmla="*/ 394425 w 568267"/>
              <a:gd name="connsiteY101" fmla="*/ 301044 h 571426"/>
              <a:gd name="connsiteX102" fmla="*/ 415112 w 568267"/>
              <a:gd name="connsiteY102" fmla="*/ 296356 h 571426"/>
              <a:gd name="connsiteX103" fmla="*/ 428432 w 568267"/>
              <a:gd name="connsiteY103" fmla="*/ 288841 h 571426"/>
              <a:gd name="connsiteX104" fmla="*/ 478996 w 568267"/>
              <a:gd name="connsiteY104" fmla="*/ 388520 h 571426"/>
              <a:gd name="connsiteX105" fmla="*/ 156636 w 568267"/>
              <a:gd name="connsiteY105" fmla="*/ 280617 h 571426"/>
              <a:gd name="connsiteX106" fmla="*/ 151613 w 568267"/>
              <a:gd name="connsiteY106" fmla="*/ 277194 h 571426"/>
              <a:gd name="connsiteX107" fmla="*/ 151613 w 568267"/>
              <a:gd name="connsiteY107" fmla="*/ 254014 h 571426"/>
              <a:gd name="connsiteX108" fmla="*/ 156636 w 568267"/>
              <a:gd name="connsiteY108" fmla="*/ 250590 h 571426"/>
              <a:gd name="connsiteX109" fmla="*/ 181936 w 568267"/>
              <a:gd name="connsiteY109" fmla="*/ 244861 h 571426"/>
              <a:gd name="connsiteX110" fmla="*/ 187926 w 568267"/>
              <a:gd name="connsiteY110" fmla="*/ 239131 h 571426"/>
              <a:gd name="connsiteX111" fmla="*/ 197377 w 568267"/>
              <a:gd name="connsiteY111" fmla="*/ 216360 h 571426"/>
              <a:gd name="connsiteX112" fmla="*/ 197191 w 568267"/>
              <a:gd name="connsiteY112" fmla="*/ 208063 h 571426"/>
              <a:gd name="connsiteX113" fmla="*/ 183388 w 568267"/>
              <a:gd name="connsiteY113" fmla="*/ 186074 h 571426"/>
              <a:gd name="connsiteX114" fmla="*/ 182271 w 568267"/>
              <a:gd name="connsiteY114" fmla="*/ 180121 h 571426"/>
              <a:gd name="connsiteX115" fmla="*/ 198680 w 568267"/>
              <a:gd name="connsiteY115" fmla="*/ 163712 h 571426"/>
              <a:gd name="connsiteX116" fmla="*/ 204633 w 568267"/>
              <a:gd name="connsiteY116" fmla="*/ 164828 h 571426"/>
              <a:gd name="connsiteX117" fmla="*/ 226623 w 568267"/>
              <a:gd name="connsiteY117" fmla="*/ 178632 h 571426"/>
              <a:gd name="connsiteX118" fmla="*/ 234920 w 568267"/>
              <a:gd name="connsiteY118" fmla="*/ 178819 h 571426"/>
              <a:gd name="connsiteX119" fmla="*/ 257690 w 568267"/>
              <a:gd name="connsiteY119" fmla="*/ 169368 h 571426"/>
              <a:gd name="connsiteX120" fmla="*/ 263420 w 568267"/>
              <a:gd name="connsiteY120" fmla="*/ 163378 h 571426"/>
              <a:gd name="connsiteX121" fmla="*/ 269150 w 568267"/>
              <a:gd name="connsiteY121" fmla="*/ 138077 h 571426"/>
              <a:gd name="connsiteX122" fmla="*/ 272573 w 568267"/>
              <a:gd name="connsiteY122" fmla="*/ 133054 h 571426"/>
              <a:gd name="connsiteX123" fmla="*/ 295753 w 568267"/>
              <a:gd name="connsiteY123" fmla="*/ 133054 h 571426"/>
              <a:gd name="connsiteX124" fmla="*/ 299175 w 568267"/>
              <a:gd name="connsiteY124" fmla="*/ 138077 h 571426"/>
              <a:gd name="connsiteX125" fmla="*/ 304906 w 568267"/>
              <a:gd name="connsiteY125" fmla="*/ 163378 h 571426"/>
              <a:gd name="connsiteX126" fmla="*/ 310636 w 568267"/>
              <a:gd name="connsiteY126" fmla="*/ 169368 h 571426"/>
              <a:gd name="connsiteX127" fmla="*/ 333406 w 568267"/>
              <a:gd name="connsiteY127" fmla="*/ 178819 h 571426"/>
              <a:gd name="connsiteX128" fmla="*/ 341703 w 568267"/>
              <a:gd name="connsiteY128" fmla="*/ 178632 h 571426"/>
              <a:gd name="connsiteX129" fmla="*/ 363692 w 568267"/>
              <a:gd name="connsiteY129" fmla="*/ 164828 h 571426"/>
              <a:gd name="connsiteX130" fmla="*/ 369645 w 568267"/>
              <a:gd name="connsiteY130" fmla="*/ 163712 h 571426"/>
              <a:gd name="connsiteX131" fmla="*/ 386054 w 568267"/>
              <a:gd name="connsiteY131" fmla="*/ 180121 h 571426"/>
              <a:gd name="connsiteX132" fmla="*/ 384939 w 568267"/>
              <a:gd name="connsiteY132" fmla="*/ 186074 h 571426"/>
              <a:gd name="connsiteX133" fmla="*/ 371135 w 568267"/>
              <a:gd name="connsiteY133" fmla="*/ 208063 h 571426"/>
              <a:gd name="connsiteX134" fmla="*/ 370948 w 568267"/>
              <a:gd name="connsiteY134" fmla="*/ 216360 h 571426"/>
              <a:gd name="connsiteX135" fmla="*/ 380399 w 568267"/>
              <a:gd name="connsiteY135" fmla="*/ 239131 h 571426"/>
              <a:gd name="connsiteX136" fmla="*/ 386389 w 568267"/>
              <a:gd name="connsiteY136" fmla="*/ 244861 h 571426"/>
              <a:gd name="connsiteX137" fmla="*/ 411690 w 568267"/>
              <a:gd name="connsiteY137" fmla="*/ 250590 h 571426"/>
              <a:gd name="connsiteX138" fmla="*/ 416713 w 568267"/>
              <a:gd name="connsiteY138" fmla="*/ 254014 h 571426"/>
              <a:gd name="connsiteX139" fmla="*/ 416713 w 568267"/>
              <a:gd name="connsiteY139" fmla="*/ 277194 h 571426"/>
              <a:gd name="connsiteX140" fmla="*/ 411690 w 568267"/>
              <a:gd name="connsiteY140" fmla="*/ 280617 h 571426"/>
              <a:gd name="connsiteX141" fmla="*/ 386389 w 568267"/>
              <a:gd name="connsiteY141" fmla="*/ 286347 h 571426"/>
              <a:gd name="connsiteX142" fmla="*/ 380399 w 568267"/>
              <a:gd name="connsiteY142" fmla="*/ 292077 h 571426"/>
              <a:gd name="connsiteX143" fmla="*/ 370948 w 568267"/>
              <a:gd name="connsiteY143" fmla="*/ 314884 h 571426"/>
              <a:gd name="connsiteX144" fmla="*/ 371135 w 568267"/>
              <a:gd name="connsiteY144" fmla="*/ 323144 h 571426"/>
              <a:gd name="connsiteX145" fmla="*/ 384939 w 568267"/>
              <a:gd name="connsiteY145" fmla="*/ 345134 h 571426"/>
              <a:gd name="connsiteX146" fmla="*/ 386054 w 568267"/>
              <a:gd name="connsiteY146" fmla="*/ 351087 h 571426"/>
              <a:gd name="connsiteX147" fmla="*/ 369645 w 568267"/>
              <a:gd name="connsiteY147" fmla="*/ 367495 h 571426"/>
              <a:gd name="connsiteX148" fmla="*/ 363692 w 568267"/>
              <a:gd name="connsiteY148" fmla="*/ 366379 h 571426"/>
              <a:gd name="connsiteX149" fmla="*/ 341703 w 568267"/>
              <a:gd name="connsiteY149" fmla="*/ 352575 h 571426"/>
              <a:gd name="connsiteX150" fmla="*/ 333406 w 568267"/>
              <a:gd name="connsiteY150" fmla="*/ 352390 h 571426"/>
              <a:gd name="connsiteX151" fmla="*/ 310636 w 568267"/>
              <a:gd name="connsiteY151" fmla="*/ 361840 h 571426"/>
              <a:gd name="connsiteX152" fmla="*/ 304906 w 568267"/>
              <a:gd name="connsiteY152" fmla="*/ 367831 h 571426"/>
              <a:gd name="connsiteX153" fmla="*/ 299175 w 568267"/>
              <a:gd name="connsiteY153" fmla="*/ 393131 h 571426"/>
              <a:gd name="connsiteX154" fmla="*/ 295753 w 568267"/>
              <a:gd name="connsiteY154" fmla="*/ 398154 h 571426"/>
              <a:gd name="connsiteX155" fmla="*/ 272573 w 568267"/>
              <a:gd name="connsiteY155" fmla="*/ 398154 h 571426"/>
              <a:gd name="connsiteX156" fmla="*/ 269150 w 568267"/>
              <a:gd name="connsiteY156" fmla="*/ 393131 h 571426"/>
              <a:gd name="connsiteX157" fmla="*/ 263420 w 568267"/>
              <a:gd name="connsiteY157" fmla="*/ 367831 h 571426"/>
              <a:gd name="connsiteX158" fmla="*/ 257690 w 568267"/>
              <a:gd name="connsiteY158" fmla="*/ 361840 h 571426"/>
              <a:gd name="connsiteX159" fmla="*/ 234920 w 568267"/>
              <a:gd name="connsiteY159" fmla="*/ 352390 h 571426"/>
              <a:gd name="connsiteX160" fmla="*/ 230938 w 568267"/>
              <a:gd name="connsiteY160" fmla="*/ 351348 h 571426"/>
              <a:gd name="connsiteX161" fmla="*/ 226623 w 568267"/>
              <a:gd name="connsiteY161" fmla="*/ 352575 h 571426"/>
              <a:gd name="connsiteX162" fmla="*/ 204633 w 568267"/>
              <a:gd name="connsiteY162" fmla="*/ 366379 h 571426"/>
              <a:gd name="connsiteX163" fmla="*/ 198680 w 568267"/>
              <a:gd name="connsiteY163" fmla="*/ 367495 h 571426"/>
              <a:gd name="connsiteX164" fmla="*/ 182271 w 568267"/>
              <a:gd name="connsiteY164" fmla="*/ 351087 h 571426"/>
              <a:gd name="connsiteX165" fmla="*/ 183388 w 568267"/>
              <a:gd name="connsiteY165" fmla="*/ 345134 h 571426"/>
              <a:gd name="connsiteX166" fmla="*/ 197191 w 568267"/>
              <a:gd name="connsiteY166" fmla="*/ 323144 h 571426"/>
              <a:gd name="connsiteX167" fmla="*/ 197377 w 568267"/>
              <a:gd name="connsiteY167" fmla="*/ 314847 h 571426"/>
              <a:gd name="connsiteX168" fmla="*/ 187926 w 568267"/>
              <a:gd name="connsiteY168" fmla="*/ 292077 h 571426"/>
              <a:gd name="connsiteX169" fmla="*/ 181936 w 568267"/>
              <a:gd name="connsiteY169" fmla="*/ 286347 h 571426"/>
              <a:gd name="connsiteX170" fmla="*/ 284147 w 568267"/>
              <a:gd name="connsiteY170" fmla="*/ 333786 h 571426"/>
              <a:gd name="connsiteX171" fmla="*/ 352348 w 568267"/>
              <a:gd name="connsiteY171" fmla="*/ 265623 h 571426"/>
              <a:gd name="connsiteX172" fmla="*/ 284147 w 568267"/>
              <a:gd name="connsiteY172" fmla="*/ 197422 h 571426"/>
              <a:gd name="connsiteX173" fmla="*/ 215984 w 568267"/>
              <a:gd name="connsiteY173" fmla="*/ 265623 h 571426"/>
              <a:gd name="connsiteX174" fmla="*/ 284147 w 568267"/>
              <a:gd name="connsiteY174" fmla="*/ 333786 h 571426"/>
              <a:gd name="connsiteX175" fmla="*/ 284147 w 568267"/>
              <a:gd name="connsiteY175" fmla="*/ 213609 h 571426"/>
              <a:gd name="connsiteX176" fmla="*/ 336162 w 568267"/>
              <a:gd name="connsiteY176" fmla="*/ 265624 h 571426"/>
              <a:gd name="connsiteX177" fmla="*/ 284147 w 568267"/>
              <a:gd name="connsiteY177" fmla="*/ 317639 h 571426"/>
              <a:gd name="connsiteX178" fmla="*/ 232132 w 568267"/>
              <a:gd name="connsiteY178" fmla="*/ 265624 h 571426"/>
              <a:gd name="connsiteX179" fmla="*/ 284147 w 568267"/>
              <a:gd name="connsiteY179" fmla="*/ 213609 h 571426"/>
              <a:gd name="connsiteX180" fmla="*/ 351492 w 568267"/>
              <a:gd name="connsiteY180" fmla="*/ 44016 h 571426"/>
              <a:gd name="connsiteX181" fmla="*/ 284147 w 568267"/>
              <a:gd name="connsiteY181" fmla="*/ 16148 h 571426"/>
              <a:gd name="connsiteX182" fmla="*/ 216839 w 568267"/>
              <a:gd name="connsiteY182" fmla="*/ 44016 h 571426"/>
              <a:gd name="connsiteX183" fmla="*/ 205417 w 568267"/>
              <a:gd name="connsiteY183" fmla="*/ 44016 h 571426"/>
              <a:gd name="connsiteX184" fmla="*/ 205417 w 568267"/>
              <a:gd name="connsiteY184" fmla="*/ 32594 h 571426"/>
              <a:gd name="connsiteX185" fmla="*/ 284184 w 568267"/>
              <a:gd name="connsiteY185" fmla="*/ 0 h 571426"/>
              <a:gd name="connsiteX186" fmla="*/ 362988 w 568267"/>
              <a:gd name="connsiteY186" fmla="*/ 32594 h 571426"/>
              <a:gd name="connsiteX187" fmla="*/ 362988 w 568267"/>
              <a:gd name="connsiteY187" fmla="*/ 44016 h 571426"/>
              <a:gd name="connsiteX188" fmla="*/ 357258 w 568267"/>
              <a:gd name="connsiteY188" fmla="*/ 46397 h 571426"/>
              <a:gd name="connsiteX189" fmla="*/ 351529 w 568267"/>
              <a:gd name="connsiteY189" fmla="*/ 44016 h 571426"/>
              <a:gd name="connsiteX190" fmla="*/ 323400 w 568267"/>
              <a:gd name="connsiteY190" fmla="*/ 72107 h 571426"/>
              <a:gd name="connsiteX191" fmla="*/ 284110 w 568267"/>
              <a:gd name="connsiteY191" fmla="*/ 55848 h 571426"/>
              <a:gd name="connsiteX192" fmla="*/ 244856 w 568267"/>
              <a:gd name="connsiteY192" fmla="*/ 72107 h 571426"/>
              <a:gd name="connsiteX193" fmla="*/ 233434 w 568267"/>
              <a:gd name="connsiteY193" fmla="*/ 72107 h 571426"/>
              <a:gd name="connsiteX194" fmla="*/ 233434 w 568267"/>
              <a:gd name="connsiteY194" fmla="*/ 60685 h 571426"/>
              <a:gd name="connsiteX195" fmla="*/ 284110 w 568267"/>
              <a:gd name="connsiteY195" fmla="*/ 39700 h 571426"/>
              <a:gd name="connsiteX196" fmla="*/ 334823 w 568267"/>
              <a:gd name="connsiteY196" fmla="*/ 60685 h 571426"/>
              <a:gd name="connsiteX197" fmla="*/ 334823 w 568267"/>
              <a:gd name="connsiteY197" fmla="*/ 72107 h 571426"/>
              <a:gd name="connsiteX198" fmla="*/ 329093 w 568267"/>
              <a:gd name="connsiteY198" fmla="*/ 74488 h 571426"/>
              <a:gd name="connsiteX199" fmla="*/ 323363 w 568267"/>
              <a:gd name="connsiteY199" fmla="*/ 72107 h 571426"/>
              <a:gd name="connsiteX200" fmla="*/ 284110 w 568267"/>
              <a:gd name="connsiteY200" fmla="*/ 79362 h 571426"/>
              <a:gd name="connsiteX201" fmla="*/ 306769 w 568267"/>
              <a:gd name="connsiteY201" fmla="*/ 88739 h 571426"/>
              <a:gd name="connsiteX202" fmla="*/ 306806 w 568267"/>
              <a:gd name="connsiteY202" fmla="*/ 100161 h 571426"/>
              <a:gd name="connsiteX203" fmla="*/ 301076 w 568267"/>
              <a:gd name="connsiteY203" fmla="*/ 102542 h 571426"/>
              <a:gd name="connsiteX204" fmla="*/ 295384 w 568267"/>
              <a:gd name="connsiteY204" fmla="*/ 100198 h 571426"/>
              <a:gd name="connsiteX205" fmla="*/ 284110 w 568267"/>
              <a:gd name="connsiteY205" fmla="*/ 95510 h 571426"/>
              <a:gd name="connsiteX206" fmla="*/ 272910 w 568267"/>
              <a:gd name="connsiteY206" fmla="*/ 100161 h 571426"/>
              <a:gd name="connsiteX207" fmla="*/ 261488 w 568267"/>
              <a:gd name="connsiteY207" fmla="*/ 100161 h 571426"/>
              <a:gd name="connsiteX208" fmla="*/ 261488 w 568267"/>
              <a:gd name="connsiteY208" fmla="*/ 88739 h 571426"/>
              <a:gd name="connsiteX209" fmla="*/ 284110 w 568267"/>
              <a:gd name="connsiteY209" fmla="*/ 79362 h 57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568267" h="571426">
                <a:moveTo>
                  <a:pt x="72740" y="407566"/>
                </a:moveTo>
                <a:cubicBezTo>
                  <a:pt x="54062" y="409687"/>
                  <a:pt x="36798" y="418133"/>
                  <a:pt x="23477" y="431714"/>
                </a:cubicBezTo>
                <a:cubicBezTo>
                  <a:pt x="8334" y="447155"/>
                  <a:pt x="0" y="467618"/>
                  <a:pt x="0" y="489236"/>
                </a:cubicBezTo>
                <a:cubicBezTo>
                  <a:pt x="0" y="534554"/>
                  <a:pt x="36872" y="571427"/>
                  <a:pt x="82227" y="571427"/>
                </a:cubicBezTo>
                <a:lnTo>
                  <a:pt x="486040" y="571427"/>
                </a:lnTo>
                <a:cubicBezTo>
                  <a:pt x="531395" y="571427"/>
                  <a:pt x="568267" y="534554"/>
                  <a:pt x="568267" y="489236"/>
                </a:cubicBezTo>
                <a:cubicBezTo>
                  <a:pt x="568267" y="446597"/>
                  <a:pt x="535599" y="411399"/>
                  <a:pt x="493965" y="407419"/>
                </a:cubicBezTo>
                <a:cubicBezTo>
                  <a:pt x="494820" y="401205"/>
                  <a:pt x="495230" y="394880"/>
                  <a:pt x="495230" y="388554"/>
                </a:cubicBezTo>
                <a:cubicBezTo>
                  <a:pt x="495230" y="342268"/>
                  <a:pt x="472868" y="299853"/>
                  <a:pt x="435066" y="273692"/>
                </a:cubicBezTo>
                <a:lnTo>
                  <a:pt x="477184" y="273692"/>
                </a:lnTo>
                <a:cubicBezTo>
                  <a:pt x="479343" y="273692"/>
                  <a:pt x="481389" y="272837"/>
                  <a:pt x="482915" y="271311"/>
                </a:cubicBezTo>
                <a:lnTo>
                  <a:pt x="507434" y="246755"/>
                </a:lnTo>
                <a:cubicBezTo>
                  <a:pt x="512829" y="250104"/>
                  <a:pt x="519154" y="252038"/>
                  <a:pt x="525926" y="252038"/>
                </a:cubicBezTo>
                <a:cubicBezTo>
                  <a:pt x="545348" y="252038"/>
                  <a:pt x="561124" y="236263"/>
                  <a:pt x="561124" y="216840"/>
                </a:cubicBezTo>
                <a:cubicBezTo>
                  <a:pt x="561124" y="197418"/>
                  <a:pt x="545348" y="181643"/>
                  <a:pt x="525926" y="181643"/>
                </a:cubicBezTo>
                <a:cubicBezTo>
                  <a:pt x="506503" y="181643"/>
                  <a:pt x="490728" y="197418"/>
                  <a:pt x="490728" y="216840"/>
                </a:cubicBezTo>
                <a:cubicBezTo>
                  <a:pt x="490728" y="223612"/>
                  <a:pt x="492663" y="229974"/>
                  <a:pt x="496012" y="235332"/>
                </a:cubicBezTo>
                <a:lnTo>
                  <a:pt x="473874" y="257507"/>
                </a:lnTo>
                <a:lnTo>
                  <a:pt x="432871" y="257507"/>
                </a:lnTo>
                <a:lnTo>
                  <a:pt x="432871" y="253973"/>
                </a:lnTo>
                <a:cubicBezTo>
                  <a:pt x="432871" y="244596"/>
                  <a:pt x="426136" y="237230"/>
                  <a:pt x="415272" y="234774"/>
                </a:cubicBezTo>
                <a:lnTo>
                  <a:pt x="394585" y="230086"/>
                </a:lnTo>
                <a:cubicBezTo>
                  <a:pt x="392649" y="224058"/>
                  <a:pt x="390231" y="218217"/>
                  <a:pt x="387328" y="212599"/>
                </a:cubicBezTo>
                <a:lnTo>
                  <a:pt x="398602" y="194628"/>
                </a:lnTo>
                <a:cubicBezTo>
                  <a:pt x="404555" y="185215"/>
                  <a:pt x="404110" y="175243"/>
                  <a:pt x="397486" y="168620"/>
                </a:cubicBezTo>
                <a:lnTo>
                  <a:pt x="381078" y="152211"/>
                </a:lnTo>
                <a:cubicBezTo>
                  <a:pt x="374454" y="145589"/>
                  <a:pt x="364484" y="145142"/>
                  <a:pt x="355106" y="151095"/>
                </a:cubicBezTo>
                <a:lnTo>
                  <a:pt x="337136" y="162406"/>
                </a:lnTo>
                <a:cubicBezTo>
                  <a:pt x="331518" y="159541"/>
                  <a:pt x="325677" y="157085"/>
                  <a:pt x="319649" y="155151"/>
                </a:cubicBezTo>
                <a:lnTo>
                  <a:pt x="314961" y="134463"/>
                </a:lnTo>
                <a:cubicBezTo>
                  <a:pt x="312506" y="123599"/>
                  <a:pt x="305139" y="116864"/>
                  <a:pt x="295763" y="116864"/>
                </a:cubicBezTo>
                <a:lnTo>
                  <a:pt x="272583" y="116864"/>
                </a:lnTo>
                <a:cubicBezTo>
                  <a:pt x="263206" y="116864"/>
                  <a:pt x="255840" y="123598"/>
                  <a:pt x="253384" y="134463"/>
                </a:cubicBezTo>
                <a:lnTo>
                  <a:pt x="248696" y="155151"/>
                </a:lnTo>
                <a:cubicBezTo>
                  <a:pt x="242668" y="157085"/>
                  <a:pt x="236827" y="159504"/>
                  <a:pt x="231209" y="162406"/>
                </a:cubicBezTo>
                <a:lnTo>
                  <a:pt x="213238" y="151132"/>
                </a:lnTo>
                <a:cubicBezTo>
                  <a:pt x="203825" y="145179"/>
                  <a:pt x="193853" y="145626"/>
                  <a:pt x="187230" y="152249"/>
                </a:cubicBezTo>
                <a:lnTo>
                  <a:pt x="170821" y="168657"/>
                </a:lnTo>
                <a:cubicBezTo>
                  <a:pt x="164199" y="175280"/>
                  <a:pt x="163752" y="185252"/>
                  <a:pt x="169705" y="194628"/>
                </a:cubicBezTo>
                <a:lnTo>
                  <a:pt x="181016" y="212599"/>
                </a:lnTo>
                <a:cubicBezTo>
                  <a:pt x="178151" y="218217"/>
                  <a:pt x="175695" y="224058"/>
                  <a:pt x="173761" y="230086"/>
                </a:cubicBezTo>
                <a:lnTo>
                  <a:pt x="153073" y="234774"/>
                </a:lnTo>
                <a:cubicBezTo>
                  <a:pt x="142209" y="237230"/>
                  <a:pt x="135474" y="244596"/>
                  <a:pt x="135474" y="253973"/>
                </a:cubicBezTo>
                <a:lnTo>
                  <a:pt x="135474" y="257507"/>
                </a:lnTo>
                <a:lnTo>
                  <a:pt x="94472" y="257507"/>
                </a:lnTo>
                <a:lnTo>
                  <a:pt x="72297" y="235332"/>
                </a:lnTo>
                <a:cubicBezTo>
                  <a:pt x="75645" y="229937"/>
                  <a:pt x="77580" y="223612"/>
                  <a:pt x="77580" y="216803"/>
                </a:cubicBezTo>
                <a:cubicBezTo>
                  <a:pt x="77580" y="197381"/>
                  <a:pt x="61804" y="181606"/>
                  <a:pt x="42381" y="181606"/>
                </a:cubicBezTo>
                <a:cubicBezTo>
                  <a:pt x="22960" y="181606"/>
                  <a:pt x="7147" y="197381"/>
                  <a:pt x="7147" y="216803"/>
                </a:cubicBezTo>
                <a:cubicBezTo>
                  <a:pt x="7147" y="236226"/>
                  <a:pt x="22960" y="252001"/>
                  <a:pt x="42381" y="252001"/>
                </a:cubicBezTo>
                <a:cubicBezTo>
                  <a:pt x="49154" y="252001"/>
                  <a:pt x="55478" y="250066"/>
                  <a:pt x="60873" y="246755"/>
                </a:cubicBezTo>
                <a:lnTo>
                  <a:pt x="85393" y="271274"/>
                </a:lnTo>
                <a:cubicBezTo>
                  <a:pt x="86918" y="272800"/>
                  <a:pt x="88964" y="273655"/>
                  <a:pt x="91123" y="273655"/>
                </a:cubicBezTo>
                <a:lnTo>
                  <a:pt x="135473" y="273655"/>
                </a:lnTo>
                <a:lnTo>
                  <a:pt x="135473" y="277153"/>
                </a:lnTo>
                <a:cubicBezTo>
                  <a:pt x="135473" y="286529"/>
                  <a:pt x="142207" y="293896"/>
                  <a:pt x="153072" y="296351"/>
                </a:cubicBezTo>
                <a:lnTo>
                  <a:pt x="173760" y="301040"/>
                </a:lnTo>
                <a:cubicBezTo>
                  <a:pt x="175025" y="304909"/>
                  <a:pt x="176476" y="308704"/>
                  <a:pt x="178113" y="312425"/>
                </a:cubicBezTo>
                <a:cubicBezTo>
                  <a:pt x="177146" y="312388"/>
                  <a:pt x="176141" y="312388"/>
                  <a:pt x="175174" y="312388"/>
                </a:cubicBezTo>
                <a:cubicBezTo>
                  <a:pt x="121112" y="312388"/>
                  <a:pt x="76647" y="354395"/>
                  <a:pt x="72780" y="407526"/>
                </a:cubicBezTo>
                <a:close/>
                <a:moveTo>
                  <a:pt x="525920" y="197797"/>
                </a:moveTo>
                <a:cubicBezTo>
                  <a:pt x="536413" y="197797"/>
                  <a:pt x="544970" y="206354"/>
                  <a:pt x="544970" y="216847"/>
                </a:cubicBezTo>
                <a:cubicBezTo>
                  <a:pt x="544970" y="227340"/>
                  <a:pt x="536413" y="235897"/>
                  <a:pt x="525920" y="235897"/>
                </a:cubicBezTo>
                <a:cubicBezTo>
                  <a:pt x="515427" y="235897"/>
                  <a:pt x="506870" y="227340"/>
                  <a:pt x="506870" y="216847"/>
                </a:cubicBezTo>
                <a:cubicBezTo>
                  <a:pt x="506870" y="206354"/>
                  <a:pt x="515427" y="197797"/>
                  <a:pt x="525920" y="197797"/>
                </a:cubicBezTo>
                <a:close/>
                <a:moveTo>
                  <a:pt x="23286" y="216847"/>
                </a:moveTo>
                <a:cubicBezTo>
                  <a:pt x="23286" y="206354"/>
                  <a:pt x="31843" y="197797"/>
                  <a:pt x="42373" y="197797"/>
                </a:cubicBezTo>
                <a:cubicBezTo>
                  <a:pt x="52866" y="197797"/>
                  <a:pt x="61423" y="206354"/>
                  <a:pt x="61423" y="216847"/>
                </a:cubicBezTo>
                <a:cubicBezTo>
                  <a:pt x="61423" y="222093"/>
                  <a:pt x="59302" y="226819"/>
                  <a:pt x="55879" y="230279"/>
                </a:cubicBezTo>
                <a:lnTo>
                  <a:pt x="55805" y="230354"/>
                </a:lnTo>
                <a:cubicBezTo>
                  <a:pt x="52345" y="233777"/>
                  <a:pt x="47619" y="235897"/>
                  <a:pt x="42373" y="235897"/>
                </a:cubicBezTo>
                <a:cubicBezTo>
                  <a:pt x="31843" y="235897"/>
                  <a:pt x="23286" y="227340"/>
                  <a:pt x="23286" y="216847"/>
                </a:cubicBezTo>
                <a:close/>
                <a:moveTo>
                  <a:pt x="479076" y="388554"/>
                </a:moveTo>
                <a:cubicBezTo>
                  <a:pt x="479076" y="396963"/>
                  <a:pt x="478221" y="405372"/>
                  <a:pt x="476546" y="413483"/>
                </a:cubicBezTo>
                <a:cubicBezTo>
                  <a:pt x="476062" y="415864"/>
                  <a:pt x="476658" y="418320"/>
                  <a:pt x="478184" y="420217"/>
                </a:cubicBezTo>
                <a:cubicBezTo>
                  <a:pt x="479709" y="422115"/>
                  <a:pt x="482016" y="423194"/>
                  <a:pt x="484434" y="423194"/>
                </a:cubicBezTo>
                <a:lnTo>
                  <a:pt x="485997" y="423194"/>
                </a:lnTo>
                <a:cubicBezTo>
                  <a:pt x="522422" y="423194"/>
                  <a:pt x="552077" y="452811"/>
                  <a:pt x="552077" y="489236"/>
                </a:cubicBezTo>
                <a:cubicBezTo>
                  <a:pt x="552077" y="525662"/>
                  <a:pt x="522422" y="555279"/>
                  <a:pt x="485997" y="555279"/>
                </a:cubicBezTo>
                <a:lnTo>
                  <a:pt x="82185" y="555279"/>
                </a:lnTo>
                <a:cubicBezTo>
                  <a:pt x="45759" y="555279"/>
                  <a:pt x="16105" y="525662"/>
                  <a:pt x="16105" y="489236"/>
                </a:cubicBezTo>
                <a:cubicBezTo>
                  <a:pt x="16105" y="453592"/>
                  <a:pt x="45089" y="423975"/>
                  <a:pt x="80659" y="423194"/>
                </a:cubicBezTo>
                <a:cubicBezTo>
                  <a:pt x="85049" y="423082"/>
                  <a:pt x="88546" y="419511"/>
                  <a:pt x="88546" y="415120"/>
                </a:cubicBezTo>
                <a:cubicBezTo>
                  <a:pt x="88546" y="367570"/>
                  <a:pt x="127093" y="328874"/>
                  <a:pt x="174568" y="328614"/>
                </a:cubicBezTo>
                <a:lnTo>
                  <a:pt x="169582" y="336539"/>
                </a:lnTo>
                <a:cubicBezTo>
                  <a:pt x="163629" y="345953"/>
                  <a:pt x="164076" y="355924"/>
                  <a:pt x="170698" y="362547"/>
                </a:cubicBezTo>
                <a:lnTo>
                  <a:pt x="187107" y="378956"/>
                </a:lnTo>
                <a:cubicBezTo>
                  <a:pt x="193731" y="385579"/>
                  <a:pt x="203702" y="386025"/>
                  <a:pt x="213078" y="380072"/>
                </a:cubicBezTo>
                <a:lnTo>
                  <a:pt x="231049" y="368761"/>
                </a:lnTo>
                <a:cubicBezTo>
                  <a:pt x="236668" y="371626"/>
                  <a:pt x="242508" y="374082"/>
                  <a:pt x="248536" y="376017"/>
                </a:cubicBezTo>
                <a:lnTo>
                  <a:pt x="253224" y="396704"/>
                </a:lnTo>
                <a:cubicBezTo>
                  <a:pt x="255680" y="407568"/>
                  <a:pt x="263046" y="414303"/>
                  <a:pt x="272423" y="414303"/>
                </a:cubicBezTo>
                <a:lnTo>
                  <a:pt x="295603" y="414303"/>
                </a:lnTo>
                <a:cubicBezTo>
                  <a:pt x="304979" y="414303"/>
                  <a:pt x="312346" y="407569"/>
                  <a:pt x="314801" y="396704"/>
                </a:cubicBezTo>
                <a:lnTo>
                  <a:pt x="319489" y="376017"/>
                </a:lnTo>
                <a:cubicBezTo>
                  <a:pt x="325517" y="374082"/>
                  <a:pt x="331359" y="371664"/>
                  <a:pt x="336976" y="368761"/>
                </a:cubicBezTo>
                <a:lnTo>
                  <a:pt x="354947" y="380035"/>
                </a:lnTo>
                <a:cubicBezTo>
                  <a:pt x="364361" y="385988"/>
                  <a:pt x="374333" y="385542"/>
                  <a:pt x="380955" y="378919"/>
                </a:cubicBezTo>
                <a:lnTo>
                  <a:pt x="397364" y="362510"/>
                </a:lnTo>
                <a:cubicBezTo>
                  <a:pt x="403987" y="355887"/>
                  <a:pt x="404433" y="345916"/>
                  <a:pt x="398480" y="336502"/>
                </a:cubicBezTo>
                <a:lnTo>
                  <a:pt x="387169" y="318531"/>
                </a:lnTo>
                <a:cubicBezTo>
                  <a:pt x="390072" y="312875"/>
                  <a:pt x="392490" y="307035"/>
                  <a:pt x="394425" y="301044"/>
                </a:cubicBezTo>
                <a:lnTo>
                  <a:pt x="415112" y="296356"/>
                </a:lnTo>
                <a:cubicBezTo>
                  <a:pt x="420805" y="295054"/>
                  <a:pt x="425344" y="292413"/>
                  <a:pt x="428432" y="288841"/>
                </a:cubicBezTo>
                <a:cubicBezTo>
                  <a:pt x="460243" y="312094"/>
                  <a:pt x="478996" y="348706"/>
                  <a:pt x="478996" y="388520"/>
                </a:cubicBezTo>
                <a:close/>
                <a:moveTo>
                  <a:pt x="156636" y="280617"/>
                </a:moveTo>
                <a:cubicBezTo>
                  <a:pt x="156115" y="280506"/>
                  <a:pt x="151613" y="279426"/>
                  <a:pt x="151613" y="277194"/>
                </a:cubicBezTo>
                <a:lnTo>
                  <a:pt x="151613" y="254014"/>
                </a:lnTo>
                <a:cubicBezTo>
                  <a:pt x="151613" y="251781"/>
                  <a:pt x="156115" y="250703"/>
                  <a:pt x="156636" y="250590"/>
                </a:cubicBezTo>
                <a:lnTo>
                  <a:pt x="181936" y="244861"/>
                </a:lnTo>
                <a:cubicBezTo>
                  <a:pt x="184838" y="244191"/>
                  <a:pt x="187145" y="241996"/>
                  <a:pt x="187926" y="239131"/>
                </a:cubicBezTo>
                <a:cubicBezTo>
                  <a:pt x="190122" y="231169"/>
                  <a:pt x="193284" y="223504"/>
                  <a:pt x="197377" y="216360"/>
                </a:cubicBezTo>
                <a:cubicBezTo>
                  <a:pt x="198865" y="213756"/>
                  <a:pt x="198791" y="210593"/>
                  <a:pt x="197191" y="208063"/>
                </a:cubicBezTo>
                <a:lnTo>
                  <a:pt x="183388" y="186074"/>
                </a:lnTo>
                <a:cubicBezTo>
                  <a:pt x="183090" y="185628"/>
                  <a:pt x="180708" y="181684"/>
                  <a:pt x="182271" y="180121"/>
                </a:cubicBezTo>
                <a:lnTo>
                  <a:pt x="198680" y="163712"/>
                </a:lnTo>
                <a:cubicBezTo>
                  <a:pt x="200242" y="162150"/>
                  <a:pt x="204186" y="164568"/>
                  <a:pt x="204633" y="164828"/>
                </a:cubicBezTo>
                <a:lnTo>
                  <a:pt x="226623" y="178632"/>
                </a:lnTo>
                <a:cubicBezTo>
                  <a:pt x="229152" y="180232"/>
                  <a:pt x="232315" y="180269"/>
                  <a:pt x="234920" y="178819"/>
                </a:cubicBezTo>
                <a:cubicBezTo>
                  <a:pt x="242064" y="174763"/>
                  <a:pt x="249728" y="171562"/>
                  <a:pt x="257690" y="169368"/>
                </a:cubicBezTo>
                <a:cubicBezTo>
                  <a:pt x="260554" y="168586"/>
                  <a:pt x="262750" y="166279"/>
                  <a:pt x="263420" y="163378"/>
                </a:cubicBezTo>
                <a:lnTo>
                  <a:pt x="269150" y="138077"/>
                </a:lnTo>
                <a:cubicBezTo>
                  <a:pt x="269261" y="137556"/>
                  <a:pt x="270340" y="133054"/>
                  <a:pt x="272573" y="133054"/>
                </a:cubicBezTo>
                <a:lnTo>
                  <a:pt x="295753" y="133054"/>
                </a:lnTo>
                <a:cubicBezTo>
                  <a:pt x="297985" y="133054"/>
                  <a:pt x="299064" y="137556"/>
                  <a:pt x="299175" y="138077"/>
                </a:cubicBezTo>
                <a:lnTo>
                  <a:pt x="304906" y="163378"/>
                </a:lnTo>
                <a:cubicBezTo>
                  <a:pt x="305575" y="166279"/>
                  <a:pt x="307771" y="168586"/>
                  <a:pt x="310636" y="169368"/>
                </a:cubicBezTo>
                <a:cubicBezTo>
                  <a:pt x="318598" y="171562"/>
                  <a:pt x="326263" y="174726"/>
                  <a:pt x="333406" y="178819"/>
                </a:cubicBezTo>
                <a:cubicBezTo>
                  <a:pt x="336011" y="180306"/>
                  <a:pt x="339173" y="180232"/>
                  <a:pt x="341703" y="178632"/>
                </a:cubicBezTo>
                <a:lnTo>
                  <a:pt x="363692" y="164828"/>
                </a:lnTo>
                <a:cubicBezTo>
                  <a:pt x="364139" y="164531"/>
                  <a:pt x="368083" y="162150"/>
                  <a:pt x="369645" y="163712"/>
                </a:cubicBezTo>
                <a:lnTo>
                  <a:pt x="386054" y="180121"/>
                </a:lnTo>
                <a:cubicBezTo>
                  <a:pt x="387617" y="181684"/>
                  <a:pt x="385199" y="185628"/>
                  <a:pt x="384939" y="186074"/>
                </a:cubicBezTo>
                <a:lnTo>
                  <a:pt x="371135" y="208063"/>
                </a:lnTo>
                <a:cubicBezTo>
                  <a:pt x="369535" y="210593"/>
                  <a:pt x="369498" y="213756"/>
                  <a:pt x="370948" y="216360"/>
                </a:cubicBezTo>
                <a:cubicBezTo>
                  <a:pt x="375004" y="223504"/>
                  <a:pt x="378203" y="231169"/>
                  <a:pt x="380399" y="239131"/>
                </a:cubicBezTo>
                <a:cubicBezTo>
                  <a:pt x="381180" y="241996"/>
                  <a:pt x="383487" y="244191"/>
                  <a:pt x="386389" y="244861"/>
                </a:cubicBezTo>
                <a:lnTo>
                  <a:pt x="411690" y="250590"/>
                </a:lnTo>
                <a:cubicBezTo>
                  <a:pt x="412211" y="250703"/>
                  <a:pt x="416713" y="251781"/>
                  <a:pt x="416713" y="254014"/>
                </a:cubicBezTo>
                <a:lnTo>
                  <a:pt x="416713" y="277194"/>
                </a:lnTo>
                <a:cubicBezTo>
                  <a:pt x="416713" y="279426"/>
                  <a:pt x="412211" y="280506"/>
                  <a:pt x="411690" y="280617"/>
                </a:cubicBezTo>
                <a:lnTo>
                  <a:pt x="386389" y="286347"/>
                </a:lnTo>
                <a:cubicBezTo>
                  <a:pt x="383487" y="287017"/>
                  <a:pt x="381180" y="289211"/>
                  <a:pt x="380399" y="292077"/>
                </a:cubicBezTo>
                <a:cubicBezTo>
                  <a:pt x="378242" y="299927"/>
                  <a:pt x="375041" y="307592"/>
                  <a:pt x="370948" y="314884"/>
                </a:cubicBezTo>
                <a:cubicBezTo>
                  <a:pt x="369498" y="317451"/>
                  <a:pt x="369572" y="320652"/>
                  <a:pt x="371135" y="323144"/>
                </a:cubicBezTo>
                <a:lnTo>
                  <a:pt x="384939" y="345134"/>
                </a:lnTo>
                <a:cubicBezTo>
                  <a:pt x="385236" y="345580"/>
                  <a:pt x="387617" y="349524"/>
                  <a:pt x="386054" y="351087"/>
                </a:cubicBezTo>
                <a:lnTo>
                  <a:pt x="369645" y="367495"/>
                </a:lnTo>
                <a:cubicBezTo>
                  <a:pt x="368083" y="369059"/>
                  <a:pt x="364139" y="366640"/>
                  <a:pt x="363692" y="366379"/>
                </a:cubicBezTo>
                <a:lnTo>
                  <a:pt x="341703" y="352575"/>
                </a:lnTo>
                <a:cubicBezTo>
                  <a:pt x="339173" y="350975"/>
                  <a:pt x="336011" y="350938"/>
                  <a:pt x="333406" y="352390"/>
                </a:cubicBezTo>
                <a:cubicBezTo>
                  <a:pt x="326263" y="356446"/>
                  <a:pt x="318598" y="359645"/>
                  <a:pt x="310636" y="361840"/>
                </a:cubicBezTo>
                <a:cubicBezTo>
                  <a:pt x="307771" y="362622"/>
                  <a:pt x="305575" y="364928"/>
                  <a:pt x="304906" y="367831"/>
                </a:cubicBezTo>
                <a:lnTo>
                  <a:pt x="299175" y="393131"/>
                </a:lnTo>
                <a:cubicBezTo>
                  <a:pt x="299064" y="393652"/>
                  <a:pt x="297985" y="398154"/>
                  <a:pt x="295753" y="398154"/>
                </a:cubicBezTo>
                <a:lnTo>
                  <a:pt x="272573" y="398154"/>
                </a:lnTo>
                <a:cubicBezTo>
                  <a:pt x="270340" y="398154"/>
                  <a:pt x="269261" y="393652"/>
                  <a:pt x="269150" y="393131"/>
                </a:cubicBezTo>
                <a:lnTo>
                  <a:pt x="263420" y="367831"/>
                </a:lnTo>
                <a:cubicBezTo>
                  <a:pt x="262750" y="364928"/>
                  <a:pt x="260554" y="362622"/>
                  <a:pt x="257690" y="361840"/>
                </a:cubicBezTo>
                <a:cubicBezTo>
                  <a:pt x="249727" y="359645"/>
                  <a:pt x="242064" y="356483"/>
                  <a:pt x="234920" y="352390"/>
                </a:cubicBezTo>
                <a:cubicBezTo>
                  <a:pt x="233692" y="351683"/>
                  <a:pt x="232315" y="351348"/>
                  <a:pt x="230938" y="351348"/>
                </a:cubicBezTo>
                <a:cubicBezTo>
                  <a:pt x="229451" y="351348"/>
                  <a:pt x="227962" y="351757"/>
                  <a:pt x="226623" y="352575"/>
                </a:cubicBezTo>
                <a:lnTo>
                  <a:pt x="204633" y="366379"/>
                </a:lnTo>
                <a:cubicBezTo>
                  <a:pt x="204186" y="366677"/>
                  <a:pt x="200242" y="369059"/>
                  <a:pt x="198680" y="367495"/>
                </a:cubicBezTo>
                <a:lnTo>
                  <a:pt x="182271" y="351087"/>
                </a:lnTo>
                <a:cubicBezTo>
                  <a:pt x="180708" y="349524"/>
                  <a:pt x="183127" y="345580"/>
                  <a:pt x="183388" y="345134"/>
                </a:cubicBezTo>
                <a:lnTo>
                  <a:pt x="197191" y="323144"/>
                </a:lnTo>
                <a:cubicBezTo>
                  <a:pt x="198791" y="320614"/>
                  <a:pt x="198828" y="317451"/>
                  <a:pt x="197377" y="314847"/>
                </a:cubicBezTo>
                <a:cubicBezTo>
                  <a:pt x="193321" y="307703"/>
                  <a:pt x="190122" y="300038"/>
                  <a:pt x="187926" y="292077"/>
                </a:cubicBezTo>
                <a:cubicBezTo>
                  <a:pt x="187145" y="289211"/>
                  <a:pt x="184838" y="287017"/>
                  <a:pt x="181936" y="286347"/>
                </a:cubicBezTo>
                <a:close/>
                <a:moveTo>
                  <a:pt x="284147" y="333786"/>
                </a:moveTo>
                <a:cubicBezTo>
                  <a:pt x="321763" y="333786"/>
                  <a:pt x="352348" y="303202"/>
                  <a:pt x="352348" y="265623"/>
                </a:cubicBezTo>
                <a:cubicBezTo>
                  <a:pt x="352348" y="228007"/>
                  <a:pt x="321764" y="197422"/>
                  <a:pt x="284147" y="197422"/>
                </a:cubicBezTo>
                <a:cubicBezTo>
                  <a:pt x="246568" y="197422"/>
                  <a:pt x="215984" y="228006"/>
                  <a:pt x="215984" y="265623"/>
                </a:cubicBezTo>
                <a:cubicBezTo>
                  <a:pt x="215984" y="303202"/>
                  <a:pt x="246568" y="333786"/>
                  <a:pt x="284147" y="333786"/>
                </a:cubicBezTo>
                <a:close/>
                <a:moveTo>
                  <a:pt x="284147" y="213609"/>
                </a:moveTo>
                <a:cubicBezTo>
                  <a:pt x="312833" y="213609"/>
                  <a:pt x="336162" y="236937"/>
                  <a:pt x="336162" y="265624"/>
                </a:cubicBezTo>
                <a:cubicBezTo>
                  <a:pt x="336162" y="294310"/>
                  <a:pt x="312833" y="317639"/>
                  <a:pt x="284147" y="317639"/>
                </a:cubicBezTo>
                <a:cubicBezTo>
                  <a:pt x="255460" y="317639"/>
                  <a:pt x="232132" y="294310"/>
                  <a:pt x="232132" y="265624"/>
                </a:cubicBezTo>
                <a:cubicBezTo>
                  <a:pt x="232132" y="236937"/>
                  <a:pt x="255460" y="213609"/>
                  <a:pt x="284147" y="213609"/>
                </a:cubicBezTo>
                <a:close/>
                <a:moveTo>
                  <a:pt x="351492" y="44016"/>
                </a:moveTo>
                <a:cubicBezTo>
                  <a:pt x="333521" y="26045"/>
                  <a:pt x="309597" y="16148"/>
                  <a:pt x="284147" y="16148"/>
                </a:cubicBezTo>
                <a:cubicBezTo>
                  <a:pt x="258697" y="16148"/>
                  <a:pt x="234810" y="26045"/>
                  <a:pt x="216839" y="44016"/>
                </a:cubicBezTo>
                <a:cubicBezTo>
                  <a:pt x="213677" y="47178"/>
                  <a:pt x="208579" y="47178"/>
                  <a:pt x="205417" y="44016"/>
                </a:cubicBezTo>
                <a:cubicBezTo>
                  <a:pt x="202255" y="40854"/>
                  <a:pt x="202255" y="35756"/>
                  <a:pt x="205417" y="32594"/>
                </a:cubicBezTo>
                <a:cubicBezTo>
                  <a:pt x="226439" y="11572"/>
                  <a:pt x="254418" y="0"/>
                  <a:pt x="284184" y="0"/>
                </a:cubicBezTo>
                <a:cubicBezTo>
                  <a:pt x="313950" y="0"/>
                  <a:pt x="341929" y="11571"/>
                  <a:pt x="362988" y="32594"/>
                </a:cubicBezTo>
                <a:cubicBezTo>
                  <a:pt x="366151" y="35756"/>
                  <a:pt x="366151" y="40854"/>
                  <a:pt x="362988" y="44016"/>
                </a:cubicBezTo>
                <a:cubicBezTo>
                  <a:pt x="361425" y="45579"/>
                  <a:pt x="359342" y="46397"/>
                  <a:pt x="357258" y="46397"/>
                </a:cubicBezTo>
                <a:cubicBezTo>
                  <a:pt x="355175" y="46397"/>
                  <a:pt x="353129" y="45616"/>
                  <a:pt x="351529" y="44016"/>
                </a:cubicBezTo>
                <a:close/>
                <a:moveTo>
                  <a:pt x="323400" y="72107"/>
                </a:moveTo>
                <a:cubicBezTo>
                  <a:pt x="312908" y="61614"/>
                  <a:pt x="298955" y="55848"/>
                  <a:pt x="284110" y="55848"/>
                </a:cubicBezTo>
                <a:cubicBezTo>
                  <a:pt x="269301" y="55848"/>
                  <a:pt x="255349" y="61615"/>
                  <a:pt x="244856" y="72107"/>
                </a:cubicBezTo>
                <a:cubicBezTo>
                  <a:pt x="241694" y="75269"/>
                  <a:pt x="236596" y="75269"/>
                  <a:pt x="233434" y="72107"/>
                </a:cubicBezTo>
                <a:cubicBezTo>
                  <a:pt x="230272" y="68945"/>
                  <a:pt x="230272" y="63847"/>
                  <a:pt x="233434" y="60685"/>
                </a:cubicBezTo>
                <a:cubicBezTo>
                  <a:pt x="246978" y="47141"/>
                  <a:pt x="264985" y="39700"/>
                  <a:pt x="284110" y="39700"/>
                </a:cubicBezTo>
                <a:cubicBezTo>
                  <a:pt x="303271" y="39700"/>
                  <a:pt x="321279" y="47141"/>
                  <a:pt x="334823" y="60685"/>
                </a:cubicBezTo>
                <a:cubicBezTo>
                  <a:pt x="337985" y="63847"/>
                  <a:pt x="337985" y="68945"/>
                  <a:pt x="334823" y="72107"/>
                </a:cubicBezTo>
                <a:cubicBezTo>
                  <a:pt x="333260" y="73670"/>
                  <a:pt x="331177" y="74488"/>
                  <a:pt x="329093" y="74488"/>
                </a:cubicBezTo>
                <a:cubicBezTo>
                  <a:pt x="327009" y="74488"/>
                  <a:pt x="324963" y="73707"/>
                  <a:pt x="323363" y="72107"/>
                </a:cubicBezTo>
                <a:close/>
                <a:moveTo>
                  <a:pt x="284110" y="79362"/>
                </a:moveTo>
                <a:cubicBezTo>
                  <a:pt x="292630" y="79362"/>
                  <a:pt x="300667" y="82674"/>
                  <a:pt x="306769" y="88739"/>
                </a:cubicBezTo>
                <a:cubicBezTo>
                  <a:pt x="309931" y="91901"/>
                  <a:pt x="309968" y="96999"/>
                  <a:pt x="306806" y="100161"/>
                </a:cubicBezTo>
                <a:cubicBezTo>
                  <a:pt x="305243" y="101761"/>
                  <a:pt x="303160" y="102542"/>
                  <a:pt x="301076" y="102542"/>
                </a:cubicBezTo>
                <a:cubicBezTo>
                  <a:pt x="299030" y="102542"/>
                  <a:pt x="296947" y="101761"/>
                  <a:pt x="295384" y="100198"/>
                </a:cubicBezTo>
                <a:cubicBezTo>
                  <a:pt x="292333" y="97185"/>
                  <a:pt x="288351" y="95510"/>
                  <a:pt x="284110" y="95510"/>
                </a:cubicBezTo>
                <a:cubicBezTo>
                  <a:pt x="279868" y="95510"/>
                  <a:pt x="275887" y="97147"/>
                  <a:pt x="272910" y="100161"/>
                </a:cubicBezTo>
                <a:cubicBezTo>
                  <a:pt x="269748" y="103323"/>
                  <a:pt x="264650" y="103323"/>
                  <a:pt x="261488" y="100161"/>
                </a:cubicBezTo>
                <a:cubicBezTo>
                  <a:pt x="258326" y="96999"/>
                  <a:pt x="258326" y="91901"/>
                  <a:pt x="261488" y="88739"/>
                </a:cubicBezTo>
                <a:cubicBezTo>
                  <a:pt x="267552" y="82674"/>
                  <a:pt x="275590" y="79362"/>
                  <a:pt x="284110" y="79362"/>
                </a:cubicBezTo>
                <a:close/>
              </a:path>
            </a:pathLst>
          </a:custGeom>
          <a:solidFill>
            <a:schemeClr val="accent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22614D3-E93D-55E8-CD8F-275E6AF39721}"/>
              </a:ext>
            </a:extLst>
          </p:cNvPr>
          <p:cNvSpPr/>
          <p:nvPr/>
        </p:nvSpPr>
        <p:spPr>
          <a:xfrm>
            <a:off x="4439736" y="4100250"/>
            <a:ext cx="230522" cy="253000"/>
          </a:xfrm>
          <a:custGeom>
            <a:avLst/>
            <a:gdLst>
              <a:gd name="connsiteX0" fmla="*/ 465061 w 607511"/>
              <a:gd name="connsiteY0" fmla="*/ 611096 h 666748"/>
              <a:gd name="connsiteX1" fmla="*/ 457062 w 607511"/>
              <a:gd name="connsiteY1" fmla="*/ 619058 h 666748"/>
              <a:gd name="connsiteX2" fmla="*/ 457062 w 607511"/>
              <a:gd name="connsiteY2" fmla="*/ 642536 h 666748"/>
              <a:gd name="connsiteX3" fmla="*/ 448765 w 607511"/>
              <a:gd name="connsiteY3" fmla="*/ 650833 h 666748"/>
              <a:gd name="connsiteX4" fmla="*/ 24274 w 607511"/>
              <a:gd name="connsiteY4" fmla="*/ 650833 h 666748"/>
              <a:gd name="connsiteX5" fmla="*/ 15976 w 607511"/>
              <a:gd name="connsiteY5" fmla="*/ 642536 h 666748"/>
              <a:gd name="connsiteX6" fmla="*/ 15976 w 607511"/>
              <a:gd name="connsiteY6" fmla="*/ 86257 h 666748"/>
              <a:gd name="connsiteX7" fmla="*/ 24274 w 607511"/>
              <a:gd name="connsiteY7" fmla="*/ 77959 h 666748"/>
              <a:gd name="connsiteX8" fmla="*/ 116807 w 607511"/>
              <a:gd name="connsiteY8" fmla="*/ 77959 h 666748"/>
              <a:gd name="connsiteX9" fmla="*/ 116807 w 607511"/>
              <a:gd name="connsiteY9" fmla="*/ 92471 h 666748"/>
              <a:gd name="connsiteX10" fmla="*/ 38449 w 607511"/>
              <a:gd name="connsiteY10" fmla="*/ 92433 h 666748"/>
              <a:gd name="connsiteX11" fmla="*/ 30486 w 607511"/>
              <a:gd name="connsiteY11" fmla="*/ 100395 h 666748"/>
              <a:gd name="connsiteX12" fmla="*/ 30486 w 607511"/>
              <a:gd name="connsiteY12" fmla="*/ 535231 h 666748"/>
              <a:gd name="connsiteX13" fmla="*/ 30449 w 607511"/>
              <a:gd name="connsiteY13" fmla="*/ 535231 h 666748"/>
              <a:gd name="connsiteX14" fmla="*/ 32793 w 607511"/>
              <a:gd name="connsiteY14" fmla="*/ 540886 h 666748"/>
              <a:gd name="connsiteX15" fmla="*/ 125921 w 607511"/>
              <a:gd name="connsiteY15" fmla="*/ 634015 h 666748"/>
              <a:gd name="connsiteX16" fmla="*/ 125921 w 607511"/>
              <a:gd name="connsiteY16" fmla="*/ 633977 h 666748"/>
              <a:gd name="connsiteX17" fmla="*/ 131540 w 607511"/>
              <a:gd name="connsiteY17" fmla="*/ 636321 h 666748"/>
              <a:gd name="connsiteX18" fmla="*/ 434626 w 607511"/>
              <a:gd name="connsiteY18" fmla="*/ 636321 h 666748"/>
              <a:gd name="connsiteX19" fmla="*/ 442588 w 607511"/>
              <a:gd name="connsiteY19" fmla="*/ 628360 h 666748"/>
              <a:gd name="connsiteX20" fmla="*/ 442588 w 607511"/>
              <a:gd name="connsiteY20" fmla="*/ 619057 h 666748"/>
              <a:gd name="connsiteX21" fmla="*/ 434626 w 607511"/>
              <a:gd name="connsiteY21" fmla="*/ 611095 h 666748"/>
              <a:gd name="connsiteX22" fmla="*/ 426626 w 607511"/>
              <a:gd name="connsiteY22" fmla="*/ 619057 h 666748"/>
              <a:gd name="connsiteX23" fmla="*/ 426626 w 607511"/>
              <a:gd name="connsiteY23" fmla="*/ 620397 h 666748"/>
              <a:gd name="connsiteX24" fmla="*/ 139495 w 607511"/>
              <a:gd name="connsiteY24" fmla="*/ 620397 h 666748"/>
              <a:gd name="connsiteX25" fmla="*/ 139495 w 607511"/>
              <a:gd name="connsiteY25" fmla="*/ 535230 h 666748"/>
              <a:gd name="connsiteX26" fmla="*/ 131533 w 607511"/>
              <a:gd name="connsiteY26" fmla="*/ 527268 h 666748"/>
              <a:gd name="connsiteX27" fmla="*/ 46403 w 607511"/>
              <a:gd name="connsiteY27" fmla="*/ 527268 h 666748"/>
              <a:gd name="connsiteX28" fmla="*/ 46403 w 607511"/>
              <a:gd name="connsiteY28" fmla="*/ 108387 h 666748"/>
              <a:gd name="connsiteX29" fmla="*/ 116873 w 607511"/>
              <a:gd name="connsiteY29" fmla="*/ 108387 h 666748"/>
              <a:gd name="connsiteX30" fmla="*/ 133169 w 607511"/>
              <a:gd name="connsiteY30" fmla="*/ 123791 h 666748"/>
              <a:gd name="connsiteX31" fmla="*/ 339852 w 607511"/>
              <a:gd name="connsiteY31" fmla="*/ 123791 h 666748"/>
              <a:gd name="connsiteX32" fmla="*/ 356186 w 607511"/>
              <a:gd name="connsiteY32" fmla="*/ 108387 h 666748"/>
              <a:gd name="connsiteX33" fmla="*/ 426618 w 607511"/>
              <a:gd name="connsiteY33" fmla="*/ 108387 h 666748"/>
              <a:gd name="connsiteX34" fmla="*/ 426618 w 607511"/>
              <a:gd name="connsiteY34" fmla="*/ 290067 h 666748"/>
              <a:gd name="connsiteX35" fmla="*/ 434617 w 607511"/>
              <a:gd name="connsiteY35" fmla="*/ 297992 h 666748"/>
              <a:gd name="connsiteX36" fmla="*/ 442580 w 607511"/>
              <a:gd name="connsiteY36" fmla="*/ 290067 h 666748"/>
              <a:gd name="connsiteX37" fmla="*/ 442580 w 607511"/>
              <a:gd name="connsiteY37" fmla="*/ 100386 h 666748"/>
              <a:gd name="connsiteX38" fmla="*/ 434617 w 607511"/>
              <a:gd name="connsiteY38" fmla="*/ 92424 h 666748"/>
              <a:gd name="connsiteX39" fmla="*/ 356222 w 607511"/>
              <a:gd name="connsiteY39" fmla="*/ 92424 h 666748"/>
              <a:gd name="connsiteX40" fmla="*/ 356222 w 607511"/>
              <a:gd name="connsiteY40" fmla="*/ 77951 h 666748"/>
              <a:gd name="connsiteX41" fmla="*/ 448755 w 607511"/>
              <a:gd name="connsiteY41" fmla="*/ 77951 h 666748"/>
              <a:gd name="connsiteX42" fmla="*/ 457052 w 607511"/>
              <a:gd name="connsiteY42" fmla="*/ 86247 h 666748"/>
              <a:gd name="connsiteX43" fmla="*/ 457052 w 607511"/>
              <a:gd name="connsiteY43" fmla="*/ 290063 h 666748"/>
              <a:gd name="connsiteX44" fmla="*/ 465051 w 607511"/>
              <a:gd name="connsiteY44" fmla="*/ 297989 h 666748"/>
              <a:gd name="connsiteX45" fmla="*/ 473014 w 607511"/>
              <a:gd name="connsiteY45" fmla="*/ 290063 h 666748"/>
              <a:gd name="connsiteX46" fmla="*/ 473014 w 607511"/>
              <a:gd name="connsiteY46" fmla="*/ 86247 h 666748"/>
              <a:gd name="connsiteX47" fmla="*/ 448755 w 607511"/>
              <a:gd name="connsiteY47" fmla="*/ 61988 h 666748"/>
              <a:gd name="connsiteX48" fmla="*/ 356222 w 607511"/>
              <a:gd name="connsiteY48" fmla="*/ 61988 h 666748"/>
              <a:gd name="connsiteX49" fmla="*/ 356222 w 607511"/>
              <a:gd name="connsiteY49" fmla="*/ 49672 h 666748"/>
              <a:gd name="connsiteX50" fmla="*/ 339850 w 607511"/>
              <a:gd name="connsiteY50" fmla="*/ 33300 h 666748"/>
              <a:gd name="connsiteX51" fmla="*/ 290997 w 607511"/>
              <a:gd name="connsiteY51" fmla="*/ 33300 h 666748"/>
              <a:gd name="connsiteX52" fmla="*/ 236526 w 607511"/>
              <a:gd name="connsiteY52" fmla="*/ 0 h 666748"/>
              <a:gd name="connsiteX53" fmla="*/ 182017 w 607511"/>
              <a:gd name="connsiteY53" fmla="*/ 33300 h 666748"/>
              <a:gd name="connsiteX54" fmla="*/ 133164 w 607511"/>
              <a:gd name="connsiteY54" fmla="*/ 33300 h 666748"/>
              <a:gd name="connsiteX55" fmla="*/ 116793 w 607511"/>
              <a:gd name="connsiteY55" fmla="*/ 49672 h 666748"/>
              <a:gd name="connsiteX56" fmla="*/ 116793 w 607511"/>
              <a:gd name="connsiteY56" fmla="*/ 61988 h 666748"/>
              <a:gd name="connsiteX57" fmla="*/ 24259 w 607511"/>
              <a:gd name="connsiteY57" fmla="*/ 61988 h 666748"/>
              <a:gd name="connsiteX58" fmla="*/ 0 w 607511"/>
              <a:gd name="connsiteY58" fmla="*/ 86247 h 666748"/>
              <a:gd name="connsiteX59" fmla="*/ 0 w 607511"/>
              <a:gd name="connsiteY59" fmla="*/ 642526 h 666748"/>
              <a:gd name="connsiteX60" fmla="*/ 24259 w 607511"/>
              <a:gd name="connsiteY60" fmla="*/ 666748 h 666748"/>
              <a:gd name="connsiteX61" fmla="*/ 448750 w 607511"/>
              <a:gd name="connsiteY61" fmla="*/ 666748 h 666748"/>
              <a:gd name="connsiteX62" fmla="*/ 473010 w 607511"/>
              <a:gd name="connsiteY62" fmla="*/ 642526 h 666748"/>
              <a:gd name="connsiteX63" fmla="*/ 473010 w 607511"/>
              <a:gd name="connsiteY63" fmla="*/ 619050 h 666748"/>
              <a:gd name="connsiteX64" fmla="*/ 465047 w 607511"/>
              <a:gd name="connsiteY64" fmla="*/ 611087 h 666748"/>
              <a:gd name="connsiteX65" fmla="*/ 123571 w 607511"/>
              <a:gd name="connsiteY65" fmla="*/ 609125 h 666748"/>
              <a:gd name="connsiteX66" fmla="*/ 57677 w 607511"/>
              <a:gd name="connsiteY66" fmla="*/ 543194 h 666748"/>
              <a:gd name="connsiteX67" fmla="*/ 123571 w 607511"/>
              <a:gd name="connsiteY67" fmla="*/ 543194 h 666748"/>
              <a:gd name="connsiteX68" fmla="*/ 132723 w 607511"/>
              <a:gd name="connsiteY68" fmla="*/ 49683 h 666748"/>
              <a:gd name="connsiteX69" fmla="*/ 132760 w 607511"/>
              <a:gd name="connsiteY69" fmla="*/ 49683 h 666748"/>
              <a:gd name="connsiteX70" fmla="*/ 133170 w 607511"/>
              <a:gd name="connsiteY70" fmla="*/ 49237 h 666748"/>
              <a:gd name="connsiteX71" fmla="*/ 187158 w 607511"/>
              <a:gd name="connsiteY71" fmla="*/ 49237 h 666748"/>
              <a:gd name="connsiteX72" fmla="*/ 194525 w 607511"/>
              <a:gd name="connsiteY72" fmla="*/ 44288 h 666748"/>
              <a:gd name="connsiteX73" fmla="*/ 236532 w 607511"/>
              <a:gd name="connsiteY73" fmla="*/ 15936 h 666748"/>
              <a:gd name="connsiteX74" fmla="*/ 278501 w 607511"/>
              <a:gd name="connsiteY74" fmla="*/ 44288 h 666748"/>
              <a:gd name="connsiteX75" fmla="*/ 285868 w 607511"/>
              <a:gd name="connsiteY75" fmla="*/ 49237 h 666748"/>
              <a:gd name="connsiteX76" fmla="*/ 339856 w 607511"/>
              <a:gd name="connsiteY76" fmla="*/ 49237 h 666748"/>
              <a:gd name="connsiteX77" fmla="*/ 340303 w 607511"/>
              <a:gd name="connsiteY77" fmla="*/ 49683 h 666748"/>
              <a:gd name="connsiteX78" fmla="*/ 340303 w 607511"/>
              <a:gd name="connsiteY78" fmla="*/ 107429 h 666748"/>
              <a:gd name="connsiteX79" fmla="*/ 339856 w 607511"/>
              <a:gd name="connsiteY79" fmla="*/ 107874 h 666748"/>
              <a:gd name="connsiteX80" fmla="*/ 133173 w 607511"/>
              <a:gd name="connsiteY80" fmla="*/ 107874 h 666748"/>
              <a:gd name="connsiteX81" fmla="*/ 132763 w 607511"/>
              <a:gd name="connsiteY81" fmla="*/ 107429 h 666748"/>
              <a:gd name="connsiteX82" fmla="*/ 236498 w 607511"/>
              <a:gd name="connsiteY82" fmla="*/ 77961 h 666748"/>
              <a:gd name="connsiteX83" fmla="*/ 236535 w 607511"/>
              <a:gd name="connsiteY83" fmla="*/ 77961 h 666748"/>
              <a:gd name="connsiteX84" fmla="*/ 256255 w 607511"/>
              <a:gd name="connsiteY84" fmla="*/ 64753 h 666748"/>
              <a:gd name="connsiteX85" fmla="*/ 251642 w 607511"/>
              <a:gd name="connsiteY85" fmla="*/ 41461 h 666748"/>
              <a:gd name="connsiteX86" fmla="*/ 228350 w 607511"/>
              <a:gd name="connsiteY86" fmla="*/ 36810 h 666748"/>
              <a:gd name="connsiteX87" fmla="*/ 215142 w 607511"/>
              <a:gd name="connsiteY87" fmla="*/ 56567 h 666748"/>
              <a:gd name="connsiteX88" fmla="*/ 236536 w 607511"/>
              <a:gd name="connsiteY88" fmla="*/ 77961 h 666748"/>
              <a:gd name="connsiteX89" fmla="*/ 236498 w 607511"/>
              <a:gd name="connsiteY89" fmla="*/ 51135 h 666748"/>
              <a:gd name="connsiteX90" fmla="*/ 236535 w 607511"/>
              <a:gd name="connsiteY90" fmla="*/ 51135 h 666748"/>
              <a:gd name="connsiteX91" fmla="*/ 241559 w 607511"/>
              <a:gd name="connsiteY91" fmla="*/ 54483 h 666748"/>
              <a:gd name="connsiteX92" fmla="*/ 240368 w 607511"/>
              <a:gd name="connsiteY92" fmla="*/ 60399 h 666748"/>
              <a:gd name="connsiteX93" fmla="*/ 234452 w 607511"/>
              <a:gd name="connsiteY93" fmla="*/ 61590 h 666748"/>
              <a:gd name="connsiteX94" fmla="*/ 231066 w 607511"/>
              <a:gd name="connsiteY94" fmla="*/ 56567 h 666748"/>
              <a:gd name="connsiteX95" fmla="*/ 236535 w 607511"/>
              <a:gd name="connsiteY95" fmla="*/ 51135 h 666748"/>
              <a:gd name="connsiteX96" fmla="*/ 194008 w 607511"/>
              <a:gd name="connsiteY96" fmla="*/ 174293 h 666748"/>
              <a:gd name="connsiteX97" fmla="*/ 186046 w 607511"/>
              <a:gd name="connsiteY97" fmla="*/ 166330 h 666748"/>
              <a:gd name="connsiteX98" fmla="*/ 112748 w 607511"/>
              <a:gd name="connsiteY98" fmla="*/ 166330 h 666748"/>
              <a:gd name="connsiteX99" fmla="*/ 104786 w 607511"/>
              <a:gd name="connsiteY99" fmla="*/ 174293 h 666748"/>
              <a:gd name="connsiteX100" fmla="*/ 104786 w 607511"/>
              <a:gd name="connsiteY100" fmla="*/ 247591 h 666748"/>
              <a:gd name="connsiteX101" fmla="*/ 112748 w 607511"/>
              <a:gd name="connsiteY101" fmla="*/ 255553 h 666748"/>
              <a:gd name="connsiteX102" fmla="*/ 186046 w 607511"/>
              <a:gd name="connsiteY102" fmla="*/ 255553 h 666748"/>
              <a:gd name="connsiteX103" fmla="*/ 194008 w 607511"/>
              <a:gd name="connsiteY103" fmla="*/ 247591 h 666748"/>
              <a:gd name="connsiteX104" fmla="*/ 178083 w 607511"/>
              <a:gd name="connsiteY104" fmla="*/ 239629 h 666748"/>
              <a:gd name="connsiteX105" fmla="*/ 120710 w 607511"/>
              <a:gd name="connsiteY105" fmla="*/ 239629 h 666748"/>
              <a:gd name="connsiteX106" fmla="*/ 120710 w 607511"/>
              <a:gd name="connsiteY106" fmla="*/ 182256 h 666748"/>
              <a:gd name="connsiteX107" fmla="*/ 178083 w 607511"/>
              <a:gd name="connsiteY107" fmla="*/ 182256 h 666748"/>
              <a:gd name="connsiteX108" fmla="*/ 213653 w 607511"/>
              <a:gd name="connsiteY108" fmla="*/ 314415 h 666748"/>
              <a:gd name="connsiteX109" fmla="*/ 213616 w 607511"/>
              <a:gd name="connsiteY109" fmla="*/ 314415 h 666748"/>
              <a:gd name="connsiteX110" fmla="*/ 221579 w 607511"/>
              <a:gd name="connsiteY110" fmla="*/ 306453 h 666748"/>
              <a:gd name="connsiteX111" fmla="*/ 303286 w 607511"/>
              <a:gd name="connsiteY111" fmla="*/ 306453 h 666748"/>
              <a:gd name="connsiteX112" fmla="*/ 308941 w 607511"/>
              <a:gd name="connsiteY112" fmla="*/ 308760 h 666748"/>
              <a:gd name="connsiteX113" fmla="*/ 311285 w 607511"/>
              <a:gd name="connsiteY113" fmla="*/ 314415 h 666748"/>
              <a:gd name="connsiteX114" fmla="*/ 308941 w 607511"/>
              <a:gd name="connsiteY114" fmla="*/ 320033 h 666748"/>
              <a:gd name="connsiteX115" fmla="*/ 303286 w 607511"/>
              <a:gd name="connsiteY115" fmla="*/ 322377 h 666748"/>
              <a:gd name="connsiteX116" fmla="*/ 221579 w 607511"/>
              <a:gd name="connsiteY116" fmla="*/ 322377 h 666748"/>
              <a:gd name="connsiteX117" fmla="*/ 213616 w 607511"/>
              <a:gd name="connsiteY117" fmla="*/ 314415 h 666748"/>
              <a:gd name="connsiteX118" fmla="*/ 368282 w 607511"/>
              <a:gd name="connsiteY118" fmla="*/ 228505 h 666748"/>
              <a:gd name="connsiteX119" fmla="*/ 360283 w 607511"/>
              <a:gd name="connsiteY119" fmla="*/ 236467 h 666748"/>
              <a:gd name="connsiteX120" fmla="*/ 221580 w 607511"/>
              <a:gd name="connsiteY120" fmla="*/ 236467 h 666748"/>
              <a:gd name="connsiteX121" fmla="*/ 215962 w 607511"/>
              <a:gd name="connsiteY121" fmla="*/ 234123 h 666748"/>
              <a:gd name="connsiteX122" fmla="*/ 213618 w 607511"/>
              <a:gd name="connsiteY122" fmla="*/ 228505 h 666748"/>
              <a:gd name="connsiteX123" fmla="*/ 215962 w 607511"/>
              <a:gd name="connsiteY123" fmla="*/ 222849 h 666748"/>
              <a:gd name="connsiteX124" fmla="*/ 221580 w 607511"/>
              <a:gd name="connsiteY124" fmla="*/ 220505 h 666748"/>
              <a:gd name="connsiteX125" fmla="*/ 360283 w 607511"/>
              <a:gd name="connsiteY125" fmla="*/ 220505 h 666748"/>
              <a:gd name="connsiteX126" fmla="*/ 368282 w 607511"/>
              <a:gd name="connsiteY126" fmla="*/ 228505 h 666748"/>
              <a:gd name="connsiteX127" fmla="*/ 213615 w 607511"/>
              <a:gd name="connsiteY127" fmla="*/ 199781 h 666748"/>
              <a:gd name="connsiteX128" fmla="*/ 221578 w 607511"/>
              <a:gd name="connsiteY128" fmla="*/ 191781 h 666748"/>
              <a:gd name="connsiteX129" fmla="*/ 303285 w 607511"/>
              <a:gd name="connsiteY129" fmla="*/ 191781 h 666748"/>
              <a:gd name="connsiteX130" fmla="*/ 308940 w 607511"/>
              <a:gd name="connsiteY130" fmla="*/ 194125 h 666748"/>
              <a:gd name="connsiteX131" fmla="*/ 311284 w 607511"/>
              <a:gd name="connsiteY131" fmla="*/ 199781 h 666748"/>
              <a:gd name="connsiteX132" fmla="*/ 308940 w 607511"/>
              <a:gd name="connsiteY132" fmla="*/ 205399 h 666748"/>
              <a:gd name="connsiteX133" fmla="*/ 303285 w 607511"/>
              <a:gd name="connsiteY133" fmla="*/ 207743 h 666748"/>
              <a:gd name="connsiteX134" fmla="*/ 221578 w 607511"/>
              <a:gd name="connsiteY134" fmla="*/ 207743 h 666748"/>
              <a:gd name="connsiteX135" fmla="*/ 213615 w 607511"/>
              <a:gd name="connsiteY135" fmla="*/ 199781 h 666748"/>
              <a:gd name="connsiteX136" fmla="*/ 360281 w 607511"/>
              <a:gd name="connsiteY136" fmla="*/ 351105 h 666748"/>
              <a:gd name="connsiteX137" fmla="*/ 221578 w 607511"/>
              <a:gd name="connsiteY137" fmla="*/ 351105 h 666748"/>
              <a:gd name="connsiteX138" fmla="*/ 213616 w 607511"/>
              <a:gd name="connsiteY138" fmla="*/ 343142 h 666748"/>
              <a:gd name="connsiteX139" fmla="*/ 221578 w 607511"/>
              <a:gd name="connsiteY139" fmla="*/ 335180 h 666748"/>
              <a:gd name="connsiteX140" fmla="*/ 360281 w 607511"/>
              <a:gd name="connsiteY140" fmla="*/ 335180 h 666748"/>
              <a:gd name="connsiteX141" fmla="*/ 368281 w 607511"/>
              <a:gd name="connsiteY141" fmla="*/ 343142 h 666748"/>
              <a:gd name="connsiteX142" fmla="*/ 360281 w 607511"/>
              <a:gd name="connsiteY142" fmla="*/ 351105 h 666748"/>
              <a:gd name="connsiteX143" fmla="*/ 213615 w 607511"/>
              <a:gd name="connsiteY143" fmla="*/ 457775 h 666748"/>
              <a:gd name="connsiteX144" fmla="*/ 221578 w 607511"/>
              <a:gd name="connsiteY144" fmla="*/ 449812 h 666748"/>
              <a:gd name="connsiteX145" fmla="*/ 322448 w 607511"/>
              <a:gd name="connsiteY145" fmla="*/ 449812 h 666748"/>
              <a:gd name="connsiteX146" fmla="*/ 330410 w 607511"/>
              <a:gd name="connsiteY146" fmla="*/ 457775 h 666748"/>
              <a:gd name="connsiteX147" fmla="*/ 322448 w 607511"/>
              <a:gd name="connsiteY147" fmla="*/ 465737 h 666748"/>
              <a:gd name="connsiteX148" fmla="*/ 221578 w 607511"/>
              <a:gd name="connsiteY148" fmla="*/ 465737 h 666748"/>
              <a:gd name="connsiteX149" fmla="*/ 213615 w 607511"/>
              <a:gd name="connsiteY149" fmla="*/ 457775 h 666748"/>
              <a:gd name="connsiteX150" fmla="*/ 213615 w 607511"/>
              <a:gd name="connsiteY150" fmla="*/ 429052 h 666748"/>
              <a:gd name="connsiteX151" fmla="*/ 221578 w 607511"/>
              <a:gd name="connsiteY151" fmla="*/ 421089 h 666748"/>
              <a:gd name="connsiteX152" fmla="*/ 303285 w 607511"/>
              <a:gd name="connsiteY152" fmla="*/ 421089 h 666748"/>
              <a:gd name="connsiteX153" fmla="*/ 308940 w 607511"/>
              <a:gd name="connsiteY153" fmla="*/ 423396 h 666748"/>
              <a:gd name="connsiteX154" fmla="*/ 311284 w 607511"/>
              <a:gd name="connsiteY154" fmla="*/ 429052 h 666748"/>
              <a:gd name="connsiteX155" fmla="*/ 308940 w 607511"/>
              <a:gd name="connsiteY155" fmla="*/ 434707 h 666748"/>
              <a:gd name="connsiteX156" fmla="*/ 303285 w 607511"/>
              <a:gd name="connsiteY156" fmla="*/ 437014 h 666748"/>
              <a:gd name="connsiteX157" fmla="*/ 221578 w 607511"/>
              <a:gd name="connsiteY157" fmla="*/ 437014 h 666748"/>
              <a:gd name="connsiteX158" fmla="*/ 213615 w 607511"/>
              <a:gd name="connsiteY158" fmla="*/ 429052 h 666748"/>
              <a:gd name="connsiteX159" fmla="*/ 127109 w 607511"/>
              <a:gd name="connsiteY159" fmla="*/ 217825 h 666748"/>
              <a:gd name="connsiteX160" fmla="*/ 127109 w 607511"/>
              <a:gd name="connsiteY160" fmla="*/ 206552 h 666748"/>
              <a:gd name="connsiteX161" fmla="*/ 138383 w 607511"/>
              <a:gd name="connsiteY161" fmla="*/ 206552 h 666748"/>
              <a:gd name="connsiteX162" fmla="*/ 143034 w 607511"/>
              <a:gd name="connsiteY162" fmla="*/ 211203 h 666748"/>
              <a:gd name="connsiteX163" fmla="*/ 160410 w 607511"/>
              <a:gd name="connsiteY163" fmla="*/ 193826 h 666748"/>
              <a:gd name="connsiteX164" fmla="*/ 160410 w 607511"/>
              <a:gd name="connsiteY164" fmla="*/ 193789 h 666748"/>
              <a:gd name="connsiteX165" fmla="*/ 171683 w 607511"/>
              <a:gd name="connsiteY165" fmla="*/ 193789 h 666748"/>
              <a:gd name="connsiteX166" fmla="*/ 171683 w 607511"/>
              <a:gd name="connsiteY166" fmla="*/ 205063 h 666748"/>
              <a:gd name="connsiteX167" fmla="*/ 148652 w 607511"/>
              <a:gd name="connsiteY167" fmla="*/ 228094 h 666748"/>
              <a:gd name="connsiteX168" fmla="*/ 142997 w 607511"/>
              <a:gd name="connsiteY168" fmla="*/ 230438 h 666748"/>
              <a:gd name="connsiteX169" fmla="*/ 137378 w 607511"/>
              <a:gd name="connsiteY169" fmla="*/ 228094 h 666748"/>
              <a:gd name="connsiteX170" fmla="*/ 194007 w 607511"/>
              <a:gd name="connsiteY170" fmla="*/ 288928 h 666748"/>
              <a:gd name="connsiteX171" fmla="*/ 186045 w 607511"/>
              <a:gd name="connsiteY171" fmla="*/ 280965 h 666748"/>
              <a:gd name="connsiteX172" fmla="*/ 112747 w 607511"/>
              <a:gd name="connsiteY172" fmla="*/ 280965 h 666748"/>
              <a:gd name="connsiteX173" fmla="*/ 104785 w 607511"/>
              <a:gd name="connsiteY173" fmla="*/ 288928 h 666748"/>
              <a:gd name="connsiteX174" fmla="*/ 104785 w 607511"/>
              <a:gd name="connsiteY174" fmla="*/ 362225 h 666748"/>
              <a:gd name="connsiteX175" fmla="*/ 112747 w 607511"/>
              <a:gd name="connsiteY175" fmla="*/ 370187 h 666748"/>
              <a:gd name="connsiteX176" fmla="*/ 186045 w 607511"/>
              <a:gd name="connsiteY176" fmla="*/ 370187 h 666748"/>
              <a:gd name="connsiteX177" fmla="*/ 194007 w 607511"/>
              <a:gd name="connsiteY177" fmla="*/ 362225 h 666748"/>
              <a:gd name="connsiteX178" fmla="*/ 178082 w 607511"/>
              <a:gd name="connsiteY178" fmla="*/ 354263 h 666748"/>
              <a:gd name="connsiteX179" fmla="*/ 120709 w 607511"/>
              <a:gd name="connsiteY179" fmla="*/ 354263 h 666748"/>
              <a:gd name="connsiteX180" fmla="*/ 120709 w 607511"/>
              <a:gd name="connsiteY180" fmla="*/ 296890 h 666748"/>
              <a:gd name="connsiteX181" fmla="*/ 178082 w 607511"/>
              <a:gd name="connsiteY181" fmla="*/ 296890 h 666748"/>
              <a:gd name="connsiteX182" fmla="*/ 127108 w 607511"/>
              <a:gd name="connsiteY182" fmla="*/ 332460 h 666748"/>
              <a:gd name="connsiteX183" fmla="*/ 127108 w 607511"/>
              <a:gd name="connsiteY183" fmla="*/ 321186 h 666748"/>
              <a:gd name="connsiteX184" fmla="*/ 138382 w 607511"/>
              <a:gd name="connsiteY184" fmla="*/ 321186 h 666748"/>
              <a:gd name="connsiteX185" fmla="*/ 143033 w 607511"/>
              <a:gd name="connsiteY185" fmla="*/ 325837 h 666748"/>
              <a:gd name="connsiteX186" fmla="*/ 160409 w 607511"/>
              <a:gd name="connsiteY186" fmla="*/ 308461 h 666748"/>
              <a:gd name="connsiteX187" fmla="*/ 160409 w 607511"/>
              <a:gd name="connsiteY187" fmla="*/ 308423 h 666748"/>
              <a:gd name="connsiteX188" fmla="*/ 171682 w 607511"/>
              <a:gd name="connsiteY188" fmla="*/ 308423 h 666748"/>
              <a:gd name="connsiteX189" fmla="*/ 171682 w 607511"/>
              <a:gd name="connsiteY189" fmla="*/ 319697 h 666748"/>
              <a:gd name="connsiteX190" fmla="*/ 148651 w 607511"/>
              <a:gd name="connsiteY190" fmla="*/ 342729 h 666748"/>
              <a:gd name="connsiteX191" fmla="*/ 142996 w 607511"/>
              <a:gd name="connsiteY191" fmla="*/ 345073 h 666748"/>
              <a:gd name="connsiteX192" fmla="*/ 137377 w 607511"/>
              <a:gd name="connsiteY192" fmla="*/ 342729 h 666748"/>
              <a:gd name="connsiteX193" fmla="*/ 186044 w 607511"/>
              <a:gd name="connsiteY193" fmla="*/ 395600 h 666748"/>
              <a:gd name="connsiteX194" fmla="*/ 112746 w 607511"/>
              <a:gd name="connsiteY194" fmla="*/ 395600 h 666748"/>
              <a:gd name="connsiteX195" fmla="*/ 104785 w 607511"/>
              <a:gd name="connsiteY195" fmla="*/ 403562 h 666748"/>
              <a:gd name="connsiteX196" fmla="*/ 104785 w 607511"/>
              <a:gd name="connsiteY196" fmla="*/ 476860 h 666748"/>
              <a:gd name="connsiteX197" fmla="*/ 112746 w 607511"/>
              <a:gd name="connsiteY197" fmla="*/ 484859 h 666748"/>
              <a:gd name="connsiteX198" fmla="*/ 186044 w 607511"/>
              <a:gd name="connsiteY198" fmla="*/ 484859 h 666748"/>
              <a:gd name="connsiteX199" fmla="*/ 194007 w 607511"/>
              <a:gd name="connsiteY199" fmla="*/ 476860 h 666748"/>
              <a:gd name="connsiteX200" fmla="*/ 194007 w 607511"/>
              <a:gd name="connsiteY200" fmla="*/ 403562 h 666748"/>
              <a:gd name="connsiteX201" fmla="*/ 186044 w 607511"/>
              <a:gd name="connsiteY201" fmla="*/ 395600 h 666748"/>
              <a:gd name="connsiteX202" fmla="*/ 178082 w 607511"/>
              <a:gd name="connsiteY202" fmla="*/ 468898 h 666748"/>
              <a:gd name="connsiteX203" fmla="*/ 120709 w 607511"/>
              <a:gd name="connsiteY203" fmla="*/ 468898 h 666748"/>
              <a:gd name="connsiteX204" fmla="*/ 120709 w 607511"/>
              <a:gd name="connsiteY204" fmla="*/ 411525 h 666748"/>
              <a:gd name="connsiteX205" fmla="*/ 178082 w 607511"/>
              <a:gd name="connsiteY205" fmla="*/ 411525 h 666748"/>
              <a:gd name="connsiteX206" fmla="*/ 127108 w 607511"/>
              <a:gd name="connsiteY206" fmla="*/ 447094 h 666748"/>
              <a:gd name="connsiteX207" fmla="*/ 127108 w 607511"/>
              <a:gd name="connsiteY207" fmla="*/ 435820 h 666748"/>
              <a:gd name="connsiteX208" fmla="*/ 138382 w 607511"/>
              <a:gd name="connsiteY208" fmla="*/ 435820 h 666748"/>
              <a:gd name="connsiteX209" fmla="*/ 143033 w 607511"/>
              <a:gd name="connsiteY209" fmla="*/ 440470 h 666748"/>
              <a:gd name="connsiteX210" fmla="*/ 160409 w 607511"/>
              <a:gd name="connsiteY210" fmla="*/ 423096 h 666748"/>
              <a:gd name="connsiteX211" fmla="*/ 160409 w 607511"/>
              <a:gd name="connsiteY211" fmla="*/ 423058 h 666748"/>
              <a:gd name="connsiteX212" fmla="*/ 166026 w 607511"/>
              <a:gd name="connsiteY212" fmla="*/ 420714 h 666748"/>
              <a:gd name="connsiteX213" fmla="*/ 171682 w 607511"/>
              <a:gd name="connsiteY213" fmla="*/ 423058 h 666748"/>
              <a:gd name="connsiteX214" fmla="*/ 174027 w 607511"/>
              <a:gd name="connsiteY214" fmla="*/ 428714 h 666748"/>
              <a:gd name="connsiteX215" fmla="*/ 171682 w 607511"/>
              <a:gd name="connsiteY215" fmla="*/ 434331 h 666748"/>
              <a:gd name="connsiteX216" fmla="*/ 148651 w 607511"/>
              <a:gd name="connsiteY216" fmla="*/ 457363 h 666748"/>
              <a:gd name="connsiteX217" fmla="*/ 142995 w 607511"/>
              <a:gd name="connsiteY217" fmla="*/ 459707 h 666748"/>
              <a:gd name="connsiteX218" fmla="*/ 137377 w 607511"/>
              <a:gd name="connsiteY218" fmla="*/ 457363 h 666748"/>
              <a:gd name="connsiteX219" fmla="*/ 525149 w 607511"/>
              <a:gd name="connsiteY219" fmla="*/ 341871 h 666748"/>
              <a:gd name="connsiteX220" fmla="*/ 482658 w 607511"/>
              <a:gd name="connsiteY220" fmla="*/ 353703 h 666748"/>
              <a:gd name="connsiteX221" fmla="*/ 473022 w 607511"/>
              <a:gd name="connsiteY221" fmla="*/ 350243 h 666748"/>
              <a:gd name="connsiteX222" fmla="*/ 473022 w 607511"/>
              <a:gd name="connsiteY222" fmla="*/ 330337 h 666748"/>
              <a:gd name="connsiteX223" fmla="*/ 473022 w 607511"/>
              <a:gd name="connsiteY223" fmla="*/ 330375 h 666748"/>
              <a:gd name="connsiteX224" fmla="*/ 449842 w 607511"/>
              <a:gd name="connsiteY224" fmla="*/ 307232 h 666748"/>
              <a:gd name="connsiteX225" fmla="*/ 426625 w 607511"/>
              <a:gd name="connsiteY225" fmla="*/ 330375 h 666748"/>
              <a:gd name="connsiteX226" fmla="*/ 426625 w 607511"/>
              <a:gd name="connsiteY226" fmla="*/ 350280 h 666748"/>
              <a:gd name="connsiteX227" fmla="*/ 426625 w 607511"/>
              <a:gd name="connsiteY227" fmla="*/ 350243 h 666748"/>
              <a:gd name="connsiteX228" fmla="*/ 366200 w 607511"/>
              <a:gd name="connsiteY228" fmla="*/ 430573 h 666748"/>
              <a:gd name="connsiteX229" fmla="*/ 366200 w 607511"/>
              <a:gd name="connsiteY229" fmla="*/ 478161 h 666748"/>
              <a:gd name="connsiteX230" fmla="*/ 353661 w 607511"/>
              <a:gd name="connsiteY230" fmla="*/ 508485 h 666748"/>
              <a:gd name="connsiteX231" fmla="*/ 344099 w 607511"/>
              <a:gd name="connsiteY231" fmla="*/ 517600 h 666748"/>
              <a:gd name="connsiteX232" fmla="*/ 331858 w 607511"/>
              <a:gd name="connsiteY232" fmla="*/ 549895 h 666748"/>
              <a:gd name="connsiteX233" fmla="*/ 331858 w 607511"/>
              <a:gd name="connsiteY233" fmla="*/ 554956 h 666748"/>
              <a:gd name="connsiteX234" fmla="*/ 331895 w 607511"/>
              <a:gd name="connsiteY234" fmla="*/ 554956 h 666748"/>
              <a:gd name="connsiteX235" fmla="*/ 348341 w 607511"/>
              <a:gd name="connsiteY235" fmla="*/ 571402 h 666748"/>
              <a:gd name="connsiteX236" fmla="*/ 409844 w 607511"/>
              <a:gd name="connsiteY236" fmla="*/ 571402 h 666748"/>
              <a:gd name="connsiteX237" fmla="*/ 449804 w 607511"/>
              <a:gd name="connsiteY237" fmla="*/ 604181 h 666748"/>
              <a:gd name="connsiteX238" fmla="*/ 489801 w 607511"/>
              <a:gd name="connsiteY238" fmla="*/ 571402 h 666748"/>
              <a:gd name="connsiteX239" fmla="*/ 551304 w 607511"/>
              <a:gd name="connsiteY239" fmla="*/ 571402 h 666748"/>
              <a:gd name="connsiteX240" fmla="*/ 567750 w 607511"/>
              <a:gd name="connsiteY240" fmla="*/ 554956 h 666748"/>
              <a:gd name="connsiteX241" fmla="*/ 567750 w 607511"/>
              <a:gd name="connsiteY241" fmla="*/ 549895 h 666748"/>
              <a:gd name="connsiteX242" fmla="*/ 555547 w 607511"/>
              <a:gd name="connsiteY242" fmla="*/ 517600 h 666748"/>
              <a:gd name="connsiteX243" fmla="*/ 545984 w 607511"/>
              <a:gd name="connsiteY243" fmla="*/ 508485 h 666748"/>
              <a:gd name="connsiteX244" fmla="*/ 542598 w 607511"/>
              <a:gd name="connsiteY244" fmla="*/ 504689 h 666748"/>
              <a:gd name="connsiteX245" fmla="*/ 607041 w 607511"/>
              <a:gd name="connsiteY245" fmla="*/ 415429 h 666748"/>
              <a:gd name="connsiteX246" fmla="*/ 525148 w 607511"/>
              <a:gd name="connsiteY246" fmla="*/ 341871 h 666748"/>
              <a:gd name="connsiteX247" fmla="*/ 442549 w 607511"/>
              <a:gd name="connsiteY247" fmla="*/ 330375 h 666748"/>
              <a:gd name="connsiteX248" fmla="*/ 442586 w 607511"/>
              <a:gd name="connsiteY248" fmla="*/ 330375 h 666748"/>
              <a:gd name="connsiteX249" fmla="*/ 449841 w 607511"/>
              <a:gd name="connsiteY249" fmla="*/ 323157 h 666748"/>
              <a:gd name="connsiteX250" fmla="*/ 457059 w 607511"/>
              <a:gd name="connsiteY250" fmla="*/ 330375 h 666748"/>
              <a:gd name="connsiteX251" fmla="*/ 457059 w 607511"/>
              <a:gd name="connsiteY251" fmla="*/ 347303 h 666748"/>
              <a:gd name="connsiteX252" fmla="*/ 449804 w 607511"/>
              <a:gd name="connsiteY252" fmla="*/ 346968 h 666748"/>
              <a:gd name="connsiteX253" fmla="*/ 442549 w 607511"/>
              <a:gd name="connsiteY253" fmla="*/ 347303 h 666748"/>
              <a:gd name="connsiteX254" fmla="*/ 449841 w 607511"/>
              <a:gd name="connsiteY254" fmla="*/ 588254 h 666748"/>
              <a:gd name="connsiteX255" fmla="*/ 426289 w 607511"/>
              <a:gd name="connsiteY255" fmla="*/ 571400 h 666748"/>
              <a:gd name="connsiteX256" fmla="*/ 473355 w 607511"/>
              <a:gd name="connsiteY256" fmla="*/ 571400 h 666748"/>
              <a:gd name="connsiteX257" fmla="*/ 449840 w 607511"/>
              <a:gd name="connsiteY257" fmla="*/ 588254 h 666748"/>
              <a:gd name="connsiteX258" fmla="*/ 551197 w 607511"/>
              <a:gd name="connsiteY258" fmla="*/ 536202 h 666748"/>
              <a:gd name="connsiteX259" fmla="*/ 551159 w 607511"/>
              <a:gd name="connsiteY259" fmla="*/ 536202 h 666748"/>
              <a:gd name="connsiteX260" fmla="*/ 551829 w 607511"/>
              <a:gd name="connsiteY260" fmla="*/ 549857 h 666748"/>
              <a:gd name="connsiteX261" fmla="*/ 551829 w 607511"/>
              <a:gd name="connsiteY261" fmla="*/ 554954 h 666748"/>
              <a:gd name="connsiteX262" fmla="*/ 551308 w 607511"/>
              <a:gd name="connsiteY262" fmla="*/ 555438 h 666748"/>
              <a:gd name="connsiteX263" fmla="*/ 348340 w 607511"/>
              <a:gd name="connsiteY263" fmla="*/ 555438 h 666748"/>
              <a:gd name="connsiteX264" fmla="*/ 347820 w 607511"/>
              <a:gd name="connsiteY264" fmla="*/ 554954 h 666748"/>
              <a:gd name="connsiteX265" fmla="*/ 347820 w 607511"/>
              <a:gd name="connsiteY265" fmla="*/ 549857 h 666748"/>
              <a:gd name="connsiteX266" fmla="*/ 348489 w 607511"/>
              <a:gd name="connsiteY266" fmla="*/ 536202 h 666748"/>
              <a:gd name="connsiteX267" fmla="*/ 354889 w 607511"/>
              <a:gd name="connsiteY267" fmla="*/ 529319 h 666748"/>
              <a:gd name="connsiteX268" fmla="*/ 364935 w 607511"/>
              <a:gd name="connsiteY268" fmla="*/ 519756 h 666748"/>
              <a:gd name="connsiteX269" fmla="*/ 382162 w 607511"/>
              <a:gd name="connsiteY269" fmla="*/ 478159 h 666748"/>
              <a:gd name="connsiteX270" fmla="*/ 382162 w 607511"/>
              <a:gd name="connsiteY270" fmla="*/ 430571 h 666748"/>
              <a:gd name="connsiteX271" fmla="*/ 449842 w 607511"/>
              <a:gd name="connsiteY271" fmla="*/ 362891 h 666748"/>
              <a:gd name="connsiteX272" fmla="*/ 467701 w 607511"/>
              <a:gd name="connsiteY272" fmla="*/ 365309 h 666748"/>
              <a:gd name="connsiteX273" fmla="*/ 448800 w 607511"/>
              <a:gd name="connsiteY273" fmla="*/ 455053 h 666748"/>
              <a:gd name="connsiteX274" fmla="*/ 524665 w 607511"/>
              <a:gd name="connsiteY274" fmla="*/ 506547 h 666748"/>
              <a:gd name="connsiteX275" fmla="*/ 534711 w 607511"/>
              <a:gd name="connsiteY275" fmla="*/ 519755 h 666748"/>
              <a:gd name="connsiteX276" fmla="*/ 544757 w 607511"/>
              <a:gd name="connsiteY276" fmla="*/ 529318 h 666748"/>
              <a:gd name="connsiteX277" fmla="*/ 551156 w 607511"/>
              <a:gd name="connsiteY277" fmla="*/ 536201 h 666748"/>
              <a:gd name="connsiteX278" fmla="*/ 525189 w 607511"/>
              <a:gd name="connsiteY278" fmla="*/ 490623 h 666748"/>
              <a:gd name="connsiteX279" fmla="*/ 525151 w 607511"/>
              <a:gd name="connsiteY279" fmla="*/ 490623 h 666748"/>
              <a:gd name="connsiteX280" fmla="*/ 463797 w 607511"/>
              <a:gd name="connsiteY280" fmla="*/ 449621 h 666748"/>
              <a:gd name="connsiteX281" fmla="*/ 478196 w 607511"/>
              <a:gd name="connsiteY281" fmla="*/ 377253 h 666748"/>
              <a:gd name="connsiteX282" fmla="*/ 550564 w 607511"/>
              <a:gd name="connsiteY282" fmla="*/ 362854 h 666748"/>
              <a:gd name="connsiteX283" fmla="*/ 591566 w 607511"/>
              <a:gd name="connsiteY283" fmla="*/ 424208 h 666748"/>
              <a:gd name="connsiteX284" fmla="*/ 525151 w 607511"/>
              <a:gd name="connsiteY284" fmla="*/ 490623 h 666748"/>
              <a:gd name="connsiteX285" fmla="*/ 555475 w 607511"/>
              <a:gd name="connsiteY285" fmla="*/ 402107 h 666748"/>
              <a:gd name="connsiteX286" fmla="*/ 555438 w 607511"/>
              <a:gd name="connsiteY286" fmla="*/ 402145 h 666748"/>
              <a:gd name="connsiteX287" fmla="*/ 557782 w 607511"/>
              <a:gd name="connsiteY287" fmla="*/ 407762 h 666748"/>
              <a:gd name="connsiteX288" fmla="*/ 555438 w 607511"/>
              <a:gd name="connsiteY288" fmla="*/ 413381 h 666748"/>
              <a:gd name="connsiteX289" fmla="*/ 522510 w 607511"/>
              <a:gd name="connsiteY289" fmla="*/ 446309 h 666748"/>
              <a:gd name="connsiteX290" fmla="*/ 522547 w 607511"/>
              <a:gd name="connsiteY290" fmla="*/ 446309 h 666748"/>
              <a:gd name="connsiteX291" fmla="*/ 516892 w 607511"/>
              <a:gd name="connsiteY291" fmla="*/ 448652 h 666748"/>
              <a:gd name="connsiteX292" fmla="*/ 511273 w 607511"/>
              <a:gd name="connsiteY292" fmla="*/ 446309 h 666748"/>
              <a:gd name="connsiteX293" fmla="*/ 494865 w 607511"/>
              <a:gd name="connsiteY293" fmla="*/ 429900 h 666748"/>
              <a:gd name="connsiteX294" fmla="*/ 492521 w 607511"/>
              <a:gd name="connsiteY294" fmla="*/ 424282 h 666748"/>
              <a:gd name="connsiteX295" fmla="*/ 494865 w 607511"/>
              <a:gd name="connsiteY295" fmla="*/ 418627 h 666748"/>
              <a:gd name="connsiteX296" fmla="*/ 500521 w 607511"/>
              <a:gd name="connsiteY296" fmla="*/ 416320 h 666748"/>
              <a:gd name="connsiteX297" fmla="*/ 506138 w 607511"/>
              <a:gd name="connsiteY297" fmla="*/ 418664 h 666748"/>
              <a:gd name="connsiteX298" fmla="*/ 516891 w 607511"/>
              <a:gd name="connsiteY298" fmla="*/ 429417 h 666748"/>
              <a:gd name="connsiteX299" fmla="*/ 544164 w 607511"/>
              <a:gd name="connsiteY299" fmla="*/ 402144 h 666748"/>
              <a:gd name="connsiteX300" fmla="*/ 549820 w 607511"/>
              <a:gd name="connsiteY300" fmla="*/ 399799 h 666748"/>
              <a:gd name="connsiteX301" fmla="*/ 555438 w 607511"/>
              <a:gd name="connsiteY301" fmla="*/ 402144 h 666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Lst>
            <a:rect l="l" t="t" r="r" b="b"/>
            <a:pathLst>
              <a:path w="607511" h="666748">
                <a:moveTo>
                  <a:pt x="465061" y="611096"/>
                </a:moveTo>
                <a:cubicBezTo>
                  <a:pt x="460634" y="611096"/>
                  <a:pt x="457062" y="614631"/>
                  <a:pt x="457062" y="619058"/>
                </a:cubicBezTo>
                <a:lnTo>
                  <a:pt x="457062" y="642536"/>
                </a:lnTo>
                <a:cubicBezTo>
                  <a:pt x="457062" y="647112"/>
                  <a:pt x="453340" y="650796"/>
                  <a:pt x="448765" y="650833"/>
                </a:cubicBezTo>
                <a:lnTo>
                  <a:pt x="24274" y="650833"/>
                </a:lnTo>
                <a:cubicBezTo>
                  <a:pt x="19697" y="650796"/>
                  <a:pt x="15976" y="647112"/>
                  <a:pt x="15976" y="642536"/>
                </a:cubicBezTo>
                <a:lnTo>
                  <a:pt x="15976" y="86257"/>
                </a:lnTo>
                <a:cubicBezTo>
                  <a:pt x="15976" y="81681"/>
                  <a:pt x="19697" y="77959"/>
                  <a:pt x="24274" y="77959"/>
                </a:cubicBezTo>
                <a:lnTo>
                  <a:pt x="116807" y="77959"/>
                </a:lnTo>
                <a:lnTo>
                  <a:pt x="116807" y="92471"/>
                </a:lnTo>
                <a:lnTo>
                  <a:pt x="38449" y="92433"/>
                </a:lnTo>
                <a:cubicBezTo>
                  <a:pt x="34020" y="92433"/>
                  <a:pt x="30486" y="96004"/>
                  <a:pt x="30486" y="100395"/>
                </a:cubicBezTo>
                <a:lnTo>
                  <a:pt x="30486" y="535231"/>
                </a:lnTo>
                <a:lnTo>
                  <a:pt x="30449" y="535231"/>
                </a:lnTo>
                <a:cubicBezTo>
                  <a:pt x="30449" y="537351"/>
                  <a:pt x="31305" y="539361"/>
                  <a:pt x="32793" y="540886"/>
                </a:cubicBezTo>
                <a:lnTo>
                  <a:pt x="125921" y="634015"/>
                </a:lnTo>
                <a:lnTo>
                  <a:pt x="125921" y="633977"/>
                </a:lnTo>
                <a:cubicBezTo>
                  <a:pt x="127410" y="635466"/>
                  <a:pt x="129419" y="636321"/>
                  <a:pt x="131540" y="636321"/>
                </a:cubicBezTo>
                <a:lnTo>
                  <a:pt x="434626" y="636321"/>
                </a:lnTo>
                <a:cubicBezTo>
                  <a:pt x="439016" y="636321"/>
                  <a:pt x="442588" y="632750"/>
                  <a:pt x="442588" y="628360"/>
                </a:cubicBezTo>
                <a:lnTo>
                  <a:pt x="442588" y="619057"/>
                </a:lnTo>
                <a:cubicBezTo>
                  <a:pt x="442551" y="614667"/>
                  <a:pt x="439016" y="611095"/>
                  <a:pt x="434626" y="611095"/>
                </a:cubicBezTo>
                <a:cubicBezTo>
                  <a:pt x="430235" y="611095"/>
                  <a:pt x="426663" y="614667"/>
                  <a:pt x="426626" y="619057"/>
                </a:cubicBezTo>
                <a:lnTo>
                  <a:pt x="426626" y="620397"/>
                </a:lnTo>
                <a:lnTo>
                  <a:pt x="139495" y="620397"/>
                </a:lnTo>
                <a:lnTo>
                  <a:pt x="139495" y="535230"/>
                </a:lnTo>
                <a:cubicBezTo>
                  <a:pt x="139495" y="530840"/>
                  <a:pt x="135960" y="527268"/>
                  <a:pt x="131533" y="527268"/>
                </a:cubicBezTo>
                <a:lnTo>
                  <a:pt x="46403" y="527268"/>
                </a:lnTo>
                <a:lnTo>
                  <a:pt x="46403" y="108387"/>
                </a:lnTo>
                <a:lnTo>
                  <a:pt x="116873" y="108387"/>
                </a:lnTo>
                <a:cubicBezTo>
                  <a:pt x="117357" y="117018"/>
                  <a:pt x="124537" y="123791"/>
                  <a:pt x="133169" y="123791"/>
                </a:cubicBezTo>
                <a:lnTo>
                  <a:pt x="339852" y="123791"/>
                </a:lnTo>
                <a:cubicBezTo>
                  <a:pt x="348521" y="123791"/>
                  <a:pt x="355665" y="117019"/>
                  <a:pt x="356186" y="108387"/>
                </a:cubicBezTo>
                <a:lnTo>
                  <a:pt x="426618" y="108387"/>
                </a:lnTo>
                <a:lnTo>
                  <a:pt x="426618" y="290067"/>
                </a:lnTo>
                <a:cubicBezTo>
                  <a:pt x="426655" y="294457"/>
                  <a:pt x="430227" y="297992"/>
                  <a:pt x="434617" y="297992"/>
                </a:cubicBezTo>
                <a:cubicBezTo>
                  <a:pt x="439008" y="297992"/>
                  <a:pt x="442542" y="294457"/>
                  <a:pt x="442580" y="290067"/>
                </a:cubicBezTo>
                <a:lnTo>
                  <a:pt x="442580" y="100386"/>
                </a:lnTo>
                <a:cubicBezTo>
                  <a:pt x="442580" y="95996"/>
                  <a:pt x="439008" y="92424"/>
                  <a:pt x="434617" y="92424"/>
                </a:cubicBezTo>
                <a:lnTo>
                  <a:pt x="356222" y="92424"/>
                </a:lnTo>
                <a:lnTo>
                  <a:pt x="356222" y="77951"/>
                </a:lnTo>
                <a:lnTo>
                  <a:pt x="448755" y="77951"/>
                </a:lnTo>
                <a:cubicBezTo>
                  <a:pt x="453332" y="77951"/>
                  <a:pt x="457052" y="81671"/>
                  <a:pt x="457052" y="86247"/>
                </a:cubicBezTo>
                <a:lnTo>
                  <a:pt x="457052" y="290063"/>
                </a:lnTo>
                <a:cubicBezTo>
                  <a:pt x="457090" y="294454"/>
                  <a:pt x="460661" y="297989"/>
                  <a:pt x="465051" y="297989"/>
                </a:cubicBezTo>
                <a:cubicBezTo>
                  <a:pt x="469442" y="297989"/>
                  <a:pt x="472977" y="294454"/>
                  <a:pt x="473014" y="290063"/>
                </a:cubicBezTo>
                <a:lnTo>
                  <a:pt x="473014" y="86247"/>
                </a:lnTo>
                <a:cubicBezTo>
                  <a:pt x="472977" y="72853"/>
                  <a:pt x="462150" y="62025"/>
                  <a:pt x="448755" y="61988"/>
                </a:cubicBezTo>
                <a:lnTo>
                  <a:pt x="356222" y="61988"/>
                </a:lnTo>
                <a:lnTo>
                  <a:pt x="356222" y="49672"/>
                </a:lnTo>
                <a:cubicBezTo>
                  <a:pt x="356222" y="40631"/>
                  <a:pt x="348892" y="33300"/>
                  <a:pt x="339850" y="33300"/>
                </a:cubicBezTo>
                <a:lnTo>
                  <a:pt x="290997" y="33300"/>
                </a:lnTo>
                <a:cubicBezTo>
                  <a:pt x="280505" y="12874"/>
                  <a:pt x="259483" y="0"/>
                  <a:pt x="236526" y="0"/>
                </a:cubicBezTo>
                <a:cubicBezTo>
                  <a:pt x="213531" y="0"/>
                  <a:pt x="192510" y="12874"/>
                  <a:pt x="182017" y="33300"/>
                </a:cubicBezTo>
                <a:lnTo>
                  <a:pt x="133164" y="33300"/>
                </a:lnTo>
                <a:cubicBezTo>
                  <a:pt x="124123" y="33300"/>
                  <a:pt x="116793" y="40631"/>
                  <a:pt x="116793" y="49672"/>
                </a:cubicBezTo>
                <a:lnTo>
                  <a:pt x="116793" y="61988"/>
                </a:lnTo>
                <a:lnTo>
                  <a:pt x="24259" y="61988"/>
                </a:lnTo>
                <a:cubicBezTo>
                  <a:pt x="10865" y="62026"/>
                  <a:pt x="37" y="72852"/>
                  <a:pt x="0" y="86247"/>
                </a:cubicBezTo>
                <a:lnTo>
                  <a:pt x="0" y="642526"/>
                </a:lnTo>
                <a:cubicBezTo>
                  <a:pt x="37" y="655883"/>
                  <a:pt x="10864" y="666748"/>
                  <a:pt x="24259" y="666748"/>
                </a:cubicBezTo>
                <a:lnTo>
                  <a:pt x="448750" y="666748"/>
                </a:lnTo>
                <a:cubicBezTo>
                  <a:pt x="462144" y="666748"/>
                  <a:pt x="472972" y="655884"/>
                  <a:pt x="473010" y="642526"/>
                </a:cubicBezTo>
                <a:lnTo>
                  <a:pt x="473010" y="619050"/>
                </a:lnTo>
                <a:cubicBezTo>
                  <a:pt x="473010" y="614622"/>
                  <a:pt x="469438" y="611087"/>
                  <a:pt x="465047" y="611087"/>
                </a:cubicBezTo>
                <a:close/>
                <a:moveTo>
                  <a:pt x="123571" y="609125"/>
                </a:moveTo>
                <a:lnTo>
                  <a:pt x="57677" y="543194"/>
                </a:lnTo>
                <a:lnTo>
                  <a:pt x="123571" y="543194"/>
                </a:lnTo>
                <a:close/>
                <a:moveTo>
                  <a:pt x="132723" y="49683"/>
                </a:moveTo>
                <a:lnTo>
                  <a:pt x="132760" y="49683"/>
                </a:lnTo>
                <a:cubicBezTo>
                  <a:pt x="132760" y="49460"/>
                  <a:pt x="132947" y="49237"/>
                  <a:pt x="133170" y="49237"/>
                </a:cubicBezTo>
                <a:lnTo>
                  <a:pt x="187158" y="49237"/>
                </a:lnTo>
                <a:cubicBezTo>
                  <a:pt x="190395" y="49237"/>
                  <a:pt x="193297" y="47265"/>
                  <a:pt x="194525" y="44288"/>
                </a:cubicBezTo>
                <a:cubicBezTo>
                  <a:pt x="201445" y="27173"/>
                  <a:pt x="218041" y="15936"/>
                  <a:pt x="236532" y="15936"/>
                </a:cubicBezTo>
                <a:cubicBezTo>
                  <a:pt x="254987" y="15936"/>
                  <a:pt x="271582" y="27173"/>
                  <a:pt x="278501" y="44288"/>
                </a:cubicBezTo>
                <a:cubicBezTo>
                  <a:pt x="279729" y="47265"/>
                  <a:pt x="282631" y="49237"/>
                  <a:pt x="285868" y="49237"/>
                </a:cubicBezTo>
                <a:lnTo>
                  <a:pt x="339856" y="49237"/>
                </a:lnTo>
                <a:cubicBezTo>
                  <a:pt x="340079" y="49237"/>
                  <a:pt x="340265" y="49460"/>
                  <a:pt x="340303" y="49683"/>
                </a:cubicBezTo>
                <a:lnTo>
                  <a:pt x="340303" y="107429"/>
                </a:lnTo>
                <a:cubicBezTo>
                  <a:pt x="340265" y="107652"/>
                  <a:pt x="340079" y="107837"/>
                  <a:pt x="339856" y="107874"/>
                </a:cubicBezTo>
                <a:lnTo>
                  <a:pt x="133173" y="107874"/>
                </a:lnTo>
                <a:cubicBezTo>
                  <a:pt x="132950" y="107837"/>
                  <a:pt x="132763" y="107652"/>
                  <a:pt x="132763" y="107429"/>
                </a:cubicBezTo>
                <a:close/>
                <a:moveTo>
                  <a:pt x="236498" y="77961"/>
                </a:moveTo>
                <a:lnTo>
                  <a:pt x="236535" y="77961"/>
                </a:lnTo>
                <a:cubicBezTo>
                  <a:pt x="245168" y="77961"/>
                  <a:pt x="252981" y="72752"/>
                  <a:pt x="256255" y="64753"/>
                </a:cubicBezTo>
                <a:cubicBezTo>
                  <a:pt x="259567" y="56753"/>
                  <a:pt x="257744" y="47563"/>
                  <a:pt x="251642" y="41461"/>
                </a:cubicBezTo>
                <a:cubicBezTo>
                  <a:pt x="245539" y="35322"/>
                  <a:pt x="236312" y="33498"/>
                  <a:pt x="228350" y="36810"/>
                </a:cubicBezTo>
                <a:cubicBezTo>
                  <a:pt x="220350" y="40121"/>
                  <a:pt x="215142" y="47936"/>
                  <a:pt x="215142" y="56567"/>
                </a:cubicBezTo>
                <a:cubicBezTo>
                  <a:pt x="215142" y="68362"/>
                  <a:pt x="224704" y="77924"/>
                  <a:pt x="236536" y="77961"/>
                </a:cubicBezTo>
                <a:close/>
                <a:moveTo>
                  <a:pt x="236498" y="51135"/>
                </a:moveTo>
                <a:lnTo>
                  <a:pt x="236535" y="51135"/>
                </a:lnTo>
                <a:cubicBezTo>
                  <a:pt x="238731" y="51135"/>
                  <a:pt x="240702" y="52437"/>
                  <a:pt x="241559" y="54483"/>
                </a:cubicBezTo>
                <a:cubicBezTo>
                  <a:pt x="242377" y="56530"/>
                  <a:pt x="241930" y="58874"/>
                  <a:pt x="240368" y="60399"/>
                </a:cubicBezTo>
                <a:cubicBezTo>
                  <a:pt x="238805" y="61962"/>
                  <a:pt x="236461" y="62446"/>
                  <a:pt x="234452" y="61590"/>
                </a:cubicBezTo>
                <a:cubicBezTo>
                  <a:pt x="232406" y="60734"/>
                  <a:pt x="231066" y="58762"/>
                  <a:pt x="231066" y="56567"/>
                </a:cubicBezTo>
                <a:cubicBezTo>
                  <a:pt x="231066" y="53553"/>
                  <a:pt x="233522" y="51135"/>
                  <a:pt x="236535" y="51135"/>
                </a:cubicBezTo>
                <a:close/>
                <a:moveTo>
                  <a:pt x="194008" y="174293"/>
                </a:moveTo>
                <a:cubicBezTo>
                  <a:pt x="194008" y="169902"/>
                  <a:pt x="190436" y="166330"/>
                  <a:pt x="186046" y="166330"/>
                </a:cubicBezTo>
                <a:lnTo>
                  <a:pt x="112748" y="166330"/>
                </a:lnTo>
                <a:cubicBezTo>
                  <a:pt x="108321" y="166330"/>
                  <a:pt x="104786" y="169902"/>
                  <a:pt x="104786" y="174293"/>
                </a:cubicBezTo>
                <a:lnTo>
                  <a:pt x="104786" y="247591"/>
                </a:lnTo>
                <a:cubicBezTo>
                  <a:pt x="104786" y="251981"/>
                  <a:pt x="108320" y="255553"/>
                  <a:pt x="112748" y="255553"/>
                </a:cubicBezTo>
                <a:lnTo>
                  <a:pt x="186046" y="255553"/>
                </a:lnTo>
                <a:cubicBezTo>
                  <a:pt x="190436" y="255553"/>
                  <a:pt x="194008" y="251981"/>
                  <a:pt x="194008" y="247591"/>
                </a:cubicBezTo>
                <a:close/>
                <a:moveTo>
                  <a:pt x="178083" y="239629"/>
                </a:moveTo>
                <a:lnTo>
                  <a:pt x="120710" y="239629"/>
                </a:lnTo>
                <a:lnTo>
                  <a:pt x="120710" y="182256"/>
                </a:lnTo>
                <a:lnTo>
                  <a:pt x="178083" y="182256"/>
                </a:lnTo>
                <a:close/>
                <a:moveTo>
                  <a:pt x="213653" y="314415"/>
                </a:moveTo>
                <a:lnTo>
                  <a:pt x="213616" y="314415"/>
                </a:lnTo>
                <a:cubicBezTo>
                  <a:pt x="213616" y="309987"/>
                  <a:pt x="217188" y="306453"/>
                  <a:pt x="221579" y="306453"/>
                </a:cubicBezTo>
                <a:lnTo>
                  <a:pt x="303286" y="306453"/>
                </a:lnTo>
                <a:cubicBezTo>
                  <a:pt x="305406" y="306415"/>
                  <a:pt x="307453" y="307272"/>
                  <a:pt x="308941" y="308760"/>
                </a:cubicBezTo>
                <a:cubicBezTo>
                  <a:pt x="310466" y="310248"/>
                  <a:pt x="311285" y="312294"/>
                  <a:pt x="311285" y="314415"/>
                </a:cubicBezTo>
                <a:cubicBezTo>
                  <a:pt x="311285" y="316536"/>
                  <a:pt x="310466" y="318546"/>
                  <a:pt x="308941" y="320033"/>
                </a:cubicBezTo>
                <a:cubicBezTo>
                  <a:pt x="307453" y="321559"/>
                  <a:pt x="305406" y="322377"/>
                  <a:pt x="303286" y="322377"/>
                </a:cubicBezTo>
                <a:lnTo>
                  <a:pt x="221579" y="322377"/>
                </a:lnTo>
                <a:cubicBezTo>
                  <a:pt x="217188" y="322377"/>
                  <a:pt x="213616" y="318806"/>
                  <a:pt x="213616" y="314415"/>
                </a:cubicBezTo>
                <a:close/>
                <a:moveTo>
                  <a:pt x="368282" y="228505"/>
                </a:moveTo>
                <a:cubicBezTo>
                  <a:pt x="368282" y="232895"/>
                  <a:pt x="364710" y="236467"/>
                  <a:pt x="360283" y="236467"/>
                </a:cubicBezTo>
                <a:lnTo>
                  <a:pt x="221580" y="236467"/>
                </a:lnTo>
                <a:cubicBezTo>
                  <a:pt x="219497" y="236467"/>
                  <a:pt x="217450" y="235648"/>
                  <a:pt x="215962" y="234123"/>
                </a:cubicBezTo>
                <a:cubicBezTo>
                  <a:pt x="214436" y="232635"/>
                  <a:pt x="213618" y="230625"/>
                  <a:pt x="213618" y="228505"/>
                </a:cubicBezTo>
                <a:cubicBezTo>
                  <a:pt x="213618" y="226384"/>
                  <a:pt x="214436" y="224338"/>
                  <a:pt x="215962" y="222849"/>
                </a:cubicBezTo>
                <a:cubicBezTo>
                  <a:pt x="217450" y="221361"/>
                  <a:pt x="219497" y="220505"/>
                  <a:pt x="221580" y="220505"/>
                </a:cubicBezTo>
                <a:lnTo>
                  <a:pt x="360283" y="220505"/>
                </a:lnTo>
                <a:cubicBezTo>
                  <a:pt x="364710" y="220505"/>
                  <a:pt x="368282" y="224077"/>
                  <a:pt x="368282" y="228505"/>
                </a:cubicBezTo>
                <a:close/>
                <a:moveTo>
                  <a:pt x="213615" y="199781"/>
                </a:moveTo>
                <a:cubicBezTo>
                  <a:pt x="213615" y="195353"/>
                  <a:pt x="217187" y="191781"/>
                  <a:pt x="221578" y="191781"/>
                </a:cubicBezTo>
                <a:lnTo>
                  <a:pt x="303285" y="191781"/>
                </a:lnTo>
                <a:cubicBezTo>
                  <a:pt x="305405" y="191781"/>
                  <a:pt x="307452" y="192637"/>
                  <a:pt x="308940" y="194125"/>
                </a:cubicBezTo>
                <a:cubicBezTo>
                  <a:pt x="310465" y="195614"/>
                  <a:pt x="311284" y="197660"/>
                  <a:pt x="311284" y="199781"/>
                </a:cubicBezTo>
                <a:cubicBezTo>
                  <a:pt x="311284" y="201901"/>
                  <a:pt x="310465" y="203911"/>
                  <a:pt x="308940" y="205399"/>
                </a:cubicBezTo>
                <a:cubicBezTo>
                  <a:pt x="307452" y="206888"/>
                  <a:pt x="305405" y="207743"/>
                  <a:pt x="303285" y="207743"/>
                </a:cubicBezTo>
                <a:lnTo>
                  <a:pt x="221578" y="207743"/>
                </a:lnTo>
                <a:cubicBezTo>
                  <a:pt x="217187" y="207743"/>
                  <a:pt x="213615" y="204171"/>
                  <a:pt x="213615" y="199781"/>
                </a:cubicBezTo>
                <a:close/>
                <a:moveTo>
                  <a:pt x="360281" y="351105"/>
                </a:moveTo>
                <a:lnTo>
                  <a:pt x="221578" y="351105"/>
                </a:lnTo>
                <a:cubicBezTo>
                  <a:pt x="217188" y="351105"/>
                  <a:pt x="213616" y="347533"/>
                  <a:pt x="213616" y="343142"/>
                </a:cubicBezTo>
                <a:cubicBezTo>
                  <a:pt x="213616" y="338715"/>
                  <a:pt x="217188" y="335180"/>
                  <a:pt x="221578" y="335180"/>
                </a:cubicBezTo>
                <a:lnTo>
                  <a:pt x="360281" y="335180"/>
                </a:lnTo>
                <a:cubicBezTo>
                  <a:pt x="364709" y="335180"/>
                  <a:pt x="368281" y="338715"/>
                  <a:pt x="368281" y="343142"/>
                </a:cubicBezTo>
                <a:cubicBezTo>
                  <a:pt x="368281" y="347533"/>
                  <a:pt x="364709" y="351105"/>
                  <a:pt x="360281" y="351105"/>
                </a:cubicBezTo>
                <a:close/>
                <a:moveTo>
                  <a:pt x="213615" y="457775"/>
                </a:moveTo>
                <a:cubicBezTo>
                  <a:pt x="213615" y="453384"/>
                  <a:pt x="217187" y="449812"/>
                  <a:pt x="221578" y="449812"/>
                </a:cubicBezTo>
                <a:lnTo>
                  <a:pt x="322448" y="449812"/>
                </a:lnTo>
                <a:cubicBezTo>
                  <a:pt x="326838" y="449812"/>
                  <a:pt x="330410" y="453384"/>
                  <a:pt x="330410" y="457775"/>
                </a:cubicBezTo>
                <a:cubicBezTo>
                  <a:pt x="330410" y="462165"/>
                  <a:pt x="326838" y="465737"/>
                  <a:pt x="322448" y="465737"/>
                </a:cubicBezTo>
                <a:lnTo>
                  <a:pt x="221578" y="465737"/>
                </a:lnTo>
                <a:cubicBezTo>
                  <a:pt x="217187" y="465737"/>
                  <a:pt x="213615" y="462165"/>
                  <a:pt x="213615" y="457775"/>
                </a:cubicBezTo>
                <a:close/>
                <a:moveTo>
                  <a:pt x="213615" y="429052"/>
                </a:moveTo>
                <a:cubicBezTo>
                  <a:pt x="213615" y="424661"/>
                  <a:pt x="217187" y="421089"/>
                  <a:pt x="221578" y="421089"/>
                </a:cubicBezTo>
                <a:lnTo>
                  <a:pt x="303285" y="421089"/>
                </a:lnTo>
                <a:cubicBezTo>
                  <a:pt x="305405" y="421052"/>
                  <a:pt x="307452" y="421908"/>
                  <a:pt x="308940" y="423396"/>
                </a:cubicBezTo>
                <a:cubicBezTo>
                  <a:pt x="310465" y="424885"/>
                  <a:pt x="311284" y="426931"/>
                  <a:pt x="311284" y="429052"/>
                </a:cubicBezTo>
                <a:cubicBezTo>
                  <a:pt x="311284" y="431172"/>
                  <a:pt x="310465" y="433182"/>
                  <a:pt x="308940" y="434707"/>
                </a:cubicBezTo>
                <a:cubicBezTo>
                  <a:pt x="307452" y="436195"/>
                  <a:pt x="305405" y="437014"/>
                  <a:pt x="303285" y="437014"/>
                </a:cubicBezTo>
                <a:lnTo>
                  <a:pt x="221578" y="437014"/>
                </a:lnTo>
                <a:cubicBezTo>
                  <a:pt x="217187" y="437014"/>
                  <a:pt x="213615" y="433442"/>
                  <a:pt x="213615" y="429052"/>
                </a:cubicBezTo>
                <a:close/>
                <a:moveTo>
                  <a:pt x="127109" y="217825"/>
                </a:moveTo>
                <a:cubicBezTo>
                  <a:pt x="123984" y="214699"/>
                  <a:pt x="123984" y="209677"/>
                  <a:pt x="127109" y="206552"/>
                </a:cubicBezTo>
                <a:cubicBezTo>
                  <a:pt x="130235" y="203464"/>
                  <a:pt x="135258" y="203425"/>
                  <a:pt x="138383" y="206552"/>
                </a:cubicBezTo>
                <a:lnTo>
                  <a:pt x="143034" y="211203"/>
                </a:lnTo>
                <a:lnTo>
                  <a:pt x="160410" y="193826"/>
                </a:lnTo>
                <a:lnTo>
                  <a:pt x="160410" y="193789"/>
                </a:lnTo>
                <a:cubicBezTo>
                  <a:pt x="163535" y="190701"/>
                  <a:pt x="168558" y="190701"/>
                  <a:pt x="171683" y="193789"/>
                </a:cubicBezTo>
                <a:cubicBezTo>
                  <a:pt x="174771" y="196915"/>
                  <a:pt x="174771" y="201938"/>
                  <a:pt x="171683" y="205063"/>
                </a:cubicBezTo>
                <a:lnTo>
                  <a:pt x="148652" y="228094"/>
                </a:lnTo>
                <a:cubicBezTo>
                  <a:pt x="147164" y="229583"/>
                  <a:pt x="145117" y="230438"/>
                  <a:pt x="142997" y="230438"/>
                </a:cubicBezTo>
                <a:cubicBezTo>
                  <a:pt x="140913" y="230438"/>
                  <a:pt x="138867" y="229583"/>
                  <a:pt x="137378" y="228094"/>
                </a:cubicBezTo>
                <a:close/>
                <a:moveTo>
                  <a:pt x="194007" y="288928"/>
                </a:moveTo>
                <a:cubicBezTo>
                  <a:pt x="194007" y="284537"/>
                  <a:pt x="190435" y="280965"/>
                  <a:pt x="186045" y="280965"/>
                </a:cubicBezTo>
                <a:lnTo>
                  <a:pt x="112747" y="280965"/>
                </a:lnTo>
                <a:cubicBezTo>
                  <a:pt x="108320" y="280965"/>
                  <a:pt x="104785" y="284537"/>
                  <a:pt x="104785" y="288928"/>
                </a:cubicBezTo>
                <a:lnTo>
                  <a:pt x="104785" y="362225"/>
                </a:lnTo>
                <a:cubicBezTo>
                  <a:pt x="104785" y="366652"/>
                  <a:pt x="108320" y="370187"/>
                  <a:pt x="112747" y="370187"/>
                </a:cubicBezTo>
                <a:lnTo>
                  <a:pt x="186045" y="370187"/>
                </a:lnTo>
                <a:cubicBezTo>
                  <a:pt x="190435" y="370187"/>
                  <a:pt x="194007" y="366652"/>
                  <a:pt x="194007" y="362225"/>
                </a:cubicBezTo>
                <a:close/>
                <a:moveTo>
                  <a:pt x="178082" y="354263"/>
                </a:moveTo>
                <a:lnTo>
                  <a:pt x="120709" y="354263"/>
                </a:lnTo>
                <a:lnTo>
                  <a:pt x="120709" y="296890"/>
                </a:lnTo>
                <a:lnTo>
                  <a:pt x="178082" y="296890"/>
                </a:lnTo>
                <a:close/>
                <a:moveTo>
                  <a:pt x="127108" y="332460"/>
                </a:moveTo>
                <a:cubicBezTo>
                  <a:pt x="123983" y="329334"/>
                  <a:pt x="123983" y="324311"/>
                  <a:pt x="127108" y="321186"/>
                </a:cubicBezTo>
                <a:cubicBezTo>
                  <a:pt x="130197" y="318060"/>
                  <a:pt x="135257" y="318060"/>
                  <a:pt x="138382" y="321186"/>
                </a:cubicBezTo>
                <a:lnTo>
                  <a:pt x="143033" y="325837"/>
                </a:lnTo>
                <a:lnTo>
                  <a:pt x="160409" y="308461"/>
                </a:lnTo>
                <a:lnTo>
                  <a:pt x="160409" y="308423"/>
                </a:lnTo>
                <a:cubicBezTo>
                  <a:pt x="163497" y="305335"/>
                  <a:pt x="168557" y="305335"/>
                  <a:pt x="171682" y="308423"/>
                </a:cubicBezTo>
                <a:cubicBezTo>
                  <a:pt x="174770" y="311549"/>
                  <a:pt x="174770" y="316609"/>
                  <a:pt x="171682" y="319697"/>
                </a:cubicBezTo>
                <a:lnTo>
                  <a:pt x="148651" y="342729"/>
                </a:lnTo>
                <a:cubicBezTo>
                  <a:pt x="147163" y="344217"/>
                  <a:pt x="145116" y="345073"/>
                  <a:pt x="142996" y="345073"/>
                </a:cubicBezTo>
                <a:cubicBezTo>
                  <a:pt x="140912" y="345073"/>
                  <a:pt x="138866" y="344217"/>
                  <a:pt x="137377" y="342729"/>
                </a:cubicBezTo>
                <a:close/>
                <a:moveTo>
                  <a:pt x="186044" y="395600"/>
                </a:moveTo>
                <a:lnTo>
                  <a:pt x="112746" y="395600"/>
                </a:lnTo>
                <a:cubicBezTo>
                  <a:pt x="108319" y="395600"/>
                  <a:pt x="104785" y="399172"/>
                  <a:pt x="104785" y="403562"/>
                </a:cubicBezTo>
                <a:lnTo>
                  <a:pt x="104785" y="476860"/>
                </a:lnTo>
                <a:cubicBezTo>
                  <a:pt x="104785" y="481287"/>
                  <a:pt x="108319" y="484859"/>
                  <a:pt x="112746" y="484859"/>
                </a:cubicBezTo>
                <a:lnTo>
                  <a:pt x="186044" y="484859"/>
                </a:lnTo>
                <a:cubicBezTo>
                  <a:pt x="190435" y="484859"/>
                  <a:pt x="194007" y="481287"/>
                  <a:pt x="194007" y="476860"/>
                </a:cubicBezTo>
                <a:lnTo>
                  <a:pt x="194007" y="403562"/>
                </a:lnTo>
                <a:cubicBezTo>
                  <a:pt x="194007" y="399172"/>
                  <a:pt x="190435" y="395600"/>
                  <a:pt x="186044" y="395600"/>
                </a:cubicBezTo>
                <a:close/>
                <a:moveTo>
                  <a:pt x="178082" y="468898"/>
                </a:moveTo>
                <a:lnTo>
                  <a:pt x="120709" y="468898"/>
                </a:lnTo>
                <a:lnTo>
                  <a:pt x="120709" y="411525"/>
                </a:lnTo>
                <a:lnTo>
                  <a:pt x="178082" y="411525"/>
                </a:lnTo>
                <a:close/>
                <a:moveTo>
                  <a:pt x="127108" y="447094"/>
                </a:moveTo>
                <a:cubicBezTo>
                  <a:pt x="123983" y="443968"/>
                  <a:pt x="123983" y="438945"/>
                  <a:pt x="127108" y="435820"/>
                </a:cubicBezTo>
                <a:cubicBezTo>
                  <a:pt x="130233" y="432731"/>
                  <a:pt x="135257" y="432731"/>
                  <a:pt x="138382" y="435820"/>
                </a:cubicBezTo>
                <a:lnTo>
                  <a:pt x="143033" y="440470"/>
                </a:lnTo>
                <a:lnTo>
                  <a:pt x="160409" y="423096"/>
                </a:lnTo>
                <a:lnTo>
                  <a:pt x="160409" y="423058"/>
                </a:lnTo>
                <a:cubicBezTo>
                  <a:pt x="161896" y="421570"/>
                  <a:pt x="163943" y="420714"/>
                  <a:pt x="166026" y="420714"/>
                </a:cubicBezTo>
                <a:cubicBezTo>
                  <a:pt x="168148" y="420714"/>
                  <a:pt x="170194" y="421570"/>
                  <a:pt x="171682" y="423058"/>
                </a:cubicBezTo>
                <a:cubicBezTo>
                  <a:pt x="173170" y="424546"/>
                  <a:pt x="174027" y="426592"/>
                  <a:pt x="174027" y="428714"/>
                </a:cubicBezTo>
                <a:cubicBezTo>
                  <a:pt x="174027" y="430835"/>
                  <a:pt x="173170" y="432844"/>
                  <a:pt x="171682" y="434331"/>
                </a:cubicBezTo>
                <a:lnTo>
                  <a:pt x="148651" y="457363"/>
                </a:lnTo>
                <a:cubicBezTo>
                  <a:pt x="147162" y="458852"/>
                  <a:pt x="145116" y="459707"/>
                  <a:pt x="142995" y="459707"/>
                </a:cubicBezTo>
                <a:cubicBezTo>
                  <a:pt x="140912" y="459707"/>
                  <a:pt x="138865" y="458852"/>
                  <a:pt x="137377" y="457363"/>
                </a:cubicBezTo>
                <a:close/>
                <a:moveTo>
                  <a:pt x="525149" y="341871"/>
                </a:moveTo>
                <a:cubicBezTo>
                  <a:pt x="510154" y="341871"/>
                  <a:pt x="495457" y="345964"/>
                  <a:pt x="482658" y="353703"/>
                </a:cubicBezTo>
                <a:cubicBezTo>
                  <a:pt x="479496" y="352364"/>
                  <a:pt x="476296" y="351210"/>
                  <a:pt x="473022" y="350243"/>
                </a:cubicBezTo>
                <a:lnTo>
                  <a:pt x="473022" y="330337"/>
                </a:lnTo>
                <a:lnTo>
                  <a:pt x="473022" y="330375"/>
                </a:lnTo>
                <a:cubicBezTo>
                  <a:pt x="472985" y="317575"/>
                  <a:pt x="462604" y="307232"/>
                  <a:pt x="449842" y="307232"/>
                </a:cubicBezTo>
                <a:cubicBezTo>
                  <a:pt x="437042" y="307232"/>
                  <a:pt x="426662" y="317575"/>
                  <a:pt x="426625" y="330375"/>
                </a:cubicBezTo>
                <a:lnTo>
                  <a:pt x="426625" y="350280"/>
                </a:lnTo>
                <a:lnTo>
                  <a:pt x="426625" y="350243"/>
                </a:lnTo>
                <a:cubicBezTo>
                  <a:pt x="390869" y="360623"/>
                  <a:pt x="366275" y="393365"/>
                  <a:pt x="366200" y="430573"/>
                </a:cubicBezTo>
                <a:lnTo>
                  <a:pt x="366200" y="478161"/>
                </a:lnTo>
                <a:cubicBezTo>
                  <a:pt x="366423" y="489583"/>
                  <a:pt x="361884" y="500560"/>
                  <a:pt x="353661" y="508485"/>
                </a:cubicBezTo>
                <a:cubicBezTo>
                  <a:pt x="349717" y="512428"/>
                  <a:pt x="346592" y="515293"/>
                  <a:pt x="344099" y="517600"/>
                </a:cubicBezTo>
                <a:cubicBezTo>
                  <a:pt x="332193" y="528576"/>
                  <a:pt x="331821" y="531032"/>
                  <a:pt x="331858" y="549895"/>
                </a:cubicBezTo>
                <a:lnTo>
                  <a:pt x="331858" y="554956"/>
                </a:lnTo>
                <a:lnTo>
                  <a:pt x="331895" y="554956"/>
                </a:lnTo>
                <a:cubicBezTo>
                  <a:pt x="331895" y="564034"/>
                  <a:pt x="339261" y="571402"/>
                  <a:pt x="348341" y="571402"/>
                </a:cubicBezTo>
                <a:lnTo>
                  <a:pt x="409844" y="571402"/>
                </a:lnTo>
                <a:cubicBezTo>
                  <a:pt x="413638" y="590452"/>
                  <a:pt x="430381" y="604181"/>
                  <a:pt x="449804" y="604181"/>
                </a:cubicBezTo>
                <a:cubicBezTo>
                  <a:pt x="469263" y="604181"/>
                  <a:pt x="486007" y="590452"/>
                  <a:pt x="489801" y="571402"/>
                </a:cubicBezTo>
                <a:lnTo>
                  <a:pt x="551304" y="571402"/>
                </a:lnTo>
                <a:cubicBezTo>
                  <a:pt x="560382" y="571402"/>
                  <a:pt x="567750" y="564034"/>
                  <a:pt x="567750" y="554956"/>
                </a:cubicBezTo>
                <a:lnTo>
                  <a:pt x="567750" y="549895"/>
                </a:lnTo>
                <a:cubicBezTo>
                  <a:pt x="567824" y="530994"/>
                  <a:pt x="567415" y="528576"/>
                  <a:pt x="555547" y="517600"/>
                </a:cubicBezTo>
                <a:cubicBezTo>
                  <a:pt x="553054" y="515293"/>
                  <a:pt x="549929" y="512391"/>
                  <a:pt x="545984" y="508485"/>
                </a:cubicBezTo>
                <a:cubicBezTo>
                  <a:pt x="544794" y="507294"/>
                  <a:pt x="543677" y="506029"/>
                  <a:pt x="542598" y="504689"/>
                </a:cubicBezTo>
                <a:cubicBezTo>
                  <a:pt x="583749" y="495797"/>
                  <a:pt x="611506" y="457287"/>
                  <a:pt x="607041" y="415429"/>
                </a:cubicBezTo>
                <a:cubicBezTo>
                  <a:pt x="602539" y="373609"/>
                  <a:pt x="567229" y="341871"/>
                  <a:pt x="525148" y="341871"/>
                </a:cubicBezTo>
                <a:close/>
                <a:moveTo>
                  <a:pt x="442549" y="330375"/>
                </a:moveTo>
                <a:lnTo>
                  <a:pt x="442586" y="330375"/>
                </a:lnTo>
                <a:cubicBezTo>
                  <a:pt x="442586" y="326356"/>
                  <a:pt x="445822" y="323157"/>
                  <a:pt x="449841" y="323157"/>
                </a:cubicBezTo>
                <a:cubicBezTo>
                  <a:pt x="453822" y="323157"/>
                  <a:pt x="457059" y="326356"/>
                  <a:pt x="457059" y="330375"/>
                </a:cubicBezTo>
                <a:lnTo>
                  <a:pt x="457059" y="347303"/>
                </a:lnTo>
                <a:cubicBezTo>
                  <a:pt x="454678" y="347080"/>
                  <a:pt x="452259" y="346968"/>
                  <a:pt x="449804" y="346968"/>
                </a:cubicBezTo>
                <a:cubicBezTo>
                  <a:pt x="447348" y="346968"/>
                  <a:pt x="444930" y="347080"/>
                  <a:pt x="442549" y="347303"/>
                </a:cubicBezTo>
                <a:close/>
                <a:moveTo>
                  <a:pt x="449841" y="588254"/>
                </a:moveTo>
                <a:cubicBezTo>
                  <a:pt x="439162" y="588254"/>
                  <a:pt x="429712" y="581482"/>
                  <a:pt x="426289" y="571400"/>
                </a:cubicBezTo>
                <a:lnTo>
                  <a:pt x="473355" y="571400"/>
                </a:lnTo>
                <a:cubicBezTo>
                  <a:pt x="469932" y="581483"/>
                  <a:pt x="460481" y="588254"/>
                  <a:pt x="449840" y="588254"/>
                </a:cubicBezTo>
                <a:close/>
                <a:moveTo>
                  <a:pt x="551197" y="536202"/>
                </a:moveTo>
                <a:lnTo>
                  <a:pt x="551159" y="536202"/>
                </a:lnTo>
                <a:cubicBezTo>
                  <a:pt x="551941" y="540704"/>
                  <a:pt x="552164" y="545281"/>
                  <a:pt x="551829" y="549857"/>
                </a:cubicBezTo>
                <a:lnTo>
                  <a:pt x="551829" y="554954"/>
                </a:lnTo>
                <a:cubicBezTo>
                  <a:pt x="551829" y="555215"/>
                  <a:pt x="551606" y="555438"/>
                  <a:pt x="551308" y="555438"/>
                </a:cubicBezTo>
                <a:lnTo>
                  <a:pt x="348340" y="555438"/>
                </a:lnTo>
                <a:cubicBezTo>
                  <a:pt x="348043" y="555438"/>
                  <a:pt x="347820" y="555215"/>
                  <a:pt x="347820" y="554954"/>
                </a:cubicBezTo>
                <a:lnTo>
                  <a:pt x="347820" y="549857"/>
                </a:lnTo>
                <a:cubicBezTo>
                  <a:pt x="347484" y="545281"/>
                  <a:pt x="347707" y="540704"/>
                  <a:pt x="348489" y="536202"/>
                </a:cubicBezTo>
                <a:cubicBezTo>
                  <a:pt x="349010" y="534788"/>
                  <a:pt x="350833" y="533077"/>
                  <a:pt x="354889" y="529319"/>
                </a:cubicBezTo>
                <a:cubicBezTo>
                  <a:pt x="357493" y="526900"/>
                  <a:pt x="360767" y="523886"/>
                  <a:pt x="364935" y="519756"/>
                </a:cubicBezTo>
                <a:cubicBezTo>
                  <a:pt x="376135" y="508855"/>
                  <a:pt x="382385" y="493786"/>
                  <a:pt x="382162" y="478159"/>
                </a:cubicBezTo>
                <a:lnTo>
                  <a:pt x="382162" y="430571"/>
                </a:lnTo>
                <a:cubicBezTo>
                  <a:pt x="382199" y="393215"/>
                  <a:pt x="412449" y="362928"/>
                  <a:pt x="449842" y="362891"/>
                </a:cubicBezTo>
                <a:cubicBezTo>
                  <a:pt x="455869" y="362891"/>
                  <a:pt x="461860" y="363709"/>
                  <a:pt x="467701" y="365309"/>
                </a:cubicBezTo>
                <a:cubicBezTo>
                  <a:pt x="443740" y="388638"/>
                  <a:pt x="436298" y="424097"/>
                  <a:pt x="448800" y="455053"/>
                </a:cubicBezTo>
                <a:cubicBezTo>
                  <a:pt x="461264" y="486046"/>
                  <a:pt x="491253" y="506399"/>
                  <a:pt x="524665" y="506547"/>
                </a:cubicBezTo>
                <a:cubicBezTo>
                  <a:pt x="527380" y="511384"/>
                  <a:pt x="530766" y="515849"/>
                  <a:pt x="534711" y="519755"/>
                </a:cubicBezTo>
                <a:cubicBezTo>
                  <a:pt x="538878" y="523923"/>
                  <a:pt x="542114" y="526936"/>
                  <a:pt x="544757" y="529318"/>
                </a:cubicBezTo>
                <a:cubicBezTo>
                  <a:pt x="548811" y="533076"/>
                  <a:pt x="550635" y="534787"/>
                  <a:pt x="551156" y="536201"/>
                </a:cubicBezTo>
                <a:close/>
                <a:moveTo>
                  <a:pt x="525189" y="490623"/>
                </a:moveTo>
                <a:lnTo>
                  <a:pt x="525151" y="490623"/>
                </a:lnTo>
                <a:cubicBezTo>
                  <a:pt x="498288" y="490623"/>
                  <a:pt x="474066" y="474438"/>
                  <a:pt x="463797" y="449621"/>
                </a:cubicBezTo>
                <a:cubicBezTo>
                  <a:pt x="453528" y="424804"/>
                  <a:pt x="459221" y="396266"/>
                  <a:pt x="478196" y="377253"/>
                </a:cubicBezTo>
                <a:cubicBezTo>
                  <a:pt x="497209" y="358277"/>
                  <a:pt x="525747" y="352585"/>
                  <a:pt x="550564" y="362854"/>
                </a:cubicBezTo>
                <a:cubicBezTo>
                  <a:pt x="575381" y="373160"/>
                  <a:pt x="591566" y="397345"/>
                  <a:pt x="591566" y="424208"/>
                </a:cubicBezTo>
                <a:cubicBezTo>
                  <a:pt x="591529" y="460895"/>
                  <a:pt x="561838" y="490586"/>
                  <a:pt x="525151" y="490623"/>
                </a:cubicBezTo>
                <a:close/>
                <a:moveTo>
                  <a:pt x="555475" y="402107"/>
                </a:moveTo>
                <a:lnTo>
                  <a:pt x="555438" y="402145"/>
                </a:lnTo>
                <a:cubicBezTo>
                  <a:pt x="556964" y="403632"/>
                  <a:pt x="557782" y="405642"/>
                  <a:pt x="557782" y="407762"/>
                </a:cubicBezTo>
                <a:cubicBezTo>
                  <a:pt x="557782" y="409884"/>
                  <a:pt x="556964" y="411892"/>
                  <a:pt x="555438" y="413381"/>
                </a:cubicBezTo>
                <a:lnTo>
                  <a:pt x="522510" y="446309"/>
                </a:lnTo>
                <a:lnTo>
                  <a:pt x="522547" y="446309"/>
                </a:lnTo>
                <a:cubicBezTo>
                  <a:pt x="521059" y="447797"/>
                  <a:pt x="519012" y="448652"/>
                  <a:pt x="516892" y="448652"/>
                </a:cubicBezTo>
                <a:cubicBezTo>
                  <a:pt x="514771" y="448652"/>
                  <a:pt x="512762" y="447797"/>
                  <a:pt x="511273" y="446309"/>
                </a:cubicBezTo>
                <a:lnTo>
                  <a:pt x="494865" y="429900"/>
                </a:lnTo>
                <a:cubicBezTo>
                  <a:pt x="493377" y="428412"/>
                  <a:pt x="492521" y="426403"/>
                  <a:pt x="492521" y="424282"/>
                </a:cubicBezTo>
                <a:cubicBezTo>
                  <a:pt x="492521" y="422161"/>
                  <a:pt x="493377" y="420152"/>
                  <a:pt x="494865" y="418627"/>
                </a:cubicBezTo>
                <a:cubicBezTo>
                  <a:pt x="496353" y="417138"/>
                  <a:pt x="498399" y="416320"/>
                  <a:pt x="500521" y="416320"/>
                </a:cubicBezTo>
                <a:cubicBezTo>
                  <a:pt x="502604" y="416320"/>
                  <a:pt x="504651" y="417138"/>
                  <a:pt x="506138" y="418664"/>
                </a:cubicBezTo>
                <a:lnTo>
                  <a:pt x="516891" y="429417"/>
                </a:lnTo>
                <a:lnTo>
                  <a:pt x="544164" y="402144"/>
                </a:lnTo>
                <a:cubicBezTo>
                  <a:pt x="545690" y="400618"/>
                  <a:pt x="547699" y="399799"/>
                  <a:pt x="549820" y="399799"/>
                </a:cubicBezTo>
                <a:cubicBezTo>
                  <a:pt x="551940" y="399799"/>
                  <a:pt x="553950" y="400618"/>
                  <a:pt x="555438" y="402144"/>
                </a:cubicBezTo>
                <a:close/>
              </a:path>
            </a:pathLst>
          </a:custGeom>
          <a:solidFill>
            <a:schemeClr val="accent2"/>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BFCDEEA-86EA-791B-DAAA-BE1B5E30D6FA}"/>
              </a:ext>
            </a:extLst>
          </p:cNvPr>
          <p:cNvSpPr/>
          <p:nvPr/>
        </p:nvSpPr>
        <p:spPr>
          <a:xfrm>
            <a:off x="7953896" y="4108426"/>
            <a:ext cx="251536" cy="277460"/>
          </a:xfrm>
          <a:custGeom>
            <a:avLst/>
            <a:gdLst>
              <a:gd name="connsiteX0" fmla="*/ 108192 w 737556"/>
              <a:gd name="connsiteY0" fmla="*/ 667541 h 813569"/>
              <a:gd name="connsiteX1" fmla="*/ 741 w 737556"/>
              <a:gd name="connsiteY1" fmla="*/ 430120 h 813569"/>
              <a:gd name="connsiteX2" fmla="*/ 77276 w 737556"/>
              <a:gd name="connsiteY2" fmla="*/ 180985 h 813569"/>
              <a:gd name="connsiteX3" fmla="*/ 299475 w 737556"/>
              <a:gd name="connsiteY3" fmla="*/ 44844 h 813569"/>
              <a:gd name="connsiteX4" fmla="*/ 311233 w 737556"/>
              <a:gd name="connsiteY4" fmla="*/ 52918 h 813569"/>
              <a:gd name="connsiteX5" fmla="*/ 303159 w 737556"/>
              <a:gd name="connsiteY5" fmla="*/ 64676 h 813569"/>
              <a:gd name="connsiteX6" fmla="*/ 93533 w 737556"/>
              <a:gd name="connsiteY6" fmla="*/ 193711 h 813569"/>
              <a:gd name="connsiteX7" fmla="*/ 21240 w 737556"/>
              <a:gd name="connsiteY7" fmla="*/ 428969 h 813569"/>
              <a:gd name="connsiteX8" fmla="*/ 122186 w 737556"/>
              <a:gd name="connsiteY8" fmla="*/ 653435 h 813569"/>
              <a:gd name="connsiteX9" fmla="*/ 125125 w 737556"/>
              <a:gd name="connsiteY9" fmla="*/ 660504 h 813569"/>
              <a:gd name="connsiteX10" fmla="*/ 122186 w 737556"/>
              <a:gd name="connsiteY10" fmla="*/ 667536 h 813569"/>
              <a:gd name="connsiteX11" fmla="*/ 115154 w 737556"/>
              <a:gd name="connsiteY11" fmla="*/ 670401 h 813569"/>
              <a:gd name="connsiteX12" fmla="*/ 108196 w 737556"/>
              <a:gd name="connsiteY12" fmla="*/ 667536 h 813569"/>
              <a:gd name="connsiteX13" fmla="*/ 629686 w 737556"/>
              <a:gd name="connsiteY13" fmla="*/ 145933 h 813569"/>
              <a:gd name="connsiteX14" fmla="*/ 615696 w 737556"/>
              <a:gd name="connsiteY14" fmla="*/ 145933 h 813569"/>
              <a:gd name="connsiteX15" fmla="*/ 612757 w 737556"/>
              <a:gd name="connsiteY15" fmla="*/ 153002 h 813569"/>
              <a:gd name="connsiteX16" fmla="*/ 615696 w 737556"/>
              <a:gd name="connsiteY16" fmla="*/ 160034 h 813569"/>
              <a:gd name="connsiteX17" fmla="*/ 717756 w 737556"/>
              <a:gd name="connsiteY17" fmla="*/ 406751 h 813569"/>
              <a:gd name="connsiteX18" fmla="*/ 615696 w 737556"/>
              <a:gd name="connsiteY18" fmla="*/ 653429 h 813569"/>
              <a:gd name="connsiteX19" fmla="*/ 434835 w 737556"/>
              <a:gd name="connsiteY19" fmla="*/ 749270 h 813569"/>
              <a:gd name="connsiteX20" fmla="*/ 425794 w 737556"/>
              <a:gd name="connsiteY20" fmla="*/ 760097 h 813569"/>
              <a:gd name="connsiteX21" fmla="*/ 436621 w 737556"/>
              <a:gd name="connsiteY21" fmla="*/ 769138 h 813569"/>
              <a:gd name="connsiteX22" fmla="*/ 438519 w 737556"/>
              <a:gd name="connsiteY22" fmla="*/ 769138 h 813569"/>
              <a:gd name="connsiteX23" fmla="*/ 438481 w 737556"/>
              <a:gd name="connsiteY23" fmla="*/ 769138 h 813569"/>
              <a:gd name="connsiteX24" fmla="*/ 653356 w 737556"/>
              <a:gd name="connsiteY24" fmla="*/ 641894 h 813569"/>
              <a:gd name="connsiteX25" fmla="*/ 737555 w 737556"/>
              <a:gd name="connsiteY25" fmla="*/ 406778 h 813569"/>
              <a:gd name="connsiteX26" fmla="*/ 629694 w 737556"/>
              <a:gd name="connsiteY26" fmla="*/ 145917 h 813569"/>
              <a:gd name="connsiteX27" fmla="*/ 157789 w 737556"/>
              <a:gd name="connsiteY27" fmla="*/ 515922 h 813569"/>
              <a:gd name="connsiteX28" fmla="*/ 159203 w 737556"/>
              <a:gd name="connsiteY28" fmla="*/ 506024 h 813569"/>
              <a:gd name="connsiteX29" fmla="*/ 150460 w 737556"/>
              <a:gd name="connsiteY29" fmla="*/ 484779 h 813569"/>
              <a:gd name="connsiteX30" fmla="*/ 142237 w 737556"/>
              <a:gd name="connsiteY30" fmla="*/ 478528 h 813569"/>
              <a:gd name="connsiteX31" fmla="*/ 108788 w 737556"/>
              <a:gd name="connsiteY31" fmla="*/ 478528 h 813569"/>
              <a:gd name="connsiteX32" fmla="*/ 80213 w 737556"/>
              <a:gd name="connsiteY32" fmla="*/ 449953 h 813569"/>
              <a:gd name="connsiteX33" fmla="*/ 80213 w 737556"/>
              <a:gd name="connsiteY33" fmla="*/ 363522 h 813569"/>
              <a:gd name="connsiteX34" fmla="*/ 108788 w 737556"/>
              <a:gd name="connsiteY34" fmla="*/ 334947 h 813569"/>
              <a:gd name="connsiteX35" fmla="*/ 142237 w 737556"/>
              <a:gd name="connsiteY35" fmla="*/ 334947 h 813569"/>
              <a:gd name="connsiteX36" fmla="*/ 150460 w 737556"/>
              <a:gd name="connsiteY36" fmla="*/ 328695 h 813569"/>
              <a:gd name="connsiteX37" fmla="*/ 159203 w 737556"/>
              <a:gd name="connsiteY37" fmla="*/ 307450 h 813569"/>
              <a:gd name="connsiteX38" fmla="*/ 159203 w 737556"/>
              <a:gd name="connsiteY38" fmla="*/ 307487 h 813569"/>
              <a:gd name="connsiteX39" fmla="*/ 157789 w 737556"/>
              <a:gd name="connsiteY39" fmla="*/ 297552 h 813569"/>
              <a:gd name="connsiteX40" fmla="*/ 134162 w 737556"/>
              <a:gd name="connsiteY40" fmla="*/ 273926 h 813569"/>
              <a:gd name="connsiteX41" fmla="*/ 134200 w 737556"/>
              <a:gd name="connsiteY41" fmla="*/ 273926 h 813569"/>
              <a:gd name="connsiteX42" fmla="*/ 134200 w 737556"/>
              <a:gd name="connsiteY42" fmla="*/ 233556 h 813569"/>
              <a:gd name="connsiteX43" fmla="*/ 195405 w 737556"/>
              <a:gd name="connsiteY43" fmla="*/ 172350 h 813569"/>
              <a:gd name="connsiteX44" fmla="*/ 235887 w 737556"/>
              <a:gd name="connsiteY44" fmla="*/ 172350 h 813569"/>
              <a:gd name="connsiteX45" fmla="*/ 259810 w 737556"/>
              <a:gd name="connsiteY45" fmla="*/ 195567 h 813569"/>
              <a:gd name="connsiteX46" fmla="*/ 269708 w 737556"/>
              <a:gd name="connsiteY46" fmla="*/ 197056 h 813569"/>
              <a:gd name="connsiteX47" fmla="*/ 290842 w 737556"/>
              <a:gd name="connsiteY47" fmla="*/ 188498 h 813569"/>
              <a:gd name="connsiteX48" fmla="*/ 297093 w 737556"/>
              <a:gd name="connsiteY48" fmla="*/ 180163 h 813569"/>
              <a:gd name="connsiteX49" fmla="*/ 297093 w 737556"/>
              <a:gd name="connsiteY49" fmla="*/ 146640 h 813569"/>
              <a:gd name="connsiteX50" fmla="*/ 325668 w 737556"/>
              <a:gd name="connsiteY50" fmla="*/ 118065 h 813569"/>
              <a:gd name="connsiteX51" fmla="*/ 412287 w 737556"/>
              <a:gd name="connsiteY51" fmla="*/ 118065 h 813569"/>
              <a:gd name="connsiteX52" fmla="*/ 440862 w 737556"/>
              <a:gd name="connsiteY52" fmla="*/ 146640 h 813569"/>
              <a:gd name="connsiteX53" fmla="*/ 440862 w 737556"/>
              <a:gd name="connsiteY53" fmla="*/ 179978 h 813569"/>
              <a:gd name="connsiteX54" fmla="*/ 447112 w 737556"/>
              <a:gd name="connsiteY54" fmla="*/ 188312 h 813569"/>
              <a:gd name="connsiteX55" fmla="*/ 468246 w 737556"/>
              <a:gd name="connsiteY55" fmla="*/ 197056 h 813569"/>
              <a:gd name="connsiteX56" fmla="*/ 478181 w 737556"/>
              <a:gd name="connsiteY56" fmla="*/ 195567 h 813569"/>
              <a:gd name="connsiteX57" fmla="*/ 501807 w 737556"/>
              <a:gd name="connsiteY57" fmla="*/ 172052 h 813569"/>
              <a:gd name="connsiteX58" fmla="*/ 542177 w 737556"/>
              <a:gd name="connsiteY58" fmla="*/ 172052 h 813569"/>
              <a:gd name="connsiteX59" fmla="*/ 603494 w 737556"/>
              <a:gd name="connsiteY59" fmla="*/ 233258 h 813569"/>
              <a:gd name="connsiteX60" fmla="*/ 603494 w 737556"/>
              <a:gd name="connsiteY60" fmla="*/ 273628 h 813569"/>
              <a:gd name="connsiteX61" fmla="*/ 580166 w 737556"/>
              <a:gd name="connsiteY61" fmla="*/ 297663 h 813569"/>
              <a:gd name="connsiteX62" fmla="*/ 578678 w 737556"/>
              <a:gd name="connsiteY62" fmla="*/ 307560 h 813569"/>
              <a:gd name="connsiteX63" fmla="*/ 587235 w 737556"/>
              <a:gd name="connsiteY63" fmla="*/ 328694 h 813569"/>
              <a:gd name="connsiteX64" fmla="*/ 595570 w 737556"/>
              <a:gd name="connsiteY64" fmla="*/ 334946 h 813569"/>
              <a:gd name="connsiteX65" fmla="*/ 628907 w 737556"/>
              <a:gd name="connsiteY65" fmla="*/ 334946 h 813569"/>
              <a:gd name="connsiteX66" fmla="*/ 657482 w 737556"/>
              <a:gd name="connsiteY66" fmla="*/ 363521 h 813569"/>
              <a:gd name="connsiteX67" fmla="*/ 657482 w 737556"/>
              <a:gd name="connsiteY67" fmla="*/ 450064 h 813569"/>
              <a:gd name="connsiteX68" fmla="*/ 628907 w 737556"/>
              <a:gd name="connsiteY68" fmla="*/ 478639 h 813569"/>
              <a:gd name="connsiteX69" fmla="*/ 595755 w 737556"/>
              <a:gd name="connsiteY69" fmla="*/ 478639 h 813569"/>
              <a:gd name="connsiteX70" fmla="*/ 587421 w 737556"/>
              <a:gd name="connsiteY70" fmla="*/ 484889 h 813569"/>
              <a:gd name="connsiteX71" fmla="*/ 578677 w 737556"/>
              <a:gd name="connsiteY71" fmla="*/ 506023 h 813569"/>
              <a:gd name="connsiteX72" fmla="*/ 580166 w 737556"/>
              <a:gd name="connsiteY72" fmla="*/ 515921 h 813569"/>
              <a:gd name="connsiteX73" fmla="*/ 603793 w 737556"/>
              <a:gd name="connsiteY73" fmla="*/ 539547 h 813569"/>
              <a:gd name="connsiteX74" fmla="*/ 603793 w 737556"/>
              <a:gd name="connsiteY74" fmla="*/ 579917 h 813569"/>
              <a:gd name="connsiteX75" fmla="*/ 542475 w 737556"/>
              <a:gd name="connsiteY75" fmla="*/ 641123 h 813569"/>
              <a:gd name="connsiteX76" fmla="*/ 542475 w 737556"/>
              <a:gd name="connsiteY76" fmla="*/ 641160 h 813569"/>
              <a:gd name="connsiteX77" fmla="*/ 522272 w 737556"/>
              <a:gd name="connsiteY77" fmla="*/ 649533 h 813569"/>
              <a:gd name="connsiteX78" fmla="*/ 502106 w 737556"/>
              <a:gd name="connsiteY78" fmla="*/ 641160 h 813569"/>
              <a:gd name="connsiteX79" fmla="*/ 478070 w 737556"/>
              <a:gd name="connsiteY79" fmla="*/ 618017 h 813569"/>
              <a:gd name="connsiteX80" fmla="*/ 468173 w 737556"/>
              <a:gd name="connsiteY80" fmla="*/ 616529 h 813569"/>
              <a:gd name="connsiteX81" fmla="*/ 447039 w 737556"/>
              <a:gd name="connsiteY81" fmla="*/ 625273 h 813569"/>
              <a:gd name="connsiteX82" fmla="*/ 440787 w 737556"/>
              <a:gd name="connsiteY82" fmla="*/ 633608 h 813569"/>
              <a:gd name="connsiteX83" fmla="*/ 440787 w 737556"/>
              <a:gd name="connsiteY83" fmla="*/ 666945 h 813569"/>
              <a:gd name="connsiteX84" fmla="*/ 412212 w 737556"/>
              <a:gd name="connsiteY84" fmla="*/ 695520 h 813569"/>
              <a:gd name="connsiteX85" fmla="*/ 325669 w 737556"/>
              <a:gd name="connsiteY85" fmla="*/ 695520 h 813569"/>
              <a:gd name="connsiteX86" fmla="*/ 297094 w 737556"/>
              <a:gd name="connsiteY86" fmla="*/ 666945 h 813569"/>
              <a:gd name="connsiteX87" fmla="*/ 297094 w 737556"/>
              <a:gd name="connsiteY87" fmla="*/ 633608 h 813569"/>
              <a:gd name="connsiteX88" fmla="*/ 290844 w 737556"/>
              <a:gd name="connsiteY88" fmla="*/ 625273 h 813569"/>
              <a:gd name="connsiteX89" fmla="*/ 269710 w 737556"/>
              <a:gd name="connsiteY89" fmla="*/ 616529 h 813569"/>
              <a:gd name="connsiteX90" fmla="*/ 259812 w 737556"/>
              <a:gd name="connsiteY90" fmla="*/ 618017 h 813569"/>
              <a:gd name="connsiteX91" fmla="*/ 236297 w 737556"/>
              <a:gd name="connsiteY91" fmla="*/ 641533 h 813569"/>
              <a:gd name="connsiteX92" fmla="*/ 195816 w 737556"/>
              <a:gd name="connsiteY92" fmla="*/ 641533 h 813569"/>
              <a:gd name="connsiteX93" fmla="*/ 134610 w 737556"/>
              <a:gd name="connsiteY93" fmla="*/ 580327 h 813569"/>
              <a:gd name="connsiteX94" fmla="*/ 134573 w 737556"/>
              <a:gd name="connsiteY94" fmla="*/ 580327 h 813569"/>
              <a:gd name="connsiteX95" fmla="*/ 134573 w 737556"/>
              <a:gd name="connsiteY95" fmla="*/ 539957 h 813569"/>
              <a:gd name="connsiteX96" fmla="*/ 171779 w 737556"/>
              <a:gd name="connsiteY96" fmla="*/ 530023 h 813569"/>
              <a:gd name="connsiteX97" fmla="*/ 148153 w 737556"/>
              <a:gd name="connsiteY97" fmla="*/ 553539 h 813569"/>
              <a:gd name="connsiteX98" fmla="*/ 148190 w 737556"/>
              <a:gd name="connsiteY98" fmla="*/ 553539 h 813569"/>
              <a:gd name="connsiteX99" fmla="*/ 148190 w 737556"/>
              <a:gd name="connsiteY99" fmla="*/ 565929 h 813569"/>
              <a:gd name="connsiteX100" fmla="*/ 209507 w 737556"/>
              <a:gd name="connsiteY100" fmla="*/ 627135 h 813569"/>
              <a:gd name="connsiteX101" fmla="*/ 209507 w 737556"/>
              <a:gd name="connsiteY101" fmla="*/ 627172 h 813569"/>
              <a:gd name="connsiteX102" fmla="*/ 221786 w 737556"/>
              <a:gd name="connsiteY102" fmla="*/ 627172 h 813569"/>
              <a:gd name="connsiteX103" fmla="*/ 245412 w 737556"/>
              <a:gd name="connsiteY103" fmla="*/ 603545 h 813569"/>
              <a:gd name="connsiteX104" fmla="*/ 265244 w 737556"/>
              <a:gd name="connsiteY104" fmla="*/ 595322 h 813569"/>
              <a:gd name="connsiteX105" fmla="*/ 278043 w 737556"/>
              <a:gd name="connsiteY105" fmla="*/ 598187 h 813569"/>
              <a:gd name="connsiteX106" fmla="*/ 297390 w 737556"/>
              <a:gd name="connsiteY106" fmla="*/ 606224 h 813569"/>
              <a:gd name="connsiteX107" fmla="*/ 317259 w 737556"/>
              <a:gd name="connsiteY107" fmla="*/ 633199 h 813569"/>
              <a:gd name="connsiteX108" fmla="*/ 317259 w 737556"/>
              <a:gd name="connsiteY108" fmla="*/ 666537 h 813569"/>
              <a:gd name="connsiteX109" fmla="*/ 319788 w 737556"/>
              <a:gd name="connsiteY109" fmla="*/ 672750 h 813569"/>
              <a:gd name="connsiteX110" fmla="*/ 325965 w 737556"/>
              <a:gd name="connsiteY110" fmla="*/ 675280 h 813569"/>
              <a:gd name="connsiteX111" fmla="*/ 412584 w 737556"/>
              <a:gd name="connsiteY111" fmla="*/ 675280 h 813569"/>
              <a:gd name="connsiteX112" fmla="*/ 418760 w 737556"/>
              <a:gd name="connsiteY112" fmla="*/ 672713 h 813569"/>
              <a:gd name="connsiteX113" fmla="*/ 421327 w 737556"/>
              <a:gd name="connsiteY113" fmla="*/ 666536 h 813569"/>
              <a:gd name="connsiteX114" fmla="*/ 421327 w 737556"/>
              <a:gd name="connsiteY114" fmla="*/ 633608 h 813569"/>
              <a:gd name="connsiteX115" fmla="*/ 441158 w 737556"/>
              <a:gd name="connsiteY115" fmla="*/ 606633 h 813569"/>
              <a:gd name="connsiteX116" fmla="*/ 460431 w 737556"/>
              <a:gd name="connsiteY116" fmla="*/ 598597 h 813569"/>
              <a:gd name="connsiteX117" fmla="*/ 493247 w 737556"/>
              <a:gd name="connsiteY117" fmla="*/ 603955 h 813569"/>
              <a:gd name="connsiteX118" fmla="*/ 516874 w 737556"/>
              <a:gd name="connsiteY118" fmla="*/ 627581 h 813569"/>
              <a:gd name="connsiteX119" fmla="*/ 516874 w 737556"/>
              <a:gd name="connsiteY119" fmla="*/ 627544 h 813569"/>
              <a:gd name="connsiteX120" fmla="*/ 529190 w 737556"/>
              <a:gd name="connsiteY120" fmla="*/ 627544 h 813569"/>
              <a:gd name="connsiteX121" fmla="*/ 590396 w 737556"/>
              <a:gd name="connsiteY121" fmla="*/ 566338 h 813569"/>
              <a:gd name="connsiteX122" fmla="*/ 592964 w 737556"/>
              <a:gd name="connsiteY122" fmla="*/ 560124 h 813569"/>
              <a:gd name="connsiteX123" fmla="*/ 590396 w 737556"/>
              <a:gd name="connsiteY123" fmla="*/ 553948 h 813569"/>
              <a:gd name="connsiteX124" fmla="*/ 566880 w 737556"/>
              <a:gd name="connsiteY124" fmla="*/ 530433 h 813569"/>
              <a:gd name="connsiteX125" fmla="*/ 561522 w 737556"/>
              <a:gd name="connsiteY125" fmla="*/ 497579 h 813569"/>
              <a:gd name="connsiteX126" fmla="*/ 569448 w 737556"/>
              <a:gd name="connsiteY126" fmla="*/ 478232 h 813569"/>
              <a:gd name="connsiteX127" fmla="*/ 596460 w 737556"/>
              <a:gd name="connsiteY127" fmla="*/ 458401 h 813569"/>
              <a:gd name="connsiteX128" fmla="*/ 629798 w 737556"/>
              <a:gd name="connsiteY128" fmla="*/ 458401 h 813569"/>
              <a:gd name="connsiteX129" fmla="*/ 635974 w 737556"/>
              <a:gd name="connsiteY129" fmla="*/ 455871 h 813569"/>
              <a:gd name="connsiteX130" fmla="*/ 638503 w 737556"/>
              <a:gd name="connsiteY130" fmla="*/ 449657 h 813569"/>
              <a:gd name="connsiteX131" fmla="*/ 638503 w 737556"/>
              <a:gd name="connsiteY131" fmla="*/ 363523 h 813569"/>
              <a:gd name="connsiteX132" fmla="*/ 635974 w 737556"/>
              <a:gd name="connsiteY132" fmla="*/ 357347 h 813569"/>
              <a:gd name="connsiteX133" fmla="*/ 629798 w 737556"/>
              <a:gd name="connsiteY133" fmla="*/ 354817 h 813569"/>
              <a:gd name="connsiteX134" fmla="*/ 595753 w 737556"/>
              <a:gd name="connsiteY134" fmla="*/ 354817 h 813569"/>
              <a:gd name="connsiteX135" fmla="*/ 568779 w 737556"/>
              <a:gd name="connsiteY135" fmla="*/ 334949 h 813569"/>
              <a:gd name="connsiteX136" fmla="*/ 560853 w 737556"/>
              <a:gd name="connsiteY136" fmla="*/ 315601 h 813569"/>
              <a:gd name="connsiteX137" fmla="*/ 560816 w 737556"/>
              <a:gd name="connsiteY137" fmla="*/ 315601 h 813569"/>
              <a:gd name="connsiteX138" fmla="*/ 566174 w 737556"/>
              <a:gd name="connsiteY138" fmla="*/ 282785 h 813569"/>
              <a:gd name="connsiteX139" fmla="*/ 589689 w 737556"/>
              <a:gd name="connsiteY139" fmla="*/ 259270 h 813569"/>
              <a:gd name="connsiteX140" fmla="*/ 592294 w 737556"/>
              <a:gd name="connsiteY140" fmla="*/ 253056 h 813569"/>
              <a:gd name="connsiteX141" fmla="*/ 589689 w 737556"/>
              <a:gd name="connsiteY141" fmla="*/ 246842 h 813569"/>
              <a:gd name="connsiteX142" fmla="*/ 528483 w 737556"/>
              <a:gd name="connsiteY142" fmla="*/ 185637 h 813569"/>
              <a:gd name="connsiteX143" fmla="*/ 516167 w 737556"/>
              <a:gd name="connsiteY143" fmla="*/ 185637 h 813569"/>
              <a:gd name="connsiteX144" fmla="*/ 492541 w 737556"/>
              <a:gd name="connsiteY144" fmla="*/ 209263 h 813569"/>
              <a:gd name="connsiteX145" fmla="*/ 492578 w 737556"/>
              <a:gd name="connsiteY145" fmla="*/ 209263 h 813569"/>
              <a:gd name="connsiteX146" fmla="*/ 459835 w 737556"/>
              <a:gd name="connsiteY146" fmla="*/ 214621 h 813569"/>
              <a:gd name="connsiteX147" fmla="*/ 440488 w 737556"/>
              <a:gd name="connsiteY147" fmla="*/ 206585 h 813569"/>
              <a:gd name="connsiteX148" fmla="*/ 420620 w 737556"/>
              <a:gd name="connsiteY148" fmla="*/ 179573 h 813569"/>
              <a:gd name="connsiteX149" fmla="*/ 420620 w 737556"/>
              <a:gd name="connsiteY149" fmla="*/ 146645 h 813569"/>
              <a:gd name="connsiteX150" fmla="*/ 418090 w 737556"/>
              <a:gd name="connsiteY150" fmla="*/ 140468 h 813569"/>
              <a:gd name="connsiteX151" fmla="*/ 411914 w 737556"/>
              <a:gd name="connsiteY151" fmla="*/ 137901 h 813569"/>
              <a:gd name="connsiteX152" fmla="*/ 325668 w 737556"/>
              <a:gd name="connsiteY152" fmla="*/ 137901 h 813569"/>
              <a:gd name="connsiteX153" fmla="*/ 319491 w 737556"/>
              <a:gd name="connsiteY153" fmla="*/ 140431 h 813569"/>
              <a:gd name="connsiteX154" fmla="*/ 316961 w 737556"/>
              <a:gd name="connsiteY154" fmla="*/ 146644 h 813569"/>
              <a:gd name="connsiteX155" fmla="*/ 316961 w 737556"/>
              <a:gd name="connsiteY155" fmla="*/ 179982 h 813569"/>
              <a:gd name="connsiteX156" fmla="*/ 297093 w 737556"/>
              <a:gd name="connsiteY156" fmla="*/ 206957 h 813569"/>
              <a:gd name="connsiteX157" fmla="*/ 277746 w 737556"/>
              <a:gd name="connsiteY157" fmla="*/ 214994 h 813569"/>
              <a:gd name="connsiteX158" fmla="*/ 245004 w 737556"/>
              <a:gd name="connsiteY158" fmla="*/ 209636 h 813569"/>
              <a:gd name="connsiteX159" fmla="*/ 221377 w 737556"/>
              <a:gd name="connsiteY159" fmla="*/ 186009 h 813569"/>
              <a:gd name="connsiteX160" fmla="*/ 221414 w 737556"/>
              <a:gd name="connsiteY160" fmla="*/ 186046 h 813569"/>
              <a:gd name="connsiteX161" fmla="*/ 209098 w 737556"/>
              <a:gd name="connsiteY161" fmla="*/ 186046 h 813569"/>
              <a:gd name="connsiteX162" fmla="*/ 147781 w 737556"/>
              <a:gd name="connsiteY162" fmla="*/ 247252 h 813569"/>
              <a:gd name="connsiteX163" fmla="*/ 147781 w 737556"/>
              <a:gd name="connsiteY163" fmla="*/ 259642 h 813569"/>
              <a:gd name="connsiteX164" fmla="*/ 171408 w 737556"/>
              <a:gd name="connsiteY164" fmla="*/ 283157 h 813569"/>
              <a:gd name="connsiteX165" fmla="*/ 176766 w 737556"/>
              <a:gd name="connsiteY165" fmla="*/ 316011 h 813569"/>
              <a:gd name="connsiteX166" fmla="*/ 168804 w 737556"/>
              <a:gd name="connsiteY166" fmla="*/ 335358 h 813569"/>
              <a:gd name="connsiteX167" fmla="*/ 141829 w 737556"/>
              <a:gd name="connsiteY167" fmla="*/ 355189 h 813569"/>
              <a:gd name="connsiteX168" fmla="*/ 108789 w 737556"/>
              <a:gd name="connsiteY168" fmla="*/ 355189 h 813569"/>
              <a:gd name="connsiteX169" fmla="*/ 100045 w 737556"/>
              <a:gd name="connsiteY169" fmla="*/ 363933 h 813569"/>
              <a:gd name="connsiteX170" fmla="*/ 100045 w 737556"/>
              <a:gd name="connsiteY170" fmla="*/ 450439 h 813569"/>
              <a:gd name="connsiteX171" fmla="*/ 102612 w 737556"/>
              <a:gd name="connsiteY171" fmla="*/ 456615 h 813569"/>
              <a:gd name="connsiteX172" fmla="*/ 108789 w 737556"/>
              <a:gd name="connsiteY172" fmla="*/ 459182 h 813569"/>
              <a:gd name="connsiteX173" fmla="*/ 142238 w 737556"/>
              <a:gd name="connsiteY173" fmla="*/ 459182 h 813569"/>
              <a:gd name="connsiteX174" fmla="*/ 169212 w 737556"/>
              <a:gd name="connsiteY174" fmla="*/ 479013 h 813569"/>
              <a:gd name="connsiteX175" fmla="*/ 177137 w 737556"/>
              <a:gd name="connsiteY175" fmla="*/ 498360 h 813569"/>
              <a:gd name="connsiteX176" fmla="*/ 171779 w 737556"/>
              <a:gd name="connsiteY176" fmla="*/ 530433 h 813569"/>
              <a:gd name="connsiteX177" fmla="*/ 220111 w 737556"/>
              <a:gd name="connsiteY177" fmla="*/ 406789 h 813569"/>
              <a:gd name="connsiteX178" fmla="*/ 263718 w 737556"/>
              <a:gd name="connsiteY178" fmla="*/ 301566 h 813569"/>
              <a:gd name="connsiteX179" fmla="*/ 368940 w 737556"/>
              <a:gd name="connsiteY179" fmla="*/ 257960 h 813569"/>
              <a:gd name="connsiteX180" fmla="*/ 474163 w 737556"/>
              <a:gd name="connsiteY180" fmla="*/ 301566 h 813569"/>
              <a:gd name="connsiteX181" fmla="*/ 517769 w 737556"/>
              <a:gd name="connsiteY181" fmla="*/ 406789 h 813569"/>
              <a:gd name="connsiteX182" fmla="*/ 474163 w 737556"/>
              <a:gd name="connsiteY182" fmla="*/ 512012 h 813569"/>
              <a:gd name="connsiteX183" fmla="*/ 368940 w 737556"/>
              <a:gd name="connsiteY183" fmla="*/ 555618 h 813569"/>
              <a:gd name="connsiteX184" fmla="*/ 263718 w 737556"/>
              <a:gd name="connsiteY184" fmla="*/ 512012 h 813569"/>
              <a:gd name="connsiteX185" fmla="*/ 220111 w 737556"/>
              <a:gd name="connsiteY185" fmla="*/ 406789 h 813569"/>
              <a:gd name="connsiteX186" fmla="*/ 368939 w 737556"/>
              <a:gd name="connsiteY186" fmla="*/ 535786 h 813569"/>
              <a:gd name="connsiteX187" fmla="*/ 386910 w 737556"/>
              <a:gd name="connsiteY187" fmla="*/ 534373 h 813569"/>
              <a:gd name="connsiteX188" fmla="*/ 386910 w 737556"/>
              <a:gd name="connsiteY188" fmla="*/ 482878 h 813569"/>
              <a:gd name="connsiteX189" fmla="*/ 393459 w 737556"/>
              <a:gd name="connsiteY189" fmla="*/ 473576 h 813569"/>
              <a:gd name="connsiteX190" fmla="*/ 439744 w 737556"/>
              <a:gd name="connsiteY190" fmla="*/ 414157 h 813569"/>
              <a:gd name="connsiteX191" fmla="*/ 406742 w 737556"/>
              <a:gd name="connsiteY191" fmla="*/ 346477 h 813569"/>
              <a:gd name="connsiteX192" fmla="*/ 406742 w 737556"/>
              <a:gd name="connsiteY192" fmla="*/ 406789 h 813569"/>
              <a:gd name="connsiteX193" fmla="*/ 403840 w 737556"/>
              <a:gd name="connsiteY193" fmla="*/ 413821 h 813569"/>
              <a:gd name="connsiteX194" fmla="*/ 396808 w 737556"/>
              <a:gd name="connsiteY194" fmla="*/ 416724 h 813569"/>
              <a:gd name="connsiteX195" fmla="*/ 341071 w 737556"/>
              <a:gd name="connsiteY195" fmla="*/ 416724 h 813569"/>
              <a:gd name="connsiteX196" fmla="*/ 331137 w 737556"/>
              <a:gd name="connsiteY196" fmla="*/ 406789 h 813569"/>
              <a:gd name="connsiteX197" fmla="*/ 331137 w 737556"/>
              <a:gd name="connsiteY197" fmla="*/ 346477 h 813569"/>
              <a:gd name="connsiteX198" fmla="*/ 298171 w 737556"/>
              <a:gd name="connsiteY198" fmla="*/ 414194 h 813569"/>
              <a:gd name="connsiteX199" fmla="*/ 344532 w 737556"/>
              <a:gd name="connsiteY199" fmla="*/ 473576 h 813569"/>
              <a:gd name="connsiteX200" fmla="*/ 350969 w 737556"/>
              <a:gd name="connsiteY200" fmla="*/ 482878 h 813569"/>
              <a:gd name="connsiteX201" fmla="*/ 350969 w 737556"/>
              <a:gd name="connsiteY201" fmla="*/ 534000 h 813569"/>
              <a:gd name="connsiteX202" fmla="*/ 368939 w 737556"/>
              <a:gd name="connsiteY202" fmla="*/ 535786 h 813569"/>
              <a:gd name="connsiteX203" fmla="*/ 239942 w 737556"/>
              <a:gd name="connsiteY203" fmla="*/ 406789 h 813569"/>
              <a:gd name="connsiteX204" fmla="*/ 330727 w 737556"/>
              <a:gd name="connsiteY204" fmla="*/ 529719 h 813569"/>
              <a:gd name="connsiteX205" fmla="*/ 330727 w 737556"/>
              <a:gd name="connsiteY205" fmla="*/ 490018 h 813569"/>
              <a:gd name="connsiteX206" fmla="*/ 277037 w 737556"/>
              <a:gd name="connsiteY206" fmla="*/ 403475 h 813569"/>
              <a:gd name="connsiteX207" fmla="*/ 337275 w 737556"/>
              <a:gd name="connsiteY207" fmla="*/ 321359 h 813569"/>
              <a:gd name="connsiteX208" fmla="*/ 346428 w 737556"/>
              <a:gd name="connsiteY208" fmla="*/ 322550 h 813569"/>
              <a:gd name="connsiteX209" fmla="*/ 350595 w 737556"/>
              <a:gd name="connsiteY209" fmla="*/ 330699 h 813569"/>
              <a:gd name="connsiteX210" fmla="*/ 350595 w 737556"/>
              <a:gd name="connsiteY210" fmla="*/ 396852 h 813569"/>
              <a:gd name="connsiteX211" fmla="*/ 386500 w 737556"/>
              <a:gd name="connsiteY211" fmla="*/ 396852 h 813569"/>
              <a:gd name="connsiteX212" fmla="*/ 386500 w 737556"/>
              <a:gd name="connsiteY212" fmla="*/ 330699 h 813569"/>
              <a:gd name="connsiteX213" fmla="*/ 390779 w 737556"/>
              <a:gd name="connsiteY213" fmla="*/ 322550 h 813569"/>
              <a:gd name="connsiteX214" fmla="*/ 399895 w 737556"/>
              <a:gd name="connsiteY214" fmla="*/ 321359 h 813569"/>
              <a:gd name="connsiteX215" fmla="*/ 460244 w 737556"/>
              <a:gd name="connsiteY215" fmla="*/ 403512 h 813569"/>
              <a:gd name="connsiteX216" fmla="*/ 406331 w 737556"/>
              <a:gd name="connsiteY216" fmla="*/ 490018 h 813569"/>
              <a:gd name="connsiteX217" fmla="*/ 406331 w 737556"/>
              <a:gd name="connsiteY217" fmla="*/ 529719 h 813569"/>
              <a:gd name="connsiteX218" fmla="*/ 496037 w 737556"/>
              <a:gd name="connsiteY218" fmla="*/ 428220 h 813569"/>
              <a:gd name="connsiteX219" fmla="*/ 445584 w 737556"/>
              <a:gd name="connsiteY219" fmla="*/ 302538 h 813569"/>
              <a:gd name="connsiteX220" fmla="*/ 310596 w 737556"/>
              <a:gd name="connsiteY220" fmla="*/ 291227 h 813569"/>
              <a:gd name="connsiteX221" fmla="*/ 239939 w 737556"/>
              <a:gd name="connsiteY221" fmla="*/ 406794 h 813569"/>
              <a:gd name="connsiteX222" fmla="*/ 360900 w 737556"/>
              <a:gd name="connsiteY222" fmla="*/ 95845 h 813569"/>
              <a:gd name="connsiteX223" fmla="*/ 331135 w 737556"/>
              <a:gd name="connsiteY223" fmla="*/ 66080 h 813569"/>
              <a:gd name="connsiteX224" fmla="*/ 331135 w 737556"/>
              <a:gd name="connsiteY224" fmla="*/ 29766 h 813569"/>
              <a:gd name="connsiteX225" fmla="*/ 360900 w 737556"/>
              <a:gd name="connsiteY225" fmla="*/ 0 h 813569"/>
              <a:gd name="connsiteX226" fmla="*/ 397214 w 737556"/>
              <a:gd name="connsiteY226" fmla="*/ 0 h 813569"/>
              <a:gd name="connsiteX227" fmla="*/ 426980 w 737556"/>
              <a:gd name="connsiteY227" fmla="*/ 29766 h 813569"/>
              <a:gd name="connsiteX228" fmla="*/ 426980 w 737556"/>
              <a:gd name="connsiteY228" fmla="*/ 66080 h 813569"/>
              <a:gd name="connsiteX229" fmla="*/ 397214 w 737556"/>
              <a:gd name="connsiteY229" fmla="*/ 95845 h 813569"/>
              <a:gd name="connsiteX230" fmla="*/ 360900 w 737556"/>
              <a:gd name="connsiteY230" fmla="*/ 76014 h 813569"/>
              <a:gd name="connsiteX231" fmla="*/ 397214 w 737556"/>
              <a:gd name="connsiteY231" fmla="*/ 76014 h 813569"/>
              <a:gd name="connsiteX232" fmla="*/ 397214 w 737556"/>
              <a:gd name="connsiteY232" fmla="*/ 75977 h 813569"/>
              <a:gd name="connsiteX233" fmla="*/ 404247 w 737556"/>
              <a:gd name="connsiteY233" fmla="*/ 73075 h 813569"/>
              <a:gd name="connsiteX234" fmla="*/ 407149 w 737556"/>
              <a:gd name="connsiteY234" fmla="*/ 66080 h 813569"/>
              <a:gd name="connsiteX235" fmla="*/ 407149 w 737556"/>
              <a:gd name="connsiteY235" fmla="*/ 29766 h 813569"/>
              <a:gd name="connsiteX236" fmla="*/ 404247 w 737556"/>
              <a:gd name="connsiteY236" fmla="*/ 22734 h 813569"/>
              <a:gd name="connsiteX237" fmla="*/ 397214 w 737556"/>
              <a:gd name="connsiteY237" fmla="*/ 19832 h 813569"/>
              <a:gd name="connsiteX238" fmla="*/ 360900 w 737556"/>
              <a:gd name="connsiteY238" fmla="*/ 19832 h 813569"/>
              <a:gd name="connsiteX239" fmla="*/ 350966 w 737556"/>
              <a:gd name="connsiteY239" fmla="*/ 29767 h 813569"/>
              <a:gd name="connsiteX240" fmla="*/ 350966 w 737556"/>
              <a:gd name="connsiteY240" fmla="*/ 66081 h 813569"/>
              <a:gd name="connsiteX241" fmla="*/ 353868 w 737556"/>
              <a:gd name="connsiteY241" fmla="*/ 73075 h 813569"/>
              <a:gd name="connsiteX242" fmla="*/ 360900 w 737556"/>
              <a:gd name="connsiteY242" fmla="*/ 75977 h 813569"/>
              <a:gd name="connsiteX243" fmla="*/ 377085 w 737556"/>
              <a:gd name="connsiteY243" fmla="*/ 717761 h 813569"/>
              <a:gd name="connsiteX244" fmla="*/ 377085 w 737556"/>
              <a:gd name="connsiteY244" fmla="*/ 717724 h 813569"/>
              <a:gd name="connsiteX245" fmla="*/ 406851 w 737556"/>
              <a:gd name="connsiteY245" fmla="*/ 747490 h 813569"/>
              <a:gd name="connsiteX246" fmla="*/ 406851 w 737556"/>
              <a:gd name="connsiteY246" fmla="*/ 783804 h 813569"/>
              <a:gd name="connsiteX247" fmla="*/ 377085 w 737556"/>
              <a:gd name="connsiteY247" fmla="*/ 813569 h 813569"/>
              <a:gd name="connsiteX248" fmla="*/ 340660 w 737556"/>
              <a:gd name="connsiteY248" fmla="*/ 813569 h 813569"/>
              <a:gd name="connsiteX249" fmla="*/ 310894 w 737556"/>
              <a:gd name="connsiteY249" fmla="*/ 783804 h 813569"/>
              <a:gd name="connsiteX250" fmla="*/ 310894 w 737556"/>
              <a:gd name="connsiteY250" fmla="*/ 747490 h 813569"/>
              <a:gd name="connsiteX251" fmla="*/ 340660 w 737556"/>
              <a:gd name="connsiteY251" fmla="*/ 717724 h 813569"/>
              <a:gd name="connsiteX252" fmla="*/ 377085 w 737556"/>
              <a:gd name="connsiteY252" fmla="*/ 737592 h 813569"/>
              <a:gd name="connsiteX253" fmla="*/ 340660 w 737556"/>
              <a:gd name="connsiteY253" fmla="*/ 737592 h 813569"/>
              <a:gd name="connsiteX254" fmla="*/ 330725 w 737556"/>
              <a:gd name="connsiteY254" fmla="*/ 747490 h 813569"/>
              <a:gd name="connsiteX255" fmla="*/ 330725 w 737556"/>
              <a:gd name="connsiteY255" fmla="*/ 783804 h 813569"/>
              <a:gd name="connsiteX256" fmla="*/ 333627 w 737556"/>
              <a:gd name="connsiteY256" fmla="*/ 790836 h 813569"/>
              <a:gd name="connsiteX257" fmla="*/ 340660 w 737556"/>
              <a:gd name="connsiteY257" fmla="*/ 793738 h 813569"/>
              <a:gd name="connsiteX258" fmla="*/ 377085 w 737556"/>
              <a:gd name="connsiteY258" fmla="*/ 793738 h 813569"/>
              <a:gd name="connsiteX259" fmla="*/ 384080 w 737556"/>
              <a:gd name="connsiteY259" fmla="*/ 790836 h 813569"/>
              <a:gd name="connsiteX260" fmla="*/ 386982 w 737556"/>
              <a:gd name="connsiteY260" fmla="*/ 783804 h 813569"/>
              <a:gd name="connsiteX261" fmla="*/ 386982 w 737556"/>
              <a:gd name="connsiteY261" fmla="*/ 747490 h 813569"/>
              <a:gd name="connsiteX262" fmla="*/ 384080 w 737556"/>
              <a:gd name="connsiteY262" fmla="*/ 740495 h 813569"/>
              <a:gd name="connsiteX263" fmla="*/ 377085 w 737556"/>
              <a:gd name="connsiteY263" fmla="*/ 737592 h 81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737556" h="813569">
                <a:moveTo>
                  <a:pt x="108192" y="667541"/>
                </a:moveTo>
                <a:cubicBezTo>
                  <a:pt x="44643" y="604140"/>
                  <a:pt x="6427" y="519713"/>
                  <a:pt x="741" y="430120"/>
                </a:cubicBezTo>
                <a:cubicBezTo>
                  <a:pt x="-4946" y="340528"/>
                  <a:pt x="22246" y="251936"/>
                  <a:pt x="77276" y="180985"/>
                </a:cubicBezTo>
                <a:cubicBezTo>
                  <a:pt x="132268" y="110031"/>
                  <a:pt x="211293" y="61627"/>
                  <a:pt x="299475" y="44844"/>
                </a:cubicBezTo>
                <a:cubicBezTo>
                  <a:pt x="304982" y="43839"/>
                  <a:pt x="310228" y="47448"/>
                  <a:pt x="311233" y="52918"/>
                </a:cubicBezTo>
                <a:cubicBezTo>
                  <a:pt x="312275" y="58424"/>
                  <a:pt x="308629" y="63671"/>
                  <a:pt x="303159" y="64676"/>
                </a:cubicBezTo>
                <a:cubicBezTo>
                  <a:pt x="219926" y="80786"/>
                  <a:pt x="145434" y="126662"/>
                  <a:pt x="93533" y="193711"/>
                </a:cubicBezTo>
                <a:cubicBezTo>
                  <a:pt x="41666" y="260721"/>
                  <a:pt x="15956" y="344358"/>
                  <a:pt x="21240" y="428969"/>
                </a:cubicBezTo>
                <a:cubicBezTo>
                  <a:pt x="26486" y="513578"/>
                  <a:pt x="62391" y="593389"/>
                  <a:pt x="122186" y="653435"/>
                </a:cubicBezTo>
                <a:cubicBezTo>
                  <a:pt x="124046" y="655295"/>
                  <a:pt x="125125" y="657862"/>
                  <a:pt x="125125" y="660504"/>
                </a:cubicBezTo>
                <a:cubicBezTo>
                  <a:pt x="125125" y="663146"/>
                  <a:pt x="124046" y="665676"/>
                  <a:pt x="122186" y="667536"/>
                </a:cubicBezTo>
                <a:cubicBezTo>
                  <a:pt x="120325" y="669396"/>
                  <a:pt x="117796" y="670438"/>
                  <a:pt x="115154" y="670401"/>
                </a:cubicBezTo>
                <a:cubicBezTo>
                  <a:pt x="112549" y="670401"/>
                  <a:pt x="110056" y="669359"/>
                  <a:pt x="108196" y="667536"/>
                </a:cubicBezTo>
                <a:close/>
                <a:moveTo>
                  <a:pt x="629686" y="145933"/>
                </a:moveTo>
                <a:cubicBezTo>
                  <a:pt x="625817" y="142101"/>
                  <a:pt x="619566" y="142101"/>
                  <a:pt x="615696" y="145933"/>
                </a:cubicBezTo>
                <a:cubicBezTo>
                  <a:pt x="613836" y="147793"/>
                  <a:pt x="612757" y="150360"/>
                  <a:pt x="612757" y="153002"/>
                </a:cubicBezTo>
                <a:cubicBezTo>
                  <a:pt x="612757" y="155643"/>
                  <a:pt x="613836" y="158174"/>
                  <a:pt x="615696" y="160034"/>
                </a:cubicBezTo>
                <a:cubicBezTo>
                  <a:pt x="681032" y="225519"/>
                  <a:pt x="717756" y="314225"/>
                  <a:pt x="717756" y="406751"/>
                </a:cubicBezTo>
                <a:cubicBezTo>
                  <a:pt x="717756" y="499247"/>
                  <a:pt x="681033" y="587983"/>
                  <a:pt x="615696" y="653429"/>
                </a:cubicBezTo>
                <a:cubicBezTo>
                  <a:pt x="566508" y="702952"/>
                  <a:pt x="503444" y="736401"/>
                  <a:pt x="434835" y="749270"/>
                </a:cubicBezTo>
                <a:cubicBezTo>
                  <a:pt x="429329" y="749791"/>
                  <a:pt x="425310" y="754628"/>
                  <a:pt x="425794" y="760097"/>
                </a:cubicBezTo>
                <a:cubicBezTo>
                  <a:pt x="426278" y="765566"/>
                  <a:pt x="431115" y="769622"/>
                  <a:pt x="436621" y="769138"/>
                </a:cubicBezTo>
                <a:lnTo>
                  <a:pt x="438519" y="769138"/>
                </a:lnTo>
                <a:lnTo>
                  <a:pt x="438481" y="769138"/>
                </a:lnTo>
                <a:cubicBezTo>
                  <a:pt x="522756" y="753065"/>
                  <a:pt x="598768" y="708044"/>
                  <a:pt x="653356" y="641894"/>
                </a:cubicBezTo>
                <a:cubicBezTo>
                  <a:pt x="707976" y="575740"/>
                  <a:pt x="737742" y="492580"/>
                  <a:pt x="737555" y="406778"/>
                </a:cubicBezTo>
                <a:cubicBezTo>
                  <a:pt x="737852" y="308928"/>
                  <a:pt x="699045" y="214974"/>
                  <a:pt x="629694" y="145917"/>
                </a:cubicBezTo>
                <a:close/>
                <a:moveTo>
                  <a:pt x="157789" y="515922"/>
                </a:moveTo>
                <a:cubicBezTo>
                  <a:pt x="160245" y="513205"/>
                  <a:pt x="160803" y="509299"/>
                  <a:pt x="159203" y="506024"/>
                </a:cubicBezTo>
                <a:cubicBezTo>
                  <a:pt x="156040" y="499179"/>
                  <a:pt x="153064" y="492034"/>
                  <a:pt x="150460" y="484779"/>
                </a:cubicBezTo>
                <a:cubicBezTo>
                  <a:pt x="149343" y="481133"/>
                  <a:pt x="146031" y="478603"/>
                  <a:pt x="142237" y="478528"/>
                </a:cubicBezTo>
                <a:lnTo>
                  <a:pt x="108788" y="478528"/>
                </a:lnTo>
                <a:cubicBezTo>
                  <a:pt x="93012" y="478528"/>
                  <a:pt x="80213" y="465729"/>
                  <a:pt x="80213" y="449953"/>
                </a:cubicBezTo>
                <a:lnTo>
                  <a:pt x="80213" y="363522"/>
                </a:lnTo>
                <a:cubicBezTo>
                  <a:pt x="80213" y="347746"/>
                  <a:pt x="93012" y="334947"/>
                  <a:pt x="108788" y="334947"/>
                </a:cubicBezTo>
                <a:lnTo>
                  <a:pt x="142237" y="334947"/>
                </a:lnTo>
                <a:cubicBezTo>
                  <a:pt x="146031" y="334871"/>
                  <a:pt x="149343" y="332342"/>
                  <a:pt x="150460" y="328695"/>
                </a:cubicBezTo>
                <a:cubicBezTo>
                  <a:pt x="153027" y="321440"/>
                  <a:pt x="156003" y="314296"/>
                  <a:pt x="159203" y="307450"/>
                </a:cubicBezTo>
                <a:lnTo>
                  <a:pt x="159203" y="307487"/>
                </a:lnTo>
                <a:cubicBezTo>
                  <a:pt x="160803" y="304213"/>
                  <a:pt x="160245" y="300269"/>
                  <a:pt x="157789" y="297552"/>
                </a:cubicBezTo>
                <a:lnTo>
                  <a:pt x="134162" y="273926"/>
                </a:lnTo>
                <a:lnTo>
                  <a:pt x="134200" y="273926"/>
                </a:lnTo>
                <a:cubicBezTo>
                  <a:pt x="123111" y="262763"/>
                  <a:pt x="123111" y="244718"/>
                  <a:pt x="134200" y="233556"/>
                </a:cubicBezTo>
                <a:lnTo>
                  <a:pt x="195405" y="172350"/>
                </a:lnTo>
                <a:cubicBezTo>
                  <a:pt x="206828" y="161746"/>
                  <a:pt x="224464" y="161746"/>
                  <a:pt x="235887" y="172350"/>
                </a:cubicBezTo>
                <a:lnTo>
                  <a:pt x="259810" y="195567"/>
                </a:lnTo>
                <a:cubicBezTo>
                  <a:pt x="262490" y="198023"/>
                  <a:pt x="266433" y="198618"/>
                  <a:pt x="269708" y="197056"/>
                </a:cubicBezTo>
                <a:cubicBezTo>
                  <a:pt x="276592" y="193819"/>
                  <a:pt x="283660" y="190953"/>
                  <a:pt x="290842" y="188498"/>
                </a:cubicBezTo>
                <a:cubicBezTo>
                  <a:pt x="294525" y="187344"/>
                  <a:pt x="297018" y="183996"/>
                  <a:pt x="297093" y="180163"/>
                </a:cubicBezTo>
                <a:lnTo>
                  <a:pt x="297093" y="146640"/>
                </a:lnTo>
                <a:cubicBezTo>
                  <a:pt x="297093" y="130865"/>
                  <a:pt x="309893" y="118065"/>
                  <a:pt x="325668" y="118065"/>
                </a:cubicBezTo>
                <a:lnTo>
                  <a:pt x="412287" y="118065"/>
                </a:lnTo>
                <a:cubicBezTo>
                  <a:pt x="428062" y="118065"/>
                  <a:pt x="440862" y="130865"/>
                  <a:pt x="440862" y="146640"/>
                </a:cubicBezTo>
                <a:lnTo>
                  <a:pt x="440862" y="179978"/>
                </a:lnTo>
                <a:cubicBezTo>
                  <a:pt x="440936" y="183811"/>
                  <a:pt x="443466" y="187159"/>
                  <a:pt x="447112" y="188312"/>
                </a:cubicBezTo>
                <a:cubicBezTo>
                  <a:pt x="454256" y="190879"/>
                  <a:pt x="461399" y="193781"/>
                  <a:pt x="468246" y="197056"/>
                </a:cubicBezTo>
                <a:cubicBezTo>
                  <a:pt x="471558" y="198693"/>
                  <a:pt x="475501" y="198098"/>
                  <a:pt x="478181" y="195567"/>
                </a:cubicBezTo>
                <a:lnTo>
                  <a:pt x="501807" y="172052"/>
                </a:lnTo>
                <a:cubicBezTo>
                  <a:pt x="513081" y="161225"/>
                  <a:pt x="530903" y="161225"/>
                  <a:pt x="542177" y="172052"/>
                </a:cubicBezTo>
                <a:lnTo>
                  <a:pt x="603494" y="233258"/>
                </a:lnTo>
                <a:cubicBezTo>
                  <a:pt x="614582" y="244420"/>
                  <a:pt x="614582" y="262465"/>
                  <a:pt x="603494" y="273628"/>
                </a:cubicBezTo>
                <a:lnTo>
                  <a:pt x="580166" y="297663"/>
                </a:lnTo>
                <a:cubicBezTo>
                  <a:pt x="577747" y="300379"/>
                  <a:pt x="577152" y="304249"/>
                  <a:pt x="578678" y="307560"/>
                </a:cubicBezTo>
                <a:cubicBezTo>
                  <a:pt x="581914" y="314444"/>
                  <a:pt x="584780" y="321513"/>
                  <a:pt x="587235" y="328694"/>
                </a:cubicBezTo>
                <a:cubicBezTo>
                  <a:pt x="588389" y="332341"/>
                  <a:pt x="591738" y="334834"/>
                  <a:pt x="595570" y="334946"/>
                </a:cubicBezTo>
                <a:lnTo>
                  <a:pt x="628907" y="334946"/>
                </a:lnTo>
                <a:cubicBezTo>
                  <a:pt x="644682" y="334946"/>
                  <a:pt x="657482" y="347745"/>
                  <a:pt x="657482" y="363521"/>
                </a:cubicBezTo>
                <a:lnTo>
                  <a:pt x="657482" y="450064"/>
                </a:lnTo>
                <a:cubicBezTo>
                  <a:pt x="657482" y="465839"/>
                  <a:pt x="644682" y="478639"/>
                  <a:pt x="628907" y="478639"/>
                </a:cubicBezTo>
                <a:lnTo>
                  <a:pt x="595755" y="478639"/>
                </a:lnTo>
                <a:cubicBezTo>
                  <a:pt x="591923" y="478750"/>
                  <a:pt x="588612" y="481243"/>
                  <a:pt x="587421" y="484889"/>
                </a:cubicBezTo>
                <a:cubicBezTo>
                  <a:pt x="584891" y="492070"/>
                  <a:pt x="581952" y="499102"/>
                  <a:pt x="578677" y="506023"/>
                </a:cubicBezTo>
                <a:cubicBezTo>
                  <a:pt x="577115" y="509298"/>
                  <a:pt x="577710" y="513241"/>
                  <a:pt x="580166" y="515921"/>
                </a:cubicBezTo>
                <a:lnTo>
                  <a:pt x="603793" y="539547"/>
                </a:lnTo>
                <a:cubicBezTo>
                  <a:pt x="614881" y="550710"/>
                  <a:pt x="614881" y="568755"/>
                  <a:pt x="603793" y="579917"/>
                </a:cubicBezTo>
                <a:lnTo>
                  <a:pt x="542475" y="641123"/>
                </a:lnTo>
                <a:lnTo>
                  <a:pt x="542475" y="641160"/>
                </a:lnTo>
                <a:cubicBezTo>
                  <a:pt x="537118" y="646518"/>
                  <a:pt x="529862" y="649533"/>
                  <a:pt x="522272" y="649533"/>
                </a:cubicBezTo>
                <a:cubicBezTo>
                  <a:pt x="514719" y="649533"/>
                  <a:pt x="507426" y="646518"/>
                  <a:pt x="502106" y="641160"/>
                </a:cubicBezTo>
                <a:lnTo>
                  <a:pt x="478070" y="618017"/>
                </a:lnTo>
                <a:cubicBezTo>
                  <a:pt x="475428" y="615487"/>
                  <a:pt x="471447" y="614892"/>
                  <a:pt x="468173" y="616529"/>
                </a:cubicBezTo>
                <a:cubicBezTo>
                  <a:pt x="461326" y="619803"/>
                  <a:pt x="454182" y="622668"/>
                  <a:pt x="447039" y="625273"/>
                </a:cubicBezTo>
                <a:cubicBezTo>
                  <a:pt x="443355" y="626390"/>
                  <a:pt x="440825" y="629775"/>
                  <a:pt x="440787" y="633608"/>
                </a:cubicBezTo>
                <a:lnTo>
                  <a:pt x="440787" y="666945"/>
                </a:lnTo>
                <a:cubicBezTo>
                  <a:pt x="440787" y="682721"/>
                  <a:pt x="427988" y="695520"/>
                  <a:pt x="412212" y="695520"/>
                </a:cubicBezTo>
                <a:lnTo>
                  <a:pt x="325669" y="695520"/>
                </a:lnTo>
                <a:cubicBezTo>
                  <a:pt x="309894" y="695520"/>
                  <a:pt x="297094" y="682721"/>
                  <a:pt x="297094" y="666945"/>
                </a:cubicBezTo>
                <a:lnTo>
                  <a:pt x="297094" y="633608"/>
                </a:lnTo>
                <a:cubicBezTo>
                  <a:pt x="297020" y="629775"/>
                  <a:pt x="294527" y="626427"/>
                  <a:pt x="290844" y="625273"/>
                </a:cubicBezTo>
                <a:cubicBezTo>
                  <a:pt x="283663" y="622743"/>
                  <a:pt x="276594" y="619841"/>
                  <a:pt x="269710" y="616529"/>
                </a:cubicBezTo>
                <a:cubicBezTo>
                  <a:pt x="266435" y="614966"/>
                  <a:pt x="262492" y="615562"/>
                  <a:pt x="259812" y="618017"/>
                </a:cubicBezTo>
                <a:lnTo>
                  <a:pt x="236297" y="641533"/>
                </a:lnTo>
                <a:cubicBezTo>
                  <a:pt x="224875" y="652137"/>
                  <a:pt x="207238" y="652137"/>
                  <a:pt x="195816" y="641533"/>
                </a:cubicBezTo>
                <a:lnTo>
                  <a:pt x="134610" y="580327"/>
                </a:lnTo>
                <a:lnTo>
                  <a:pt x="134573" y="580327"/>
                </a:lnTo>
                <a:cubicBezTo>
                  <a:pt x="123485" y="569164"/>
                  <a:pt x="123485" y="551119"/>
                  <a:pt x="134573" y="539957"/>
                </a:cubicBezTo>
                <a:close/>
                <a:moveTo>
                  <a:pt x="171779" y="530023"/>
                </a:moveTo>
                <a:lnTo>
                  <a:pt x="148153" y="553539"/>
                </a:lnTo>
                <a:lnTo>
                  <a:pt x="148190" y="553539"/>
                </a:lnTo>
                <a:cubicBezTo>
                  <a:pt x="144804" y="556962"/>
                  <a:pt x="144804" y="562506"/>
                  <a:pt x="148190" y="565929"/>
                </a:cubicBezTo>
                <a:lnTo>
                  <a:pt x="209507" y="627135"/>
                </a:lnTo>
                <a:lnTo>
                  <a:pt x="209507" y="627172"/>
                </a:lnTo>
                <a:cubicBezTo>
                  <a:pt x="212930" y="630446"/>
                  <a:pt x="218362" y="630446"/>
                  <a:pt x="221786" y="627172"/>
                </a:cubicBezTo>
                <a:lnTo>
                  <a:pt x="245412" y="603545"/>
                </a:lnTo>
                <a:cubicBezTo>
                  <a:pt x="250696" y="598299"/>
                  <a:pt x="257803" y="595322"/>
                  <a:pt x="265244" y="595322"/>
                </a:cubicBezTo>
                <a:cubicBezTo>
                  <a:pt x="269671" y="595359"/>
                  <a:pt x="274025" y="596327"/>
                  <a:pt x="278043" y="598187"/>
                </a:cubicBezTo>
                <a:cubicBezTo>
                  <a:pt x="284369" y="601201"/>
                  <a:pt x="290805" y="603880"/>
                  <a:pt x="297390" y="606224"/>
                </a:cubicBezTo>
                <a:cubicBezTo>
                  <a:pt x="309111" y="610056"/>
                  <a:pt x="317073" y="620921"/>
                  <a:pt x="317259" y="633199"/>
                </a:cubicBezTo>
                <a:lnTo>
                  <a:pt x="317259" y="666537"/>
                </a:lnTo>
                <a:cubicBezTo>
                  <a:pt x="317221" y="668880"/>
                  <a:pt x="318115" y="671112"/>
                  <a:pt x="319788" y="672750"/>
                </a:cubicBezTo>
                <a:cubicBezTo>
                  <a:pt x="321426" y="674387"/>
                  <a:pt x="323658" y="675317"/>
                  <a:pt x="325965" y="675280"/>
                </a:cubicBezTo>
                <a:lnTo>
                  <a:pt x="412584" y="675280"/>
                </a:lnTo>
                <a:cubicBezTo>
                  <a:pt x="414928" y="675280"/>
                  <a:pt x="417123" y="674350"/>
                  <a:pt x="418760" y="672713"/>
                </a:cubicBezTo>
                <a:cubicBezTo>
                  <a:pt x="420397" y="671075"/>
                  <a:pt x="421327" y="668880"/>
                  <a:pt x="421327" y="666536"/>
                </a:cubicBezTo>
                <a:lnTo>
                  <a:pt x="421327" y="633608"/>
                </a:lnTo>
                <a:cubicBezTo>
                  <a:pt x="421476" y="621292"/>
                  <a:pt x="429475" y="610428"/>
                  <a:pt x="441158" y="606633"/>
                </a:cubicBezTo>
                <a:cubicBezTo>
                  <a:pt x="447706" y="604252"/>
                  <a:pt x="454143" y="601573"/>
                  <a:pt x="460431" y="598597"/>
                </a:cubicBezTo>
                <a:cubicBezTo>
                  <a:pt x="471406" y="593202"/>
                  <a:pt x="484579" y="595322"/>
                  <a:pt x="493247" y="603955"/>
                </a:cubicBezTo>
                <a:lnTo>
                  <a:pt x="516874" y="627581"/>
                </a:lnTo>
                <a:lnTo>
                  <a:pt x="516874" y="627544"/>
                </a:lnTo>
                <a:cubicBezTo>
                  <a:pt x="520334" y="630818"/>
                  <a:pt x="525729" y="630818"/>
                  <a:pt x="529190" y="627544"/>
                </a:cubicBezTo>
                <a:lnTo>
                  <a:pt x="590396" y="566338"/>
                </a:lnTo>
                <a:cubicBezTo>
                  <a:pt x="592033" y="564701"/>
                  <a:pt x="592964" y="562468"/>
                  <a:pt x="592964" y="560124"/>
                </a:cubicBezTo>
                <a:cubicBezTo>
                  <a:pt x="592964" y="557818"/>
                  <a:pt x="592033" y="555586"/>
                  <a:pt x="590396" y="553948"/>
                </a:cubicBezTo>
                <a:lnTo>
                  <a:pt x="566880" y="530433"/>
                </a:lnTo>
                <a:cubicBezTo>
                  <a:pt x="558360" y="521689"/>
                  <a:pt x="556202" y="508555"/>
                  <a:pt x="561522" y="497579"/>
                </a:cubicBezTo>
                <a:cubicBezTo>
                  <a:pt x="564388" y="491329"/>
                  <a:pt x="567067" y="484892"/>
                  <a:pt x="569448" y="478232"/>
                </a:cubicBezTo>
                <a:cubicBezTo>
                  <a:pt x="573317" y="466549"/>
                  <a:pt x="584145" y="458587"/>
                  <a:pt x="596460" y="458401"/>
                </a:cubicBezTo>
                <a:lnTo>
                  <a:pt x="629798" y="458401"/>
                </a:lnTo>
                <a:cubicBezTo>
                  <a:pt x="632105" y="458401"/>
                  <a:pt x="634336" y="457509"/>
                  <a:pt x="635974" y="455871"/>
                </a:cubicBezTo>
                <a:cubicBezTo>
                  <a:pt x="637648" y="454234"/>
                  <a:pt x="638541" y="451964"/>
                  <a:pt x="638503" y="449657"/>
                </a:cubicBezTo>
                <a:lnTo>
                  <a:pt x="638503" y="363523"/>
                </a:lnTo>
                <a:cubicBezTo>
                  <a:pt x="638541" y="361217"/>
                  <a:pt x="637648" y="358984"/>
                  <a:pt x="635974" y="357347"/>
                </a:cubicBezTo>
                <a:cubicBezTo>
                  <a:pt x="634336" y="355672"/>
                  <a:pt x="632105" y="354780"/>
                  <a:pt x="629798" y="354817"/>
                </a:cubicBezTo>
                <a:lnTo>
                  <a:pt x="595753" y="354817"/>
                </a:lnTo>
                <a:cubicBezTo>
                  <a:pt x="583475" y="354594"/>
                  <a:pt x="572648" y="346631"/>
                  <a:pt x="568779" y="334949"/>
                </a:cubicBezTo>
                <a:cubicBezTo>
                  <a:pt x="566397" y="328289"/>
                  <a:pt x="563718" y="321852"/>
                  <a:pt x="560853" y="315601"/>
                </a:cubicBezTo>
                <a:lnTo>
                  <a:pt x="560816" y="315601"/>
                </a:lnTo>
                <a:cubicBezTo>
                  <a:pt x="555384" y="304663"/>
                  <a:pt x="557542" y="291454"/>
                  <a:pt x="566174" y="282785"/>
                </a:cubicBezTo>
                <a:lnTo>
                  <a:pt x="589689" y="259270"/>
                </a:lnTo>
                <a:cubicBezTo>
                  <a:pt x="591363" y="257632"/>
                  <a:pt x="592294" y="255400"/>
                  <a:pt x="592294" y="253056"/>
                </a:cubicBezTo>
                <a:cubicBezTo>
                  <a:pt x="592294" y="250712"/>
                  <a:pt x="591363" y="248480"/>
                  <a:pt x="589689" y="246842"/>
                </a:cubicBezTo>
                <a:lnTo>
                  <a:pt x="528483" y="185637"/>
                </a:lnTo>
                <a:cubicBezTo>
                  <a:pt x="525023" y="182363"/>
                  <a:pt x="519628" y="182363"/>
                  <a:pt x="516167" y="185637"/>
                </a:cubicBezTo>
                <a:lnTo>
                  <a:pt x="492541" y="209263"/>
                </a:lnTo>
                <a:lnTo>
                  <a:pt x="492578" y="209263"/>
                </a:lnTo>
                <a:cubicBezTo>
                  <a:pt x="483872" y="217709"/>
                  <a:pt x="470774" y="219867"/>
                  <a:pt x="459835" y="214621"/>
                </a:cubicBezTo>
                <a:cubicBezTo>
                  <a:pt x="453585" y="211645"/>
                  <a:pt x="447036" y="208966"/>
                  <a:pt x="440488" y="206585"/>
                </a:cubicBezTo>
                <a:cubicBezTo>
                  <a:pt x="428768" y="202752"/>
                  <a:pt x="420806" y="191888"/>
                  <a:pt x="420620" y="179573"/>
                </a:cubicBezTo>
                <a:lnTo>
                  <a:pt x="420620" y="146645"/>
                </a:lnTo>
                <a:cubicBezTo>
                  <a:pt x="420620" y="144338"/>
                  <a:pt x="419728" y="142105"/>
                  <a:pt x="418090" y="140468"/>
                </a:cubicBezTo>
                <a:cubicBezTo>
                  <a:pt x="416453" y="138832"/>
                  <a:pt x="414221" y="137901"/>
                  <a:pt x="411914" y="137901"/>
                </a:cubicBezTo>
                <a:lnTo>
                  <a:pt x="325668" y="137901"/>
                </a:lnTo>
                <a:cubicBezTo>
                  <a:pt x="323361" y="137901"/>
                  <a:pt x="321129" y="138794"/>
                  <a:pt x="319491" y="140431"/>
                </a:cubicBezTo>
                <a:cubicBezTo>
                  <a:pt x="317818" y="142068"/>
                  <a:pt x="316924" y="144338"/>
                  <a:pt x="316961" y="146644"/>
                </a:cubicBezTo>
                <a:lnTo>
                  <a:pt x="316961" y="179982"/>
                </a:lnTo>
                <a:cubicBezTo>
                  <a:pt x="316776" y="192297"/>
                  <a:pt x="308813" y="203125"/>
                  <a:pt x="297093" y="206957"/>
                </a:cubicBezTo>
                <a:cubicBezTo>
                  <a:pt x="290508" y="209339"/>
                  <a:pt x="284071" y="212017"/>
                  <a:pt x="277746" y="214994"/>
                </a:cubicBezTo>
                <a:cubicBezTo>
                  <a:pt x="266808" y="220277"/>
                  <a:pt x="253711" y="218119"/>
                  <a:pt x="245004" y="209636"/>
                </a:cubicBezTo>
                <a:lnTo>
                  <a:pt x="221377" y="186009"/>
                </a:lnTo>
                <a:lnTo>
                  <a:pt x="221414" y="186046"/>
                </a:lnTo>
                <a:cubicBezTo>
                  <a:pt x="217954" y="182772"/>
                  <a:pt x="212559" y="182772"/>
                  <a:pt x="209098" y="186046"/>
                </a:cubicBezTo>
                <a:lnTo>
                  <a:pt x="147781" y="247252"/>
                </a:lnTo>
                <a:cubicBezTo>
                  <a:pt x="144396" y="250675"/>
                  <a:pt x="144396" y="256219"/>
                  <a:pt x="147781" y="259642"/>
                </a:cubicBezTo>
                <a:lnTo>
                  <a:pt x="171408" y="283157"/>
                </a:lnTo>
                <a:cubicBezTo>
                  <a:pt x="179891" y="291901"/>
                  <a:pt x="182012" y="305035"/>
                  <a:pt x="176766" y="316011"/>
                </a:cubicBezTo>
                <a:cubicBezTo>
                  <a:pt x="173752" y="322299"/>
                  <a:pt x="171111" y="328773"/>
                  <a:pt x="168804" y="335358"/>
                </a:cubicBezTo>
                <a:cubicBezTo>
                  <a:pt x="164934" y="347041"/>
                  <a:pt x="154107" y="355003"/>
                  <a:pt x="141829" y="355189"/>
                </a:cubicBezTo>
                <a:lnTo>
                  <a:pt x="108789" y="355189"/>
                </a:lnTo>
                <a:cubicBezTo>
                  <a:pt x="103952" y="355189"/>
                  <a:pt x="100045" y="359096"/>
                  <a:pt x="100045" y="363933"/>
                </a:cubicBezTo>
                <a:lnTo>
                  <a:pt x="100045" y="450439"/>
                </a:lnTo>
                <a:cubicBezTo>
                  <a:pt x="100045" y="452783"/>
                  <a:pt x="100975" y="454978"/>
                  <a:pt x="102612" y="456615"/>
                </a:cubicBezTo>
                <a:cubicBezTo>
                  <a:pt x="104249" y="458253"/>
                  <a:pt x="106482" y="459182"/>
                  <a:pt x="108789" y="459182"/>
                </a:cubicBezTo>
                <a:lnTo>
                  <a:pt x="142238" y="459182"/>
                </a:lnTo>
                <a:cubicBezTo>
                  <a:pt x="154516" y="459406"/>
                  <a:pt x="165343" y="467368"/>
                  <a:pt x="169212" y="479013"/>
                </a:cubicBezTo>
                <a:cubicBezTo>
                  <a:pt x="171482" y="485637"/>
                  <a:pt x="174124" y="492073"/>
                  <a:pt x="177137" y="498360"/>
                </a:cubicBezTo>
                <a:cubicBezTo>
                  <a:pt x="182198" y="509113"/>
                  <a:pt x="180077" y="521876"/>
                  <a:pt x="171779" y="530433"/>
                </a:cubicBezTo>
                <a:close/>
                <a:moveTo>
                  <a:pt x="220111" y="406789"/>
                </a:moveTo>
                <a:cubicBezTo>
                  <a:pt x="220111" y="367313"/>
                  <a:pt x="235775" y="329473"/>
                  <a:pt x="263718" y="301566"/>
                </a:cubicBezTo>
                <a:cubicBezTo>
                  <a:pt x="291623" y="273624"/>
                  <a:pt x="329462" y="257960"/>
                  <a:pt x="368940" y="257960"/>
                </a:cubicBezTo>
                <a:cubicBezTo>
                  <a:pt x="408419" y="257960"/>
                  <a:pt x="446257" y="273624"/>
                  <a:pt x="474163" y="301566"/>
                </a:cubicBezTo>
                <a:cubicBezTo>
                  <a:pt x="502106" y="329472"/>
                  <a:pt x="517769" y="367311"/>
                  <a:pt x="517769" y="406789"/>
                </a:cubicBezTo>
                <a:cubicBezTo>
                  <a:pt x="517769" y="446267"/>
                  <a:pt x="502106" y="484105"/>
                  <a:pt x="474163" y="512012"/>
                </a:cubicBezTo>
                <a:cubicBezTo>
                  <a:pt x="446258" y="539954"/>
                  <a:pt x="408419" y="555618"/>
                  <a:pt x="368940" y="555618"/>
                </a:cubicBezTo>
                <a:cubicBezTo>
                  <a:pt x="329462" y="555618"/>
                  <a:pt x="291624" y="539954"/>
                  <a:pt x="263718" y="512012"/>
                </a:cubicBezTo>
                <a:cubicBezTo>
                  <a:pt x="235775" y="484106"/>
                  <a:pt x="220111" y="446267"/>
                  <a:pt x="220111" y="406789"/>
                </a:cubicBezTo>
                <a:close/>
                <a:moveTo>
                  <a:pt x="368939" y="535786"/>
                </a:moveTo>
                <a:cubicBezTo>
                  <a:pt x="374967" y="535712"/>
                  <a:pt x="380957" y="535265"/>
                  <a:pt x="386910" y="534373"/>
                </a:cubicBezTo>
                <a:lnTo>
                  <a:pt x="386910" y="482878"/>
                </a:lnTo>
                <a:cubicBezTo>
                  <a:pt x="386910" y="478711"/>
                  <a:pt x="389514" y="474990"/>
                  <a:pt x="393459" y="473576"/>
                </a:cubicBezTo>
                <a:cubicBezTo>
                  <a:pt x="418946" y="464237"/>
                  <a:pt x="436916" y="441169"/>
                  <a:pt x="439744" y="414157"/>
                </a:cubicBezTo>
                <a:cubicBezTo>
                  <a:pt x="442572" y="387145"/>
                  <a:pt x="429773" y="360876"/>
                  <a:pt x="406742" y="346477"/>
                </a:cubicBezTo>
                <a:lnTo>
                  <a:pt x="406742" y="406789"/>
                </a:lnTo>
                <a:cubicBezTo>
                  <a:pt x="406742" y="409430"/>
                  <a:pt x="405700" y="411961"/>
                  <a:pt x="403840" y="413821"/>
                </a:cubicBezTo>
                <a:cubicBezTo>
                  <a:pt x="401980" y="415682"/>
                  <a:pt x="399450" y="416724"/>
                  <a:pt x="396808" y="416724"/>
                </a:cubicBezTo>
                <a:lnTo>
                  <a:pt x="341071" y="416724"/>
                </a:lnTo>
                <a:cubicBezTo>
                  <a:pt x="335565" y="416724"/>
                  <a:pt x="331137" y="412258"/>
                  <a:pt x="331137" y="406789"/>
                </a:cubicBezTo>
                <a:lnTo>
                  <a:pt x="331137" y="346477"/>
                </a:lnTo>
                <a:cubicBezTo>
                  <a:pt x="308105" y="360913"/>
                  <a:pt x="295343" y="387181"/>
                  <a:pt x="298171" y="414194"/>
                </a:cubicBezTo>
                <a:cubicBezTo>
                  <a:pt x="301037" y="441206"/>
                  <a:pt x="319007" y="464237"/>
                  <a:pt x="344532" y="473576"/>
                </a:cubicBezTo>
                <a:cubicBezTo>
                  <a:pt x="348439" y="475027"/>
                  <a:pt x="351006" y="478747"/>
                  <a:pt x="350969" y="482878"/>
                </a:cubicBezTo>
                <a:lnTo>
                  <a:pt x="350969" y="534000"/>
                </a:lnTo>
                <a:cubicBezTo>
                  <a:pt x="356922" y="534968"/>
                  <a:pt x="362912" y="535563"/>
                  <a:pt x="368939" y="535786"/>
                </a:cubicBezTo>
                <a:close/>
                <a:moveTo>
                  <a:pt x="239942" y="406789"/>
                </a:moveTo>
                <a:cubicBezTo>
                  <a:pt x="240054" y="463195"/>
                  <a:pt x="276852" y="513012"/>
                  <a:pt x="330727" y="529719"/>
                </a:cubicBezTo>
                <a:lnTo>
                  <a:pt x="330727" y="490018"/>
                </a:lnTo>
                <a:cubicBezTo>
                  <a:pt x="296868" y="474837"/>
                  <a:pt x="275623" y="440570"/>
                  <a:pt x="277037" y="403475"/>
                </a:cubicBezTo>
                <a:cubicBezTo>
                  <a:pt x="278488" y="366380"/>
                  <a:pt x="302338" y="333898"/>
                  <a:pt x="337275" y="321359"/>
                </a:cubicBezTo>
                <a:cubicBezTo>
                  <a:pt x="340326" y="320243"/>
                  <a:pt x="343750" y="320690"/>
                  <a:pt x="346428" y="322550"/>
                </a:cubicBezTo>
                <a:cubicBezTo>
                  <a:pt x="349033" y="324410"/>
                  <a:pt x="350595" y="327461"/>
                  <a:pt x="350595" y="330699"/>
                </a:cubicBezTo>
                <a:lnTo>
                  <a:pt x="350595" y="396852"/>
                </a:lnTo>
                <a:lnTo>
                  <a:pt x="386500" y="396852"/>
                </a:lnTo>
                <a:lnTo>
                  <a:pt x="386500" y="330699"/>
                </a:lnTo>
                <a:cubicBezTo>
                  <a:pt x="386500" y="327424"/>
                  <a:pt x="388100" y="324410"/>
                  <a:pt x="390779" y="322550"/>
                </a:cubicBezTo>
                <a:cubicBezTo>
                  <a:pt x="393420" y="320690"/>
                  <a:pt x="396844" y="320243"/>
                  <a:pt x="399895" y="321359"/>
                </a:cubicBezTo>
                <a:cubicBezTo>
                  <a:pt x="434907" y="333824"/>
                  <a:pt x="458831" y="366380"/>
                  <a:pt x="460244" y="403512"/>
                </a:cubicBezTo>
                <a:cubicBezTo>
                  <a:pt x="461658" y="440645"/>
                  <a:pt x="440301" y="474913"/>
                  <a:pt x="406331" y="490018"/>
                </a:cubicBezTo>
                <a:lnTo>
                  <a:pt x="406331" y="529719"/>
                </a:lnTo>
                <a:cubicBezTo>
                  <a:pt x="453025" y="515580"/>
                  <a:pt x="487740" y="476289"/>
                  <a:pt x="496037" y="428220"/>
                </a:cubicBezTo>
                <a:cubicBezTo>
                  <a:pt x="504334" y="380151"/>
                  <a:pt x="484800" y="331522"/>
                  <a:pt x="445584" y="302538"/>
                </a:cubicBezTo>
                <a:cubicBezTo>
                  <a:pt x="406331" y="273553"/>
                  <a:pt x="354129" y="269163"/>
                  <a:pt x="310596" y="291227"/>
                </a:cubicBezTo>
                <a:cubicBezTo>
                  <a:pt x="267101" y="313291"/>
                  <a:pt x="239754" y="358013"/>
                  <a:pt x="239939" y="406794"/>
                </a:cubicBezTo>
                <a:close/>
                <a:moveTo>
                  <a:pt x="360900" y="95845"/>
                </a:moveTo>
                <a:cubicBezTo>
                  <a:pt x="344454" y="95845"/>
                  <a:pt x="331135" y="82488"/>
                  <a:pt x="331135" y="66080"/>
                </a:cubicBezTo>
                <a:lnTo>
                  <a:pt x="331135" y="29766"/>
                </a:lnTo>
                <a:cubicBezTo>
                  <a:pt x="331135" y="13320"/>
                  <a:pt x="344454" y="0"/>
                  <a:pt x="360900" y="0"/>
                </a:cubicBezTo>
                <a:lnTo>
                  <a:pt x="397214" y="0"/>
                </a:lnTo>
                <a:cubicBezTo>
                  <a:pt x="413660" y="0"/>
                  <a:pt x="426980" y="13320"/>
                  <a:pt x="426980" y="29766"/>
                </a:cubicBezTo>
                <a:lnTo>
                  <a:pt x="426980" y="66080"/>
                </a:lnTo>
                <a:cubicBezTo>
                  <a:pt x="426980" y="82488"/>
                  <a:pt x="413660" y="95845"/>
                  <a:pt x="397214" y="95845"/>
                </a:cubicBezTo>
                <a:close/>
                <a:moveTo>
                  <a:pt x="360900" y="76014"/>
                </a:moveTo>
                <a:lnTo>
                  <a:pt x="397214" y="76014"/>
                </a:lnTo>
                <a:lnTo>
                  <a:pt x="397214" y="75977"/>
                </a:lnTo>
                <a:cubicBezTo>
                  <a:pt x="399856" y="75977"/>
                  <a:pt x="402386" y="74935"/>
                  <a:pt x="404247" y="73075"/>
                </a:cubicBezTo>
                <a:cubicBezTo>
                  <a:pt x="406107" y="71215"/>
                  <a:pt x="407149" y="68685"/>
                  <a:pt x="407149" y="66080"/>
                </a:cubicBezTo>
                <a:lnTo>
                  <a:pt x="407149" y="29766"/>
                </a:lnTo>
                <a:cubicBezTo>
                  <a:pt x="407149" y="27124"/>
                  <a:pt x="406107" y="24594"/>
                  <a:pt x="404247" y="22734"/>
                </a:cubicBezTo>
                <a:cubicBezTo>
                  <a:pt x="402386" y="20873"/>
                  <a:pt x="399856" y="19832"/>
                  <a:pt x="397214" y="19832"/>
                </a:cubicBezTo>
                <a:lnTo>
                  <a:pt x="360900" y="19832"/>
                </a:lnTo>
                <a:cubicBezTo>
                  <a:pt x="355431" y="19832"/>
                  <a:pt x="350966" y="24259"/>
                  <a:pt x="350966" y="29767"/>
                </a:cubicBezTo>
                <a:lnTo>
                  <a:pt x="350966" y="66081"/>
                </a:lnTo>
                <a:cubicBezTo>
                  <a:pt x="350966" y="68685"/>
                  <a:pt x="352008" y="71215"/>
                  <a:pt x="353868" y="73075"/>
                </a:cubicBezTo>
                <a:cubicBezTo>
                  <a:pt x="355728" y="74935"/>
                  <a:pt x="358258" y="75977"/>
                  <a:pt x="360900" y="75977"/>
                </a:cubicBezTo>
                <a:close/>
                <a:moveTo>
                  <a:pt x="377085" y="717761"/>
                </a:moveTo>
                <a:lnTo>
                  <a:pt x="377085" y="717724"/>
                </a:lnTo>
                <a:cubicBezTo>
                  <a:pt x="393494" y="717724"/>
                  <a:pt x="406851" y="731081"/>
                  <a:pt x="406851" y="747490"/>
                </a:cubicBezTo>
                <a:lnTo>
                  <a:pt x="406851" y="783804"/>
                </a:lnTo>
                <a:cubicBezTo>
                  <a:pt x="406851" y="800250"/>
                  <a:pt x="393494" y="813569"/>
                  <a:pt x="377085" y="813569"/>
                </a:cubicBezTo>
                <a:lnTo>
                  <a:pt x="340660" y="813569"/>
                </a:lnTo>
                <a:cubicBezTo>
                  <a:pt x="324214" y="813569"/>
                  <a:pt x="310894" y="800250"/>
                  <a:pt x="310894" y="783804"/>
                </a:cubicBezTo>
                <a:lnTo>
                  <a:pt x="310894" y="747490"/>
                </a:lnTo>
                <a:cubicBezTo>
                  <a:pt x="310894" y="731081"/>
                  <a:pt x="324214" y="717724"/>
                  <a:pt x="340660" y="717724"/>
                </a:cubicBezTo>
                <a:close/>
                <a:moveTo>
                  <a:pt x="377085" y="737592"/>
                </a:moveTo>
                <a:lnTo>
                  <a:pt x="340660" y="737592"/>
                </a:lnTo>
                <a:cubicBezTo>
                  <a:pt x="335190" y="737592"/>
                  <a:pt x="330725" y="742019"/>
                  <a:pt x="330725" y="747490"/>
                </a:cubicBezTo>
                <a:lnTo>
                  <a:pt x="330725" y="783804"/>
                </a:lnTo>
                <a:cubicBezTo>
                  <a:pt x="330725" y="786445"/>
                  <a:pt x="331767" y="788976"/>
                  <a:pt x="333627" y="790836"/>
                </a:cubicBezTo>
                <a:cubicBezTo>
                  <a:pt x="335488" y="792696"/>
                  <a:pt x="338017" y="793738"/>
                  <a:pt x="340660" y="793738"/>
                </a:cubicBezTo>
                <a:lnTo>
                  <a:pt x="377085" y="793738"/>
                </a:lnTo>
                <a:cubicBezTo>
                  <a:pt x="379689" y="793738"/>
                  <a:pt x="382219" y="792696"/>
                  <a:pt x="384080" y="790836"/>
                </a:cubicBezTo>
                <a:cubicBezTo>
                  <a:pt x="385941" y="788976"/>
                  <a:pt x="386982" y="786445"/>
                  <a:pt x="386982" y="783804"/>
                </a:cubicBezTo>
                <a:lnTo>
                  <a:pt x="386982" y="747490"/>
                </a:lnTo>
                <a:cubicBezTo>
                  <a:pt x="386982" y="744886"/>
                  <a:pt x="385941" y="742355"/>
                  <a:pt x="384080" y="740495"/>
                </a:cubicBezTo>
                <a:cubicBezTo>
                  <a:pt x="382219" y="738634"/>
                  <a:pt x="379689" y="737592"/>
                  <a:pt x="377085" y="737592"/>
                </a:cubicBezTo>
                <a:close/>
              </a:path>
            </a:pathLst>
          </a:custGeom>
          <a:solidFill>
            <a:schemeClr val="accent2"/>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6675D8D-5968-4463-F383-53D7D6D788ED}"/>
              </a:ext>
            </a:extLst>
          </p:cNvPr>
          <p:cNvSpPr/>
          <p:nvPr/>
        </p:nvSpPr>
        <p:spPr>
          <a:xfrm>
            <a:off x="11375686" y="4100250"/>
            <a:ext cx="293814" cy="293814"/>
          </a:xfrm>
          <a:custGeom>
            <a:avLst/>
            <a:gdLst>
              <a:gd name="connsiteX0" fmla="*/ 44797 w 855764"/>
              <a:gd name="connsiteY0" fmla="*/ 439044 h 855764"/>
              <a:gd name="connsiteX1" fmla="*/ 11162 w 855764"/>
              <a:gd name="connsiteY1" fmla="*/ 439044 h 855764"/>
              <a:gd name="connsiteX2" fmla="*/ 0 w 855764"/>
              <a:gd name="connsiteY2" fmla="*/ 427882 h 855764"/>
              <a:gd name="connsiteX3" fmla="*/ 11162 w 855764"/>
              <a:gd name="connsiteY3" fmla="*/ 416720 h 855764"/>
              <a:gd name="connsiteX4" fmla="*/ 44797 w 855764"/>
              <a:gd name="connsiteY4" fmla="*/ 416720 h 855764"/>
              <a:gd name="connsiteX5" fmla="*/ 416720 w 855764"/>
              <a:gd name="connsiteY5" fmla="*/ 44797 h 855764"/>
              <a:gd name="connsiteX6" fmla="*/ 416720 w 855764"/>
              <a:gd name="connsiteY6" fmla="*/ 11162 h 855764"/>
              <a:gd name="connsiteX7" fmla="*/ 427882 w 855764"/>
              <a:gd name="connsiteY7" fmla="*/ 0 h 855764"/>
              <a:gd name="connsiteX8" fmla="*/ 439044 w 855764"/>
              <a:gd name="connsiteY8" fmla="*/ 11162 h 855764"/>
              <a:gd name="connsiteX9" fmla="*/ 439044 w 855764"/>
              <a:gd name="connsiteY9" fmla="*/ 44797 h 855764"/>
              <a:gd name="connsiteX10" fmla="*/ 810967 w 855764"/>
              <a:gd name="connsiteY10" fmla="*/ 416720 h 855764"/>
              <a:gd name="connsiteX11" fmla="*/ 844602 w 855764"/>
              <a:gd name="connsiteY11" fmla="*/ 416720 h 855764"/>
              <a:gd name="connsiteX12" fmla="*/ 855764 w 855764"/>
              <a:gd name="connsiteY12" fmla="*/ 427882 h 855764"/>
              <a:gd name="connsiteX13" fmla="*/ 844602 w 855764"/>
              <a:gd name="connsiteY13" fmla="*/ 439044 h 855764"/>
              <a:gd name="connsiteX14" fmla="*/ 810967 w 855764"/>
              <a:gd name="connsiteY14" fmla="*/ 439044 h 855764"/>
              <a:gd name="connsiteX15" fmla="*/ 439044 w 855764"/>
              <a:gd name="connsiteY15" fmla="*/ 810967 h 855764"/>
              <a:gd name="connsiteX16" fmla="*/ 439044 w 855764"/>
              <a:gd name="connsiteY16" fmla="*/ 844602 h 855764"/>
              <a:gd name="connsiteX17" fmla="*/ 427882 w 855764"/>
              <a:gd name="connsiteY17" fmla="*/ 855764 h 855764"/>
              <a:gd name="connsiteX18" fmla="*/ 416720 w 855764"/>
              <a:gd name="connsiteY18" fmla="*/ 844602 h 855764"/>
              <a:gd name="connsiteX19" fmla="*/ 416720 w 855764"/>
              <a:gd name="connsiteY19" fmla="*/ 810967 h 855764"/>
              <a:gd name="connsiteX20" fmla="*/ 44797 w 855764"/>
              <a:gd name="connsiteY20" fmla="*/ 439044 h 855764"/>
              <a:gd name="connsiteX21" fmla="*/ 416720 w 855764"/>
              <a:gd name="connsiteY21" fmla="*/ 67160 h 855764"/>
              <a:gd name="connsiteX22" fmla="*/ 67124 w 855764"/>
              <a:gd name="connsiteY22" fmla="*/ 416756 h 855764"/>
              <a:gd name="connsiteX23" fmla="*/ 104368 w 855764"/>
              <a:gd name="connsiteY23" fmla="*/ 416756 h 855764"/>
              <a:gd name="connsiteX24" fmla="*/ 416722 w 855764"/>
              <a:gd name="connsiteY24" fmla="*/ 104403 h 855764"/>
              <a:gd name="connsiteX25" fmla="*/ 788642 w 855764"/>
              <a:gd name="connsiteY25" fmla="*/ 416756 h 855764"/>
              <a:gd name="connsiteX26" fmla="*/ 439046 w 855764"/>
              <a:gd name="connsiteY26" fmla="*/ 67160 h 855764"/>
              <a:gd name="connsiteX27" fmla="*/ 439046 w 855764"/>
              <a:gd name="connsiteY27" fmla="*/ 104404 h 855764"/>
              <a:gd name="connsiteX28" fmla="*/ 751400 w 855764"/>
              <a:gd name="connsiteY28" fmla="*/ 416758 h 855764"/>
              <a:gd name="connsiteX29" fmla="*/ 439046 w 855764"/>
              <a:gd name="connsiteY29" fmla="*/ 788641 h 855764"/>
              <a:gd name="connsiteX30" fmla="*/ 788642 w 855764"/>
              <a:gd name="connsiteY30" fmla="*/ 439082 h 855764"/>
              <a:gd name="connsiteX31" fmla="*/ 751398 w 855764"/>
              <a:gd name="connsiteY31" fmla="*/ 439082 h 855764"/>
              <a:gd name="connsiteX32" fmla="*/ 439044 w 855764"/>
              <a:gd name="connsiteY32" fmla="*/ 751436 h 855764"/>
              <a:gd name="connsiteX33" fmla="*/ 67124 w 855764"/>
              <a:gd name="connsiteY33" fmla="*/ 439044 h 855764"/>
              <a:gd name="connsiteX34" fmla="*/ 416720 w 855764"/>
              <a:gd name="connsiteY34" fmla="*/ 788602 h 855764"/>
              <a:gd name="connsiteX35" fmla="*/ 416720 w 855764"/>
              <a:gd name="connsiteY35" fmla="*/ 751396 h 855764"/>
              <a:gd name="connsiteX36" fmla="*/ 104366 w 855764"/>
              <a:gd name="connsiteY36" fmla="*/ 439042 h 855764"/>
              <a:gd name="connsiteX37" fmla="*/ 416720 w 855764"/>
              <a:gd name="connsiteY37" fmla="*/ 126729 h 855764"/>
              <a:gd name="connsiteX38" fmla="*/ 126731 w 855764"/>
              <a:gd name="connsiteY38" fmla="*/ 416756 h 855764"/>
              <a:gd name="connsiteX39" fmla="*/ 159994 w 855764"/>
              <a:gd name="connsiteY39" fmla="*/ 416756 h 855764"/>
              <a:gd name="connsiteX40" fmla="*/ 171157 w 855764"/>
              <a:gd name="connsiteY40" fmla="*/ 427918 h 855764"/>
              <a:gd name="connsiteX41" fmla="*/ 159994 w 855764"/>
              <a:gd name="connsiteY41" fmla="*/ 439081 h 855764"/>
              <a:gd name="connsiteX42" fmla="*/ 126731 w 855764"/>
              <a:gd name="connsiteY42" fmla="*/ 439081 h 855764"/>
              <a:gd name="connsiteX43" fmla="*/ 416720 w 855764"/>
              <a:gd name="connsiteY43" fmla="*/ 729107 h 855764"/>
              <a:gd name="connsiteX44" fmla="*/ 416720 w 855764"/>
              <a:gd name="connsiteY44" fmla="*/ 695807 h 855764"/>
              <a:gd name="connsiteX45" fmla="*/ 427882 w 855764"/>
              <a:gd name="connsiteY45" fmla="*/ 684645 h 855764"/>
              <a:gd name="connsiteX46" fmla="*/ 439044 w 855764"/>
              <a:gd name="connsiteY46" fmla="*/ 695807 h 855764"/>
              <a:gd name="connsiteX47" fmla="*/ 439044 w 855764"/>
              <a:gd name="connsiteY47" fmla="*/ 729107 h 855764"/>
              <a:gd name="connsiteX48" fmla="*/ 729033 w 855764"/>
              <a:gd name="connsiteY48" fmla="*/ 439081 h 855764"/>
              <a:gd name="connsiteX49" fmla="*/ 695770 w 855764"/>
              <a:gd name="connsiteY49" fmla="*/ 439081 h 855764"/>
              <a:gd name="connsiteX50" fmla="*/ 684608 w 855764"/>
              <a:gd name="connsiteY50" fmla="*/ 427918 h 855764"/>
              <a:gd name="connsiteX51" fmla="*/ 695770 w 855764"/>
              <a:gd name="connsiteY51" fmla="*/ 416756 h 855764"/>
              <a:gd name="connsiteX52" fmla="*/ 729033 w 855764"/>
              <a:gd name="connsiteY52" fmla="*/ 416756 h 855764"/>
              <a:gd name="connsiteX53" fmla="*/ 439044 w 855764"/>
              <a:gd name="connsiteY53" fmla="*/ 126729 h 855764"/>
              <a:gd name="connsiteX54" fmla="*/ 439044 w 855764"/>
              <a:gd name="connsiteY54" fmla="*/ 160030 h 855764"/>
              <a:gd name="connsiteX55" fmla="*/ 427882 w 855764"/>
              <a:gd name="connsiteY55" fmla="*/ 171192 h 855764"/>
              <a:gd name="connsiteX56" fmla="*/ 416720 w 855764"/>
              <a:gd name="connsiteY56" fmla="*/ 160030 h 855764"/>
              <a:gd name="connsiteX57" fmla="*/ 282779 w 855764"/>
              <a:gd name="connsiteY57" fmla="*/ 454780 h 855764"/>
              <a:gd name="connsiteX58" fmla="*/ 223248 w 855764"/>
              <a:gd name="connsiteY58" fmla="*/ 383268 h 855764"/>
              <a:gd name="connsiteX59" fmla="*/ 241480 w 855764"/>
              <a:gd name="connsiteY59" fmla="*/ 340852 h 855764"/>
              <a:gd name="connsiteX60" fmla="*/ 310685 w 855764"/>
              <a:gd name="connsiteY60" fmla="*/ 300408 h 855764"/>
              <a:gd name="connsiteX61" fmla="*/ 323075 w 855764"/>
              <a:gd name="connsiteY61" fmla="*/ 243853 h 855764"/>
              <a:gd name="connsiteX62" fmla="*/ 341827 w 855764"/>
              <a:gd name="connsiteY62" fmla="*/ 214683 h 855764"/>
              <a:gd name="connsiteX63" fmla="*/ 376579 w 855764"/>
              <a:gd name="connsiteY63" fmla="*/ 210479 h 855764"/>
              <a:gd name="connsiteX64" fmla="*/ 398494 w 855764"/>
              <a:gd name="connsiteY64" fmla="*/ 217771 h 855764"/>
              <a:gd name="connsiteX65" fmla="*/ 427887 w 855764"/>
              <a:gd name="connsiteY65" fmla="*/ 222534 h 855764"/>
              <a:gd name="connsiteX66" fmla="*/ 457280 w 855764"/>
              <a:gd name="connsiteY66" fmla="*/ 217771 h 855764"/>
              <a:gd name="connsiteX67" fmla="*/ 479195 w 855764"/>
              <a:gd name="connsiteY67" fmla="*/ 210479 h 855764"/>
              <a:gd name="connsiteX68" fmla="*/ 513946 w 855764"/>
              <a:gd name="connsiteY68" fmla="*/ 214683 h 855764"/>
              <a:gd name="connsiteX69" fmla="*/ 532661 w 855764"/>
              <a:gd name="connsiteY69" fmla="*/ 243705 h 855764"/>
              <a:gd name="connsiteX70" fmla="*/ 545051 w 855764"/>
              <a:gd name="connsiteY70" fmla="*/ 300445 h 855764"/>
              <a:gd name="connsiteX71" fmla="*/ 614256 w 855764"/>
              <a:gd name="connsiteY71" fmla="*/ 340889 h 855764"/>
              <a:gd name="connsiteX72" fmla="*/ 632488 w 855764"/>
              <a:gd name="connsiteY72" fmla="*/ 383305 h 855764"/>
              <a:gd name="connsiteX73" fmla="*/ 572956 w 855764"/>
              <a:gd name="connsiteY73" fmla="*/ 454817 h 855764"/>
              <a:gd name="connsiteX74" fmla="*/ 572956 w 855764"/>
              <a:gd name="connsiteY74" fmla="*/ 502368 h 855764"/>
              <a:gd name="connsiteX75" fmla="*/ 530466 w 855764"/>
              <a:gd name="connsiteY75" fmla="*/ 604952 h 855764"/>
              <a:gd name="connsiteX76" fmla="*/ 427853 w 855764"/>
              <a:gd name="connsiteY76" fmla="*/ 647479 h 855764"/>
              <a:gd name="connsiteX77" fmla="*/ 325241 w 855764"/>
              <a:gd name="connsiteY77" fmla="*/ 604952 h 855764"/>
              <a:gd name="connsiteX78" fmla="*/ 282751 w 855764"/>
              <a:gd name="connsiteY78" fmla="*/ 502368 h 855764"/>
              <a:gd name="connsiteX79" fmla="*/ 282751 w 855764"/>
              <a:gd name="connsiteY79" fmla="*/ 454817 h 855764"/>
              <a:gd name="connsiteX80" fmla="*/ 305029 w 855764"/>
              <a:gd name="connsiteY80" fmla="*/ 326268 h 855764"/>
              <a:gd name="connsiteX81" fmla="*/ 265143 w 855764"/>
              <a:gd name="connsiteY81" fmla="*/ 349113 h 855764"/>
              <a:gd name="connsiteX82" fmla="*/ 245572 w 855764"/>
              <a:gd name="connsiteY82" fmla="*/ 383269 h 855764"/>
              <a:gd name="connsiteX83" fmla="*/ 258520 w 855764"/>
              <a:gd name="connsiteY83" fmla="*/ 411211 h 855764"/>
              <a:gd name="connsiteX84" fmla="*/ 298443 w 855764"/>
              <a:gd name="connsiteY84" fmla="*/ 437479 h 855764"/>
              <a:gd name="connsiteX85" fmla="*/ 427850 w 855764"/>
              <a:gd name="connsiteY85" fmla="*/ 461403 h 855764"/>
              <a:gd name="connsiteX86" fmla="*/ 557256 w 855764"/>
              <a:gd name="connsiteY86" fmla="*/ 437479 h 855764"/>
              <a:gd name="connsiteX87" fmla="*/ 597179 w 855764"/>
              <a:gd name="connsiteY87" fmla="*/ 411211 h 855764"/>
              <a:gd name="connsiteX88" fmla="*/ 610128 w 855764"/>
              <a:gd name="connsiteY88" fmla="*/ 383269 h 855764"/>
              <a:gd name="connsiteX89" fmla="*/ 590557 w 855764"/>
              <a:gd name="connsiteY89" fmla="*/ 349113 h 855764"/>
              <a:gd name="connsiteX90" fmla="*/ 550671 w 855764"/>
              <a:gd name="connsiteY90" fmla="*/ 326268 h 855764"/>
              <a:gd name="connsiteX91" fmla="*/ 557777 w 855764"/>
              <a:gd name="connsiteY91" fmla="*/ 358751 h 855764"/>
              <a:gd name="connsiteX92" fmla="*/ 557740 w 855764"/>
              <a:gd name="connsiteY92" fmla="*/ 363699 h 855764"/>
              <a:gd name="connsiteX93" fmla="*/ 523361 w 855764"/>
              <a:gd name="connsiteY93" fmla="*/ 401799 h 855764"/>
              <a:gd name="connsiteX94" fmla="*/ 427815 w 855764"/>
              <a:gd name="connsiteY94" fmla="*/ 424161 h 855764"/>
              <a:gd name="connsiteX95" fmla="*/ 332270 w 855764"/>
              <a:gd name="connsiteY95" fmla="*/ 401799 h 855764"/>
              <a:gd name="connsiteX96" fmla="*/ 297891 w 855764"/>
              <a:gd name="connsiteY96" fmla="*/ 363699 h 855764"/>
              <a:gd name="connsiteX97" fmla="*/ 297853 w 855764"/>
              <a:gd name="connsiteY97" fmla="*/ 358751 h 855764"/>
              <a:gd name="connsiteX98" fmla="*/ 304960 w 855764"/>
              <a:gd name="connsiteY98" fmla="*/ 326268 h 855764"/>
              <a:gd name="connsiteX99" fmla="*/ 534219 w 855764"/>
              <a:gd name="connsiteY99" fmla="*/ 469477 h 855764"/>
              <a:gd name="connsiteX100" fmla="*/ 461926 w 855764"/>
              <a:gd name="connsiteY100" fmla="*/ 482351 h 855764"/>
              <a:gd name="connsiteX101" fmla="*/ 475358 w 855764"/>
              <a:gd name="connsiteY101" fmla="*/ 499131 h 855764"/>
              <a:gd name="connsiteX102" fmla="*/ 488865 w 855764"/>
              <a:gd name="connsiteY102" fmla="*/ 506089 h 855764"/>
              <a:gd name="connsiteX103" fmla="*/ 503041 w 855764"/>
              <a:gd name="connsiteY103" fmla="*/ 500657 h 855764"/>
              <a:gd name="connsiteX104" fmla="*/ 434397 w 855764"/>
              <a:gd name="connsiteY104" fmla="*/ 483653 h 855764"/>
              <a:gd name="connsiteX105" fmla="*/ 427886 w 855764"/>
              <a:gd name="connsiteY105" fmla="*/ 483690 h 855764"/>
              <a:gd name="connsiteX106" fmla="*/ 421375 w 855764"/>
              <a:gd name="connsiteY106" fmla="*/ 483653 h 855764"/>
              <a:gd name="connsiteX107" fmla="*/ 397859 w 855764"/>
              <a:gd name="connsiteY107" fmla="*/ 513083 h 855764"/>
              <a:gd name="connsiteX108" fmla="*/ 368168 w 855764"/>
              <a:gd name="connsiteY108" fmla="*/ 528376 h 855764"/>
              <a:gd name="connsiteX109" fmla="*/ 336989 w 855764"/>
              <a:gd name="connsiteY109" fmla="*/ 516469 h 855764"/>
              <a:gd name="connsiteX110" fmla="*/ 305139 w 855764"/>
              <a:gd name="connsiteY110" fmla="*/ 484620 h 855764"/>
              <a:gd name="connsiteX111" fmla="*/ 305139 w 855764"/>
              <a:gd name="connsiteY111" fmla="*/ 502330 h 855764"/>
              <a:gd name="connsiteX112" fmla="*/ 341081 w 855764"/>
              <a:gd name="connsiteY112" fmla="*/ 589135 h 855764"/>
              <a:gd name="connsiteX113" fmla="*/ 427922 w 855764"/>
              <a:gd name="connsiteY113" fmla="*/ 625113 h 855764"/>
              <a:gd name="connsiteX114" fmla="*/ 514763 w 855764"/>
              <a:gd name="connsiteY114" fmla="*/ 589135 h 855764"/>
              <a:gd name="connsiteX115" fmla="*/ 550705 w 855764"/>
              <a:gd name="connsiteY115" fmla="*/ 502330 h 855764"/>
              <a:gd name="connsiteX116" fmla="*/ 550705 w 855764"/>
              <a:gd name="connsiteY116" fmla="*/ 484620 h 855764"/>
              <a:gd name="connsiteX117" fmla="*/ 518855 w 855764"/>
              <a:gd name="connsiteY117" fmla="*/ 516469 h 855764"/>
              <a:gd name="connsiteX118" fmla="*/ 487676 w 855764"/>
              <a:gd name="connsiteY118" fmla="*/ 528376 h 855764"/>
              <a:gd name="connsiteX119" fmla="*/ 457985 w 855764"/>
              <a:gd name="connsiteY119" fmla="*/ 513083 h 855764"/>
              <a:gd name="connsiteX120" fmla="*/ 434470 w 855764"/>
              <a:gd name="connsiteY120" fmla="*/ 483653 h 855764"/>
              <a:gd name="connsiteX121" fmla="*/ 393842 w 855764"/>
              <a:gd name="connsiteY121" fmla="*/ 482351 h 855764"/>
              <a:gd name="connsiteX122" fmla="*/ 321549 w 855764"/>
              <a:gd name="connsiteY122" fmla="*/ 469477 h 855764"/>
              <a:gd name="connsiteX123" fmla="*/ 352728 w 855764"/>
              <a:gd name="connsiteY123" fmla="*/ 500656 h 855764"/>
              <a:gd name="connsiteX124" fmla="*/ 366904 w 855764"/>
              <a:gd name="connsiteY124" fmla="*/ 506088 h 855764"/>
              <a:gd name="connsiteX125" fmla="*/ 380410 w 855764"/>
              <a:gd name="connsiteY125" fmla="*/ 499130 h 855764"/>
              <a:gd name="connsiteX126" fmla="*/ 427886 w 855764"/>
              <a:gd name="connsiteY126" fmla="*/ 244854 h 855764"/>
              <a:gd name="connsiteX127" fmla="*/ 391423 w 855764"/>
              <a:gd name="connsiteY127" fmla="*/ 238938 h 855764"/>
              <a:gd name="connsiteX128" fmla="*/ 369508 w 855764"/>
              <a:gd name="connsiteY128" fmla="*/ 231646 h 855764"/>
              <a:gd name="connsiteX129" fmla="*/ 353695 w 855764"/>
              <a:gd name="connsiteY129" fmla="*/ 233543 h 855764"/>
              <a:gd name="connsiteX130" fmla="*/ 345175 w 855764"/>
              <a:gd name="connsiteY130" fmla="*/ 246976 h 855764"/>
              <a:gd name="connsiteX131" fmla="*/ 344988 w 855764"/>
              <a:gd name="connsiteY131" fmla="*/ 247981 h 855764"/>
              <a:gd name="connsiteX132" fmla="*/ 320357 w 855764"/>
              <a:gd name="connsiteY132" fmla="*/ 360757 h 855764"/>
              <a:gd name="connsiteX133" fmla="*/ 343165 w 855764"/>
              <a:gd name="connsiteY133" fmla="*/ 382262 h 855764"/>
              <a:gd name="connsiteX134" fmla="*/ 427885 w 855764"/>
              <a:gd name="connsiteY134" fmla="*/ 401833 h 855764"/>
              <a:gd name="connsiteX135" fmla="*/ 512605 w 855764"/>
              <a:gd name="connsiteY135" fmla="*/ 382262 h 855764"/>
              <a:gd name="connsiteX136" fmla="*/ 535413 w 855764"/>
              <a:gd name="connsiteY136" fmla="*/ 360719 h 855764"/>
              <a:gd name="connsiteX137" fmla="*/ 510782 w 855764"/>
              <a:gd name="connsiteY137" fmla="*/ 247943 h 855764"/>
              <a:gd name="connsiteX138" fmla="*/ 510596 w 855764"/>
              <a:gd name="connsiteY138" fmla="*/ 246938 h 855764"/>
              <a:gd name="connsiteX139" fmla="*/ 502076 w 855764"/>
              <a:gd name="connsiteY139" fmla="*/ 233506 h 855764"/>
              <a:gd name="connsiteX140" fmla="*/ 486263 w 855764"/>
              <a:gd name="connsiteY140" fmla="*/ 231609 h 855764"/>
              <a:gd name="connsiteX141" fmla="*/ 464348 w 855764"/>
              <a:gd name="connsiteY141" fmla="*/ 238901 h 855764"/>
              <a:gd name="connsiteX142" fmla="*/ 427885 w 855764"/>
              <a:gd name="connsiteY142" fmla="*/ 244817 h 85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855764" h="855764">
                <a:moveTo>
                  <a:pt x="44797" y="439044"/>
                </a:moveTo>
                <a:lnTo>
                  <a:pt x="11162" y="439044"/>
                </a:lnTo>
                <a:cubicBezTo>
                  <a:pt x="4986" y="439044"/>
                  <a:pt x="0" y="434022"/>
                  <a:pt x="0" y="427882"/>
                </a:cubicBezTo>
                <a:cubicBezTo>
                  <a:pt x="0" y="421706"/>
                  <a:pt x="4986" y="416720"/>
                  <a:pt x="11162" y="416720"/>
                </a:cubicBezTo>
                <a:lnTo>
                  <a:pt x="44797" y="416720"/>
                </a:lnTo>
                <a:cubicBezTo>
                  <a:pt x="50602" y="214056"/>
                  <a:pt x="214056" y="50598"/>
                  <a:pt x="416720" y="44797"/>
                </a:cubicBezTo>
                <a:lnTo>
                  <a:pt x="416720" y="11162"/>
                </a:lnTo>
                <a:cubicBezTo>
                  <a:pt x="416720" y="4986"/>
                  <a:pt x="421705" y="0"/>
                  <a:pt x="427882" y="0"/>
                </a:cubicBezTo>
                <a:cubicBezTo>
                  <a:pt x="434059" y="0"/>
                  <a:pt x="439044" y="4986"/>
                  <a:pt x="439044" y="11162"/>
                </a:cubicBezTo>
                <a:lnTo>
                  <a:pt x="439044" y="44797"/>
                </a:lnTo>
                <a:cubicBezTo>
                  <a:pt x="641670" y="50602"/>
                  <a:pt x="805166" y="214056"/>
                  <a:pt x="810967" y="416720"/>
                </a:cubicBezTo>
                <a:lnTo>
                  <a:pt x="844602" y="416720"/>
                </a:lnTo>
                <a:cubicBezTo>
                  <a:pt x="850778" y="416720"/>
                  <a:pt x="855764" y="421705"/>
                  <a:pt x="855764" y="427882"/>
                </a:cubicBezTo>
                <a:cubicBezTo>
                  <a:pt x="855764" y="434021"/>
                  <a:pt x="850779" y="439044"/>
                  <a:pt x="844602" y="439044"/>
                </a:cubicBezTo>
                <a:lnTo>
                  <a:pt x="810967" y="439044"/>
                </a:lnTo>
                <a:cubicBezTo>
                  <a:pt x="805163" y="641708"/>
                  <a:pt x="641708" y="805128"/>
                  <a:pt x="439044" y="810967"/>
                </a:cubicBezTo>
                <a:lnTo>
                  <a:pt x="439044" y="844602"/>
                </a:lnTo>
                <a:cubicBezTo>
                  <a:pt x="439044" y="850741"/>
                  <a:pt x="434059" y="855764"/>
                  <a:pt x="427882" y="855764"/>
                </a:cubicBezTo>
                <a:cubicBezTo>
                  <a:pt x="421705" y="855764"/>
                  <a:pt x="416720" y="850742"/>
                  <a:pt x="416720" y="844602"/>
                </a:cubicBezTo>
                <a:lnTo>
                  <a:pt x="416720" y="810967"/>
                </a:lnTo>
                <a:cubicBezTo>
                  <a:pt x="214094" y="805163"/>
                  <a:pt x="50598" y="641708"/>
                  <a:pt x="44797" y="439044"/>
                </a:cubicBezTo>
                <a:close/>
                <a:moveTo>
                  <a:pt x="416720" y="67160"/>
                </a:moveTo>
                <a:cubicBezTo>
                  <a:pt x="226410" y="72964"/>
                  <a:pt x="72924" y="226408"/>
                  <a:pt x="67124" y="416756"/>
                </a:cubicBezTo>
                <a:lnTo>
                  <a:pt x="104368" y="416756"/>
                </a:lnTo>
                <a:cubicBezTo>
                  <a:pt x="110136" y="246944"/>
                  <a:pt x="246910" y="110165"/>
                  <a:pt x="416722" y="104403"/>
                </a:cubicBezTo>
                <a:close/>
                <a:moveTo>
                  <a:pt x="788642" y="416756"/>
                </a:moveTo>
                <a:cubicBezTo>
                  <a:pt x="782838" y="226408"/>
                  <a:pt x="629394" y="72961"/>
                  <a:pt x="439046" y="67160"/>
                </a:cubicBezTo>
                <a:lnTo>
                  <a:pt x="439046" y="104404"/>
                </a:lnTo>
                <a:cubicBezTo>
                  <a:pt x="608858" y="110172"/>
                  <a:pt x="745637" y="246946"/>
                  <a:pt x="751400" y="416758"/>
                </a:cubicBezTo>
                <a:close/>
                <a:moveTo>
                  <a:pt x="439046" y="788641"/>
                </a:moveTo>
                <a:cubicBezTo>
                  <a:pt x="629356" y="782836"/>
                  <a:pt x="782842" y="629392"/>
                  <a:pt x="788642" y="439082"/>
                </a:cubicBezTo>
                <a:lnTo>
                  <a:pt x="751398" y="439082"/>
                </a:lnTo>
                <a:cubicBezTo>
                  <a:pt x="745630" y="608856"/>
                  <a:pt x="608856" y="745673"/>
                  <a:pt x="439044" y="751436"/>
                </a:cubicBezTo>
                <a:close/>
                <a:moveTo>
                  <a:pt x="67124" y="439044"/>
                </a:moveTo>
                <a:cubicBezTo>
                  <a:pt x="72928" y="629354"/>
                  <a:pt x="226372" y="782840"/>
                  <a:pt x="416720" y="788602"/>
                </a:cubicBezTo>
                <a:lnTo>
                  <a:pt x="416720" y="751396"/>
                </a:lnTo>
                <a:cubicBezTo>
                  <a:pt x="246908" y="745628"/>
                  <a:pt x="110129" y="608816"/>
                  <a:pt x="104366" y="439042"/>
                </a:cubicBezTo>
                <a:close/>
                <a:moveTo>
                  <a:pt x="416720" y="126729"/>
                </a:moveTo>
                <a:cubicBezTo>
                  <a:pt x="259262" y="132459"/>
                  <a:pt x="132456" y="259260"/>
                  <a:pt x="126731" y="416756"/>
                </a:cubicBezTo>
                <a:lnTo>
                  <a:pt x="159994" y="416756"/>
                </a:lnTo>
                <a:cubicBezTo>
                  <a:pt x="166170" y="416756"/>
                  <a:pt x="171157" y="421741"/>
                  <a:pt x="171157" y="427918"/>
                </a:cubicBezTo>
                <a:cubicBezTo>
                  <a:pt x="171157" y="434057"/>
                  <a:pt x="166171" y="439081"/>
                  <a:pt x="159994" y="439081"/>
                </a:cubicBezTo>
                <a:lnTo>
                  <a:pt x="126731" y="439081"/>
                </a:lnTo>
                <a:cubicBezTo>
                  <a:pt x="132461" y="596538"/>
                  <a:pt x="259262" y="723345"/>
                  <a:pt x="416720" y="729107"/>
                </a:cubicBezTo>
                <a:lnTo>
                  <a:pt x="416720" y="695807"/>
                </a:lnTo>
                <a:cubicBezTo>
                  <a:pt x="416720" y="689631"/>
                  <a:pt x="421705" y="684645"/>
                  <a:pt x="427882" y="684645"/>
                </a:cubicBezTo>
                <a:cubicBezTo>
                  <a:pt x="434059" y="684645"/>
                  <a:pt x="439044" y="689630"/>
                  <a:pt x="439044" y="695807"/>
                </a:cubicBezTo>
                <a:lnTo>
                  <a:pt x="439044" y="729107"/>
                </a:lnTo>
                <a:cubicBezTo>
                  <a:pt x="596502" y="723340"/>
                  <a:pt x="723309" y="596538"/>
                  <a:pt x="729033" y="439081"/>
                </a:cubicBezTo>
                <a:lnTo>
                  <a:pt x="695770" y="439081"/>
                </a:lnTo>
                <a:cubicBezTo>
                  <a:pt x="689594" y="439081"/>
                  <a:pt x="684608" y="434058"/>
                  <a:pt x="684608" y="427918"/>
                </a:cubicBezTo>
                <a:cubicBezTo>
                  <a:pt x="684608" y="421742"/>
                  <a:pt x="689593" y="416756"/>
                  <a:pt x="695770" y="416756"/>
                </a:cubicBezTo>
                <a:lnTo>
                  <a:pt x="729033" y="416756"/>
                </a:lnTo>
                <a:cubicBezTo>
                  <a:pt x="723303" y="259298"/>
                  <a:pt x="596502" y="132492"/>
                  <a:pt x="439044" y="126729"/>
                </a:cubicBezTo>
                <a:lnTo>
                  <a:pt x="439044" y="160030"/>
                </a:lnTo>
                <a:cubicBezTo>
                  <a:pt x="439044" y="166168"/>
                  <a:pt x="434059" y="171192"/>
                  <a:pt x="427882" y="171192"/>
                </a:cubicBezTo>
                <a:cubicBezTo>
                  <a:pt x="421705" y="171192"/>
                  <a:pt x="416720" y="166169"/>
                  <a:pt x="416720" y="160030"/>
                </a:cubicBezTo>
                <a:close/>
                <a:moveTo>
                  <a:pt x="282779" y="454780"/>
                </a:moveTo>
                <a:cubicBezTo>
                  <a:pt x="245126" y="436436"/>
                  <a:pt x="223248" y="410467"/>
                  <a:pt x="223248" y="383268"/>
                </a:cubicBezTo>
                <a:cubicBezTo>
                  <a:pt x="223248" y="368274"/>
                  <a:pt x="229536" y="353838"/>
                  <a:pt x="241480" y="340852"/>
                </a:cubicBezTo>
                <a:cubicBezTo>
                  <a:pt x="256325" y="324742"/>
                  <a:pt x="280324" y="310603"/>
                  <a:pt x="310685" y="300408"/>
                </a:cubicBezTo>
                <a:lnTo>
                  <a:pt x="323075" y="243853"/>
                </a:lnTo>
                <a:cubicBezTo>
                  <a:pt x="324675" y="231836"/>
                  <a:pt x="331558" y="221157"/>
                  <a:pt x="341827" y="214683"/>
                </a:cubicBezTo>
                <a:cubicBezTo>
                  <a:pt x="352208" y="208135"/>
                  <a:pt x="364970" y="206609"/>
                  <a:pt x="376579" y="210479"/>
                </a:cubicBezTo>
                <a:lnTo>
                  <a:pt x="398494" y="217771"/>
                </a:lnTo>
                <a:cubicBezTo>
                  <a:pt x="408019" y="220933"/>
                  <a:pt x="417990" y="222534"/>
                  <a:pt x="427887" y="222534"/>
                </a:cubicBezTo>
                <a:cubicBezTo>
                  <a:pt x="437821" y="222534"/>
                  <a:pt x="447755" y="220933"/>
                  <a:pt x="457280" y="217771"/>
                </a:cubicBezTo>
                <a:lnTo>
                  <a:pt x="479195" y="210479"/>
                </a:lnTo>
                <a:cubicBezTo>
                  <a:pt x="490841" y="206609"/>
                  <a:pt x="503603" y="208135"/>
                  <a:pt x="513946" y="214683"/>
                </a:cubicBezTo>
                <a:cubicBezTo>
                  <a:pt x="524178" y="221120"/>
                  <a:pt x="531025" y="231761"/>
                  <a:pt x="532661" y="243705"/>
                </a:cubicBezTo>
                <a:lnTo>
                  <a:pt x="545051" y="300445"/>
                </a:lnTo>
                <a:cubicBezTo>
                  <a:pt x="575375" y="310640"/>
                  <a:pt x="599410" y="324742"/>
                  <a:pt x="614256" y="340889"/>
                </a:cubicBezTo>
                <a:cubicBezTo>
                  <a:pt x="626199" y="353875"/>
                  <a:pt x="632488" y="368311"/>
                  <a:pt x="632488" y="383305"/>
                </a:cubicBezTo>
                <a:cubicBezTo>
                  <a:pt x="632488" y="410504"/>
                  <a:pt x="610610" y="436474"/>
                  <a:pt x="572956" y="454817"/>
                </a:cubicBezTo>
                <a:lnTo>
                  <a:pt x="572956" y="502368"/>
                </a:lnTo>
                <a:cubicBezTo>
                  <a:pt x="572956" y="540840"/>
                  <a:pt x="557664" y="577749"/>
                  <a:pt x="530466" y="604952"/>
                </a:cubicBezTo>
                <a:cubicBezTo>
                  <a:pt x="503268" y="632188"/>
                  <a:pt x="466358" y="647479"/>
                  <a:pt x="427853" y="647479"/>
                </a:cubicBezTo>
                <a:cubicBezTo>
                  <a:pt x="389381" y="647479"/>
                  <a:pt x="352472" y="632187"/>
                  <a:pt x="325241" y="604952"/>
                </a:cubicBezTo>
                <a:cubicBezTo>
                  <a:pt x="298005" y="577753"/>
                  <a:pt x="282751" y="540844"/>
                  <a:pt x="282751" y="502368"/>
                </a:cubicBezTo>
                <a:lnTo>
                  <a:pt x="282751" y="454817"/>
                </a:lnTo>
                <a:close/>
                <a:moveTo>
                  <a:pt x="305029" y="326268"/>
                </a:moveTo>
                <a:cubicBezTo>
                  <a:pt x="288955" y="332705"/>
                  <a:pt x="275412" y="340407"/>
                  <a:pt x="265143" y="349113"/>
                </a:cubicBezTo>
                <a:cubicBezTo>
                  <a:pt x="253014" y="359345"/>
                  <a:pt x="245572" y="370767"/>
                  <a:pt x="245572" y="383269"/>
                </a:cubicBezTo>
                <a:cubicBezTo>
                  <a:pt x="245572" y="393241"/>
                  <a:pt x="250408" y="402579"/>
                  <a:pt x="258520" y="411211"/>
                </a:cubicBezTo>
                <a:cubicBezTo>
                  <a:pt x="267971" y="421220"/>
                  <a:pt x="281663" y="430039"/>
                  <a:pt x="298443" y="437479"/>
                </a:cubicBezTo>
                <a:cubicBezTo>
                  <a:pt x="332041" y="452362"/>
                  <a:pt x="377657" y="461403"/>
                  <a:pt x="427850" y="461403"/>
                </a:cubicBezTo>
                <a:cubicBezTo>
                  <a:pt x="478042" y="461403"/>
                  <a:pt x="523690" y="452362"/>
                  <a:pt x="557256" y="437479"/>
                </a:cubicBezTo>
                <a:cubicBezTo>
                  <a:pt x="574074" y="430039"/>
                  <a:pt x="587766" y="421220"/>
                  <a:pt x="597179" y="411211"/>
                </a:cubicBezTo>
                <a:cubicBezTo>
                  <a:pt x="605291" y="402617"/>
                  <a:pt x="610128" y="393241"/>
                  <a:pt x="610128" y="383269"/>
                </a:cubicBezTo>
                <a:cubicBezTo>
                  <a:pt x="610128" y="370767"/>
                  <a:pt x="602686" y="359345"/>
                  <a:pt x="590557" y="349113"/>
                </a:cubicBezTo>
                <a:cubicBezTo>
                  <a:pt x="580288" y="340406"/>
                  <a:pt x="566707" y="332704"/>
                  <a:pt x="550671" y="326268"/>
                </a:cubicBezTo>
                <a:lnTo>
                  <a:pt x="557777" y="358751"/>
                </a:lnTo>
                <a:cubicBezTo>
                  <a:pt x="558150" y="360388"/>
                  <a:pt x="558112" y="362062"/>
                  <a:pt x="557740" y="363699"/>
                </a:cubicBezTo>
                <a:cubicBezTo>
                  <a:pt x="554391" y="377875"/>
                  <a:pt x="542076" y="391418"/>
                  <a:pt x="523361" y="401799"/>
                </a:cubicBezTo>
                <a:cubicBezTo>
                  <a:pt x="498804" y="415380"/>
                  <a:pt x="463086" y="424161"/>
                  <a:pt x="427815" y="424161"/>
                </a:cubicBezTo>
                <a:cubicBezTo>
                  <a:pt x="392506" y="424161"/>
                  <a:pt x="356787" y="415380"/>
                  <a:pt x="332270" y="401799"/>
                </a:cubicBezTo>
                <a:cubicBezTo>
                  <a:pt x="313555" y="391418"/>
                  <a:pt x="301240" y="377875"/>
                  <a:pt x="297891" y="363699"/>
                </a:cubicBezTo>
                <a:cubicBezTo>
                  <a:pt x="297518" y="362062"/>
                  <a:pt x="297481" y="360388"/>
                  <a:pt x="297853" y="358751"/>
                </a:cubicBezTo>
                <a:lnTo>
                  <a:pt x="304960" y="326268"/>
                </a:lnTo>
                <a:close/>
                <a:moveTo>
                  <a:pt x="534219" y="469477"/>
                </a:moveTo>
                <a:cubicBezTo>
                  <a:pt x="512565" y="475802"/>
                  <a:pt x="488120" y="480267"/>
                  <a:pt x="461926" y="482351"/>
                </a:cubicBezTo>
                <a:lnTo>
                  <a:pt x="475358" y="499131"/>
                </a:lnTo>
                <a:cubicBezTo>
                  <a:pt x="478670" y="503261"/>
                  <a:pt x="483581" y="505791"/>
                  <a:pt x="488865" y="506089"/>
                </a:cubicBezTo>
                <a:cubicBezTo>
                  <a:pt x="494148" y="506386"/>
                  <a:pt x="499283" y="504414"/>
                  <a:pt x="503041" y="500657"/>
                </a:cubicBezTo>
                <a:close/>
                <a:moveTo>
                  <a:pt x="434397" y="483653"/>
                </a:moveTo>
                <a:cubicBezTo>
                  <a:pt x="432239" y="483690"/>
                  <a:pt x="430081" y="483690"/>
                  <a:pt x="427886" y="483690"/>
                </a:cubicBezTo>
                <a:cubicBezTo>
                  <a:pt x="425727" y="483690"/>
                  <a:pt x="423533" y="483653"/>
                  <a:pt x="421375" y="483653"/>
                </a:cubicBezTo>
                <a:lnTo>
                  <a:pt x="397859" y="513083"/>
                </a:lnTo>
                <a:cubicBezTo>
                  <a:pt x="390567" y="522161"/>
                  <a:pt x="379777" y="527743"/>
                  <a:pt x="368168" y="528376"/>
                </a:cubicBezTo>
                <a:cubicBezTo>
                  <a:pt x="356559" y="529008"/>
                  <a:pt x="345211" y="524692"/>
                  <a:pt x="336989" y="516469"/>
                </a:cubicBezTo>
                <a:lnTo>
                  <a:pt x="305139" y="484620"/>
                </a:lnTo>
                <a:lnTo>
                  <a:pt x="305139" y="502330"/>
                </a:lnTo>
                <a:cubicBezTo>
                  <a:pt x="305139" y="534887"/>
                  <a:pt x="318087" y="566140"/>
                  <a:pt x="341081" y="589135"/>
                </a:cubicBezTo>
                <a:cubicBezTo>
                  <a:pt x="364112" y="612166"/>
                  <a:pt x="395328" y="625113"/>
                  <a:pt x="427922" y="625113"/>
                </a:cubicBezTo>
                <a:cubicBezTo>
                  <a:pt x="460479" y="625113"/>
                  <a:pt x="491695" y="612165"/>
                  <a:pt x="514763" y="589135"/>
                </a:cubicBezTo>
                <a:cubicBezTo>
                  <a:pt x="537795" y="566103"/>
                  <a:pt x="550705" y="534850"/>
                  <a:pt x="550705" y="502330"/>
                </a:cubicBezTo>
                <a:lnTo>
                  <a:pt x="550705" y="484620"/>
                </a:lnTo>
                <a:lnTo>
                  <a:pt x="518855" y="516469"/>
                </a:lnTo>
                <a:cubicBezTo>
                  <a:pt x="510632" y="524692"/>
                  <a:pt x="499284" y="529045"/>
                  <a:pt x="487676" y="528376"/>
                </a:cubicBezTo>
                <a:cubicBezTo>
                  <a:pt x="476067" y="527743"/>
                  <a:pt x="465240" y="522162"/>
                  <a:pt x="457985" y="513083"/>
                </a:cubicBezTo>
                <a:lnTo>
                  <a:pt x="434470" y="483653"/>
                </a:lnTo>
                <a:close/>
                <a:moveTo>
                  <a:pt x="393842" y="482351"/>
                </a:moveTo>
                <a:cubicBezTo>
                  <a:pt x="367648" y="480267"/>
                  <a:pt x="343203" y="475802"/>
                  <a:pt x="321549" y="469477"/>
                </a:cubicBezTo>
                <a:lnTo>
                  <a:pt x="352728" y="500656"/>
                </a:lnTo>
                <a:cubicBezTo>
                  <a:pt x="356486" y="504414"/>
                  <a:pt x="361620" y="506348"/>
                  <a:pt x="366904" y="506088"/>
                </a:cubicBezTo>
                <a:cubicBezTo>
                  <a:pt x="372187" y="505790"/>
                  <a:pt x="377099" y="503260"/>
                  <a:pt x="380410" y="499130"/>
                </a:cubicBezTo>
                <a:close/>
                <a:moveTo>
                  <a:pt x="427886" y="244854"/>
                </a:moveTo>
                <a:cubicBezTo>
                  <a:pt x="415570" y="244854"/>
                  <a:pt x="403255" y="242883"/>
                  <a:pt x="391423" y="238938"/>
                </a:cubicBezTo>
                <a:lnTo>
                  <a:pt x="369508" y="231646"/>
                </a:lnTo>
                <a:cubicBezTo>
                  <a:pt x="364225" y="229897"/>
                  <a:pt x="358420" y="230604"/>
                  <a:pt x="353695" y="233543"/>
                </a:cubicBezTo>
                <a:cubicBezTo>
                  <a:pt x="349006" y="236520"/>
                  <a:pt x="345844" y="241431"/>
                  <a:pt x="345175" y="246976"/>
                </a:cubicBezTo>
                <a:cubicBezTo>
                  <a:pt x="345137" y="247310"/>
                  <a:pt x="345063" y="247645"/>
                  <a:pt x="344988" y="247981"/>
                </a:cubicBezTo>
                <a:lnTo>
                  <a:pt x="320357" y="360757"/>
                </a:lnTo>
                <a:cubicBezTo>
                  <a:pt x="323371" y="369017"/>
                  <a:pt x="331966" y="376049"/>
                  <a:pt x="343165" y="382262"/>
                </a:cubicBezTo>
                <a:cubicBezTo>
                  <a:pt x="364893" y="394317"/>
                  <a:pt x="396631" y="401833"/>
                  <a:pt x="427885" y="401833"/>
                </a:cubicBezTo>
                <a:cubicBezTo>
                  <a:pt x="459138" y="401833"/>
                  <a:pt x="490877" y="394317"/>
                  <a:pt x="512605" y="382262"/>
                </a:cubicBezTo>
                <a:cubicBezTo>
                  <a:pt x="523805" y="376048"/>
                  <a:pt x="532399" y="369017"/>
                  <a:pt x="535413" y="360719"/>
                </a:cubicBezTo>
                <a:lnTo>
                  <a:pt x="510782" y="247943"/>
                </a:lnTo>
                <a:cubicBezTo>
                  <a:pt x="510708" y="247608"/>
                  <a:pt x="510633" y="247273"/>
                  <a:pt x="510596" y="246938"/>
                </a:cubicBezTo>
                <a:cubicBezTo>
                  <a:pt x="509927" y="241395"/>
                  <a:pt x="506764" y="236483"/>
                  <a:pt x="502076" y="233506"/>
                </a:cubicBezTo>
                <a:cubicBezTo>
                  <a:pt x="497351" y="230530"/>
                  <a:pt x="491546" y="229823"/>
                  <a:pt x="486263" y="231609"/>
                </a:cubicBezTo>
                <a:lnTo>
                  <a:pt x="464348" y="238901"/>
                </a:lnTo>
                <a:cubicBezTo>
                  <a:pt x="452516" y="242846"/>
                  <a:pt x="440200" y="244817"/>
                  <a:pt x="427885" y="244817"/>
                </a:cubicBezTo>
                <a:close/>
              </a:path>
            </a:pathLst>
          </a:custGeom>
          <a:solidFill>
            <a:schemeClr val="accent2"/>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7E810D9-32EF-C293-ADF6-10C502E934E9}"/>
              </a:ext>
            </a:extLst>
          </p:cNvPr>
          <p:cNvSpPr/>
          <p:nvPr/>
        </p:nvSpPr>
        <p:spPr>
          <a:xfrm>
            <a:off x="11417743" y="1983125"/>
            <a:ext cx="230522" cy="253000"/>
          </a:xfrm>
          <a:custGeom>
            <a:avLst/>
            <a:gdLst>
              <a:gd name="connsiteX0" fmla="*/ 465061 w 607511"/>
              <a:gd name="connsiteY0" fmla="*/ 611096 h 666748"/>
              <a:gd name="connsiteX1" fmla="*/ 457062 w 607511"/>
              <a:gd name="connsiteY1" fmla="*/ 619058 h 666748"/>
              <a:gd name="connsiteX2" fmla="*/ 457062 w 607511"/>
              <a:gd name="connsiteY2" fmla="*/ 642536 h 666748"/>
              <a:gd name="connsiteX3" fmla="*/ 448765 w 607511"/>
              <a:gd name="connsiteY3" fmla="*/ 650833 h 666748"/>
              <a:gd name="connsiteX4" fmla="*/ 24274 w 607511"/>
              <a:gd name="connsiteY4" fmla="*/ 650833 h 666748"/>
              <a:gd name="connsiteX5" fmla="*/ 15976 w 607511"/>
              <a:gd name="connsiteY5" fmla="*/ 642536 h 666748"/>
              <a:gd name="connsiteX6" fmla="*/ 15976 w 607511"/>
              <a:gd name="connsiteY6" fmla="*/ 86257 h 666748"/>
              <a:gd name="connsiteX7" fmla="*/ 24274 w 607511"/>
              <a:gd name="connsiteY7" fmla="*/ 77959 h 666748"/>
              <a:gd name="connsiteX8" fmla="*/ 116807 w 607511"/>
              <a:gd name="connsiteY8" fmla="*/ 77959 h 666748"/>
              <a:gd name="connsiteX9" fmla="*/ 116807 w 607511"/>
              <a:gd name="connsiteY9" fmla="*/ 92471 h 666748"/>
              <a:gd name="connsiteX10" fmla="*/ 38449 w 607511"/>
              <a:gd name="connsiteY10" fmla="*/ 92433 h 666748"/>
              <a:gd name="connsiteX11" fmla="*/ 30486 w 607511"/>
              <a:gd name="connsiteY11" fmla="*/ 100395 h 666748"/>
              <a:gd name="connsiteX12" fmla="*/ 30486 w 607511"/>
              <a:gd name="connsiteY12" fmla="*/ 535231 h 666748"/>
              <a:gd name="connsiteX13" fmla="*/ 30449 w 607511"/>
              <a:gd name="connsiteY13" fmla="*/ 535231 h 666748"/>
              <a:gd name="connsiteX14" fmla="*/ 32793 w 607511"/>
              <a:gd name="connsiteY14" fmla="*/ 540886 h 666748"/>
              <a:gd name="connsiteX15" fmla="*/ 125921 w 607511"/>
              <a:gd name="connsiteY15" fmla="*/ 634015 h 666748"/>
              <a:gd name="connsiteX16" fmla="*/ 125921 w 607511"/>
              <a:gd name="connsiteY16" fmla="*/ 633977 h 666748"/>
              <a:gd name="connsiteX17" fmla="*/ 131540 w 607511"/>
              <a:gd name="connsiteY17" fmla="*/ 636321 h 666748"/>
              <a:gd name="connsiteX18" fmla="*/ 434626 w 607511"/>
              <a:gd name="connsiteY18" fmla="*/ 636321 h 666748"/>
              <a:gd name="connsiteX19" fmla="*/ 442588 w 607511"/>
              <a:gd name="connsiteY19" fmla="*/ 628360 h 666748"/>
              <a:gd name="connsiteX20" fmla="*/ 442588 w 607511"/>
              <a:gd name="connsiteY20" fmla="*/ 619057 h 666748"/>
              <a:gd name="connsiteX21" fmla="*/ 434626 w 607511"/>
              <a:gd name="connsiteY21" fmla="*/ 611095 h 666748"/>
              <a:gd name="connsiteX22" fmla="*/ 426626 w 607511"/>
              <a:gd name="connsiteY22" fmla="*/ 619057 h 666748"/>
              <a:gd name="connsiteX23" fmla="*/ 426626 w 607511"/>
              <a:gd name="connsiteY23" fmla="*/ 620397 h 666748"/>
              <a:gd name="connsiteX24" fmla="*/ 139495 w 607511"/>
              <a:gd name="connsiteY24" fmla="*/ 620397 h 666748"/>
              <a:gd name="connsiteX25" fmla="*/ 139495 w 607511"/>
              <a:gd name="connsiteY25" fmla="*/ 535230 h 666748"/>
              <a:gd name="connsiteX26" fmla="*/ 131533 w 607511"/>
              <a:gd name="connsiteY26" fmla="*/ 527268 h 666748"/>
              <a:gd name="connsiteX27" fmla="*/ 46403 w 607511"/>
              <a:gd name="connsiteY27" fmla="*/ 527268 h 666748"/>
              <a:gd name="connsiteX28" fmla="*/ 46403 w 607511"/>
              <a:gd name="connsiteY28" fmla="*/ 108387 h 666748"/>
              <a:gd name="connsiteX29" fmla="*/ 116873 w 607511"/>
              <a:gd name="connsiteY29" fmla="*/ 108387 h 666748"/>
              <a:gd name="connsiteX30" fmla="*/ 133169 w 607511"/>
              <a:gd name="connsiteY30" fmla="*/ 123791 h 666748"/>
              <a:gd name="connsiteX31" fmla="*/ 339852 w 607511"/>
              <a:gd name="connsiteY31" fmla="*/ 123791 h 666748"/>
              <a:gd name="connsiteX32" fmla="*/ 356186 w 607511"/>
              <a:gd name="connsiteY32" fmla="*/ 108387 h 666748"/>
              <a:gd name="connsiteX33" fmla="*/ 426618 w 607511"/>
              <a:gd name="connsiteY33" fmla="*/ 108387 h 666748"/>
              <a:gd name="connsiteX34" fmla="*/ 426618 w 607511"/>
              <a:gd name="connsiteY34" fmla="*/ 290067 h 666748"/>
              <a:gd name="connsiteX35" fmla="*/ 434617 w 607511"/>
              <a:gd name="connsiteY35" fmla="*/ 297992 h 666748"/>
              <a:gd name="connsiteX36" fmla="*/ 442580 w 607511"/>
              <a:gd name="connsiteY36" fmla="*/ 290067 h 666748"/>
              <a:gd name="connsiteX37" fmla="*/ 442580 w 607511"/>
              <a:gd name="connsiteY37" fmla="*/ 100386 h 666748"/>
              <a:gd name="connsiteX38" fmla="*/ 434617 w 607511"/>
              <a:gd name="connsiteY38" fmla="*/ 92424 h 666748"/>
              <a:gd name="connsiteX39" fmla="*/ 356222 w 607511"/>
              <a:gd name="connsiteY39" fmla="*/ 92424 h 666748"/>
              <a:gd name="connsiteX40" fmla="*/ 356222 w 607511"/>
              <a:gd name="connsiteY40" fmla="*/ 77951 h 666748"/>
              <a:gd name="connsiteX41" fmla="*/ 448755 w 607511"/>
              <a:gd name="connsiteY41" fmla="*/ 77951 h 666748"/>
              <a:gd name="connsiteX42" fmla="*/ 457052 w 607511"/>
              <a:gd name="connsiteY42" fmla="*/ 86247 h 666748"/>
              <a:gd name="connsiteX43" fmla="*/ 457052 w 607511"/>
              <a:gd name="connsiteY43" fmla="*/ 290063 h 666748"/>
              <a:gd name="connsiteX44" fmla="*/ 465051 w 607511"/>
              <a:gd name="connsiteY44" fmla="*/ 297989 h 666748"/>
              <a:gd name="connsiteX45" fmla="*/ 473014 w 607511"/>
              <a:gd name="connsiteY45" fmla="*/ 290063 h 666748"/>
              <a:gd name="connsiteX46" fmla="*/ 473014 w 607511"/>
              <a:gd name="connsiteY46" fmla="*/ 86247 h 666748"/>
              <a:gd name="connsiteX47" fmla="*/ 448755 w 607511"/>
              <a:gd name="connsiteY47" fmla="*/ 61988 h 666748"/>
              <a:gd name="connsiteX48" fmla="*/ 356222 w 607511"/>
              <a:gd name="connsiteY48" fmla="*/ 61988 h 666748"/>
              <a:gd name="connsiteX49" fmla="*/ 356222 w 607511"/>
              <a:gd name="connsiteY49" fmla="*/ 49672 h 666748"/>
              <a:gd name="connsiteX50" fmla="*/ 339850 w 607511"/>
              <a:gd name="connsiteY50" fmla="*/ 33300 h 666748"/>
              <a:gd name="connsiteX51" fmla="*/ 290997 w 607511"/>
              <a:gd name="connsiteY51" fmla="*/ 33300 h 666748"/>
              <a:gd name="connsiteX52" fmla="*/ 236526 w 607511"/>
              <a:gd name="connsiteY52" fmla="*/ 0 h 666748"/>
              <a:gd name="connsiteX53" fmla="*/ 182017 w 607511"/>
              <a:gd name="connsiteY53" fmla="*/ 33300 h 666748"/>
              <a:gd name="connsiteX54" fmla="*/ 133164 w 607511"/>
              <a:gd name="connsiteY54" fmla="*/ 33300 h 666748"/>
              <a:gd name="connsiteX55" fmla="*/ 116793 w 607511"/>
              <a:gd name="connsiteY55" fmla="*/ 49672 h 666748"/>
              <a:gd name="connsiteX56" fmla="*/ 116793 w 607511"/>
              <a:gd name="connsiteY56" fmla="*/ 61988 h 666748"/>
              <a:gd name="connsiteX57" fmla="*/ 24259 w 607511"/>
              <a:gd name="connsiteY57" fmla="*/ 61988 h 666748"/>
              <a:gd name="connsiteX58" fmla="*/ 0 w 607511"/>
              <a:gd name="connsiteY58" fmla="*/ 86247 h 666748"/>
              <a:gd name="connsiteX59" fmla="*/ 0 w 607511"/>
              <a:gd name="connsiteY59" fmla="*/ 642526 h 666748"/>
              <a:gd name="connsiteX60" fmla="*/ 24259 w 607511"/>
              <a:gd name="connsiteY60" fmla="*/ 666748 h 666748"/>
              <a:gd name="connsiteX61" fmla="*/ 448750 w 607511"/>
              <a:gd name="connsiteY61" fmla="*/ 666748 h 666748"/>
              <a:gd name="connsiteX62" fmla="*/ 473010 w 607511"/>
              <a:gd name="connsiteY62" fmla="*/ 642526 h 666748"/>
              <a:gd name="connsiteX63" fmla="*/ 473010 w 607511"/>
              <a:gd name="connsiteY63" fmla="*/ 619050 h 666748"/>
              <a:gd name="connsiteX64" fmla="*/ 465047 w 607511"/>
              <a:gd name="connsiteY64" fmla="*/ 611087 h 666748"/>
              <a:gd name="connsiteX65" fmla="*/ 123571 w 607511"/>
              <a:gd name="connsiteY65" fmla="*/ 609125 h 666748"/>
              <a:gd name="connsiteX66" fmla="*/ 57677 w 607511"/>
              <a:gd name="connsiteY66" fmla="*/ 543194 h 666748"/>
              <a:gd name="connsiteX67" fmla="*/ 123571 w 607511"/>
              <a:gd name="connsiteY67" fmla="*/ 543194 h 666748"/>
              <a:gd name="connsiteX68" fmla="*/ 132723 w 607511"/>
              <a:gd name="connsiteY68" fmla="*/ 49683 h 666748"/>
              <a:gd name="connsiteX69" fmla="*/ 132760 w 607511"/>
              <a:gd name="connsiteY69" fmla="*/ 49683 h 666748"/>
              <a:gd name="connsiteX70" fmla="*/ 133170 w 607511"/>
              <a:gd name="connsiteY70" fmla="*/ 49237 h 666748"/>
              <a:gd name="connsiteX71" fmla="*/ 187158 w 607511"/>
              <a:gd name="connsiteY71" fmla="*/ 49237 h 666748"/>
              <a:gd name="connsiteX72" fmla="*/ 194525 w 607511"/>
              <a:gd name="connsiteY72" fmla="*/ 44288 h 666748"/>
              <a:gd name="connsiteX73" fmla="*/ 236532 w 607511"/>
              <a:gd name="connsiteY73" fmla="*/ 15936 h 666748"/>
              <a:gd name="connsiteX74" fmla="*/ 278501 w 607511"/>
              <a:gd name="connsiteY74" fmla="*/ 44288 h 666748"/>
              <a:gd name="connsiteX75" fmla="*/ 285868 w 607511"/>
              <a:gd name="connsiteY75" fmla="*/ 49237 h 666748"/>
              <a:gd name="connsiteX76" fmla="*/ 339856 w 607511"/>
              <a:gd name="connsiteY76" fmla="*/ 49237 h 666748"/>
              <a:gd name="connsiteX77" fmla="*/ 340303 w 607511"/>
              <a:gd name="connsiteY77" fmla="*/ 49683 h 666748"/>
              <a:gd name="connsiteX78" fmla="*/ 340303 w 607511"/>
              <a:gd name="connsiteY78" fmla="*/ 107429 h 666748"/>
              <a:gd name="connsiteX79" fmla="*/ 339856 w 607511"/>
              <a:gd name="connsiteY79" fmla="*/ 107874 h 666748"/>
              <a:gd name="connsiteX80" fmla="*/ 133173 w 607511"/>
              <a:gd name="connsiteY80" fmla="*/ 107874 h 666748"/>
              <a:gd name="connsiteX81" fmla="*/ 132763 w 607511"/>
              <a:gd name="connsiteY81" fmla="*/ 107429 h 666748"/>
              <a:gd name="connsiteX82" fmla="*/ 236498 w 607511"/>
              <a:gd name="connsiteY82" fmla="*/ 77961 h 666748"/>
              <a:gd name="connsiteX83" fmla="*/ 236535 w 607511"/>
              <a:gd name="connsiteY83" fmla="*/ 77961 h 666748"/>
              <a:gd name="connsiteX84" fmla="*/ 256255 w 607511"/>
              <a:gd name="connsiteY84" fmla="*/ 64753 h 666748"/>
              <a:gd name="connsiteX85" fmla="*/ 251642 w 607511"/>
              <a:gd name="connsiteY85" fmla="*/ 41461 h 666748"/>
              <a:gd name="connsiteX86" fmla="*/ 228350 w 607511"/>
              <a:gd name="connsiteY86" fmla="*/ 36810 h 666748"/>
              <a:gd name="connsiteX87" fmla="*/ 215142 w 607511"/>
              <a:gd name="connsiteY87" fmla="*/ 56567 h 666748"/>
              <a:gd name="connsiteX88" fmla="*/ 236536 w 607511"/>
              <a:gd name="connsiteY88" fmla="*/ 77961 h 666748"/>
              <a:gd name="connsiteX89" fmla="*/ 236498 w 607511"/>
              <a:gd name="connsiteY89" fmla="*/ 51135 h 666748"/>
              <a:gd name="connsiteX90" fmla="*/ 236535 w 607511"/>
              <a:gd name="connsiteY90" fmla="*/ 51135 h 666748"/>
              <a:gd name="connsiteX91" fmla="*/ 241559 w 607511"/>
              <a:gd name="connsiteY91" fmla="*/ 54483 h 666748"/>
              <a:gd name="connsiteX92" fmla="*/ 240368 w 607511"/>
              <a:gd name="connsiteY92" fmla="*/ 60399 h 666748"/>
              <a:gd name="connsiteX93" fmla="*/ 234452 w 607511"/>
              <a:gd name="connsiteY93" fmla="*/ 61590 h 666748"/>
              <a:gd name="connsiteX94" fmla="*/ 231066 w 607511"/>
              <a:gd name="connsiteY94" fmla="*/ 56567 h 666748"/>
              <a:gd name="connsiteX95" fmla="*/ 236535 w 607511"/>
              <a:gd name="connsiteY95" fmla="*/ 51135 h 666748"/>
              <a:gd name="connsiteX96" fmla="*/ 194008 w 607511"/>
              <a:gd name="connsiteY96" fmla="*/ 174293 h 666748"/>
              <a:gd name="connsiteX97" fmla="*/ 186046 w 607511"/>
              <a:gd name="connsiteY97" fmla="*/ 166330 h 666748"/>
              <a:gd name="connsiteX98" fmla="*/ 112748 w 607511"/>
              <a:gd name="connsiteY98" fmla="*/ 166330 h 666748"/>
              <a:gd name="connsiteX99" fmla="*/ 104786 w 607511"/>
              <a:gd name="connsiteY99" fmla="*/ 174293 h 666748"/>
              <a:gd name="connsiteX100" fmla="*/ 104786 w 607511"/>
              <a:gd name="connsiteY100" fmla="*/ 247591 h 666748"/>
              <a:gd name="connsiteX101" fmla="*/ 112748 w 607511"/>
              <a:gd name="connsiteY101" fmla="*/ 255553 h 666748"/>
              <a:gd name="connsiteX102" fmla="*/ 186046 w 607511"/>
              <a:gd name="connsiteY102" fmla="*/ 255553 h 666748"/>
              <a:gd name="connsiteX103" fmla="*/ 194008 w 607511"/>
              <a:gd name="connsiteY103" fmla="*/ 247591 h 666748"/>
              <a:gd name="connsiteX104" fmla="*/ 178083 w 607511"/>
              <a:gd name="connsiteY104" fmla="*/ 239629 h 666748"/>
              <a:gd name="connsiteX105" fmla="*/ 120710 w 607511"/>
              <a:gd name="connsiteY105" fmla="*/ 239629 h 666748"/>
              <a:gd name="connsiteX106" fmla="*/ 120710 w 607511"/>
              <a:gd name="connsiteY106" fmla="*/ 182256 h 666748"/>
              <a:gd name="connsiteX107" fmla="*/ 178083 w 607511"/>
              <a:gd name="connsiteY107" fmla="*/ 182256 h 666748"/>
              <a:gd name="connsiteX108" fmla="*/ 213653 w 607511"/>
              <a:gd name="connsiteY108" fmla="*/ 314415 h 666748"/>
              <a:gd name="connsiteX109" fmla="*/ 213616 w 607511"/>
              <a:gd name="connsiteY109" fmla="*/ 314415 h 666748"/>
              <a:gd name="connsiteX110" fmla="*/ 221579 w 607511"/>
              <a:gd name="connsiteY110" fmla="*/ 306453 h 666748"/>
              <a:gd name="connsiteX111" fmla="*/ 303286 w 607511"/>
              <a:gd name="connsiteY111" fmla="*/ 306453 h 666748"/>
              <a:gd name="connsiteX112" fmla="*/ 308941 w 607511"/>
              <a:gd name="connsiteY112" fmla="*/ 308760 h 666748"/>
              <a:gd name="connsiteX113" fmla="*/ 311285 w 607511"/>
              <a:gd name="connsiteY113" fmla="*/ 314415 h 666748"/>
              <a:gd name="connsiteX114" fmla="*/ 308941 w 607511"/>
              <a:gd name="connsiteY114" fmla="*/ 320033 h 666748"/>
              <a:gd name="connsiteX115" fmla="*/ 303286 w 607511"/>
              <a:gd name="connsiteY115" fmla="*/ 322377 h 666748"/>
              <a:gd name="connsiteX116" fmla="*/ 221579 w 607511"/>
              <a:gd name="connsiteY116" fmla="*/ 322377 h 666748"/>
              <a:gd name="connsiteX117" fmla="*/ 213616 w 607511"/>
              <a:gd name="connsiteY117" fmla="*/ 314415 h 666748"/>
              <a:gd name="connsiteX118" fmla="*/ 368282 w 607511"/>
              <a:gd name="connsiteY118" fmla="*/ 228505 h 666748"/>
              <a:gd name="connsiteX119" fmla="*/ 360283 w 607511"/>
              <a:gd name="connsiteY119" fmla="*/ 236467 h 666748"/>
              <a:gd name="connsiteX120" fmla="*/ 221580 w 607511"/>
              <a:gd name="connsiteY120" fmla="*/ 236467 h 666748"/>
              <a:gd name="connsiteX121" fmla="*/ 215962 w 607511"/>
              <a:gd name="connsiteY121" fmla="*/ 234123 h 666748"/>
              <a:gd name="connsiteX122" fmla="*/ 213618 w 607511"/>
              <a:gd name="connsiteY122" fmla="*/ 228505 h 666748"/>
              <a:gd name="connsiteX123" fmla="*/ 215962 w 607511"/>
              <a:gd name="connsiteY123" fmla="*/ 222849 h 666748"/>
              <a:gd name="connsiteX124" fmla="*/ 221580 w 607511"/>
              <a:gd name="connsiteY124" fmla="*/ 220505 h 666748"/>
              <a:gd name="connsiteX125" fmla="*/ 360283 w 607511"/>
              <a:gd name="connsiteY125" fmla="*/ 220505 h 666748"/>
              <a:gd name="connsiteX126" fmla="*/ 368282 w 607511"/>
              <a:gd name="connsiteY126" fmla="*/ 228505 h 666748"/>
              <a:gd name="connsiteX127" fmla="*/ 213615 w 607511"/>
              <a:gd name="connsiteY127" fmla="*/ 199781 h 666748"/>
              <a:gd name="connsiteX128" fmla="*/ 221578 w 607511"/>
              <a:gd name="connsiteY128" fmla="*/ 191781 h 666748"/>
              <a:gd name="connsiteX129" fmla="*/ 303285 w 607511"/>
              <a:gd name="connsiteY129" fmla="*/ 191781 h 666748"/>
              <a:gd name="connsiteX130" fmla="*/ 308940 w 607511"/>
              <a:gd name="connsiteY130" fmla="*/ 194125 h 666748"/>
              <a:gd name="connsiteX131" fmla="*/ 311284 w 607511"/>
              <a:gd name="connsiteY131" fmla="*/ 199781 h 666748"/>
              <a:gd name="connsiteX132" fmla="*/ 308940 w 607511"/>
              <a:gd name="connsiteY132" fmla="*/ 205399 h 666748"/>
              <a:gd name="connsiteX133" fmla="*/ 303285 w 607511"/>
              <a:gd name="connsiteY133" fmla="*/ 207743 h 666748"/>
              <a:gd name="connsiteX134" fmla="*/ 221578 w 607511"/>
              <a:gd name="connsiteY134" fmla="*/ 207743 h 666748"/>
              <a:gd name="connsiteX135" fmla="*/ 213615 w 607511"/>
              <a:gd name="connsiteY135" fmla="*/ 199781 h 666748"/>
              <a:gd name="connsiteX136" fmla="*/ 360281 w 607511"/>
              <a:gd name="connsiteY136" fmla="*/ 351105 h 666748"/>
              <a:gd name="connsiteX137" fmla="*/ 221578 w 607511"/>
              <a:gd name="connsiteY137" fmla="*/ 351105 h 666748"/>
              <a:gd name="connsiteX138" fmla="*/ 213616 w 607511"/>
              <a:gd name="connsiteY138" fmla="*/ 343142 h 666748"/>
              <a:gd name="connsiteX139" fmla="*/ 221578 w 607511"/>
              <a:gd name="connsiteY139" fmla="*/ 335180 h 666748"/>
              <a:gd name="connsiteX140" fmla="*/ 360281 w 607511"/>
              <a:gd name="connsiteY140" fmla="*/ 335180 h 666748"/>
              <a:gd name="connsiteX141" fmla="*/ 368281 w 607511"/>
              <a:gd name="connsiteY141" fmla="*/ 343142 h 666748"/>
              <a:gd name="connsiteX142" fmla="*/ 360281 w 607511"/>
              <a:gd name="connsiteY142" fmla="*/ 351105 h 666748"/>
              <a:gd name="connsiteX143" fmla="*/ 213615 w 607511"/>
              <a:gd name="connsiteY143" fmla="*/ 457775 h 666748"/>
              <a:gd name="connsiteX144" fmla="*/ 221578 w 607511"/>
              <a:gd name="connsiteY144" fmla="*/ 449812 h 666748"/>
              <a:gd name="connsiteX145" fmla="*/ 322448 w 607511"/>
              <a:gd name="connsiteY145" fmla="*/ 449812 h 666748"/>
              <a:gd name="connsiteX146" fmla="*/ 330410 w 607511"/>
              <a:gd name="connsiteY146" fmla="*/ 457775 h 666748"/>
              <a:gd name="connsiteX147" fmla="*/ 322448 w 607511"/>
              <a:gd name="connsiteY147" fmla="*/ 465737 h 666748"/>
              <a:gd name="connsiteX148" fmla="*/ 221578 w 607511"/>
              <a:gd name="connsiteY148" fmla="*/ 465737 h 666748"/>
              <a:gd name="connsiteX149" fmla="*/ 213615 w 607511"/>
              <a:gd name="connsiteY149" fmla="*/ 457775 h 666748"/>
              <a:gd name="connsiteX150" fmla="*/ 213615 w 607511"/>
              <a:gd name="connsiteY150" fmla="*/ 429052 h 666748"/>
              <a:gd name="connsiteX151" fmla="*/ 221578 w 607511"/>
              <a:gd name="connsiteY151" fmla="*/ 421089 h 666748"/>
              <a:gd name="connsiteX152" fmla="*/ 303285 w 607511"/>
              <a:gd name="connsiteY152" fmla="*/ 421089 h 666748"/>
              <a:gd name="connsiteX153" fmla="*/ 308940 w 607511"/>
              <a:gd name="connsiteY153" fmla="*/ 423396 h 666748"/>
              <a:gd name="connsiteX154" fmla="*/ 311284 w 607511"/>
              <a:gd name="connsiteY154" fmla="*/ 429052 h 666748"/>
              <a:gd name="connsiteX155" fmla="*/ 308940 w 607511"/>
              <a:gd name="connsiteY155" fmla="*/ 434707 h 666748"/>
              <a:gd name="connsiteX156" fmla="*/ 303285 w 607511"/>
              <a:gd name="connsiteY156" fmla="*/ 437014 h 666748"/>
              <a:gd name="connsiteX157" fmla="*/ 221578 w 607511"/>
              <a:gd name="connsiteY157" fmla="*/ 437014 h 666748"/>
              <a:gd name="connsiteX158" fmla="*/ 213615 w 607511"/>
              <a:gd name="connsiteY158" fmla="*/ 429052 h 666748"/>
              <a:gd name="connsiteX159" fmla="*/ 127109 w 607511"/>
              <a:gd name="connsiteY159" fmla="*/ 217825 h 666748"/>
              <a:gd name="connsiteX160" fmla="*/ 127109 w 607511"/>
              <a:gd name="connsiteY160" fmla="*/ 206552 h 666748"/>
              <a:gd name="connsiteX161" fmla="*/ 138383 w 607511"/>
              <a:gd name="connsiteY161" fmla="*/ 206552 h 666748"/>
              <a:gd name="connsiteX162" fmla="*/ 143034 w 607511"/>
              <a:gd name="connsiteY162" fmla="*/ 211203 h 666748"/>
              <a:gd name="connsiteX163" fmla="*/ 160410 w 607511"/>
              <a:gd name="connsiteY163" fmla="*/ 193826 h 666748"/>
              <a:gd name="connsiteX164" fmla="*/ 160410 w 607511"/>
              <a:gd name="connsiteY164" fmla="*/ 193789 h 666748"/>
              <a:gd name="connsiteX165" fmla="*/ 171683 w 607511"/>
              <a:gd name="connsiteY165" fmla="*/ 193789 h 666748"/>
              <a:gd name="connsiteX166" fmla="*/ 171683 w 607511"/>
              <a:gd name="connsiteY166" fmla="*/ 205063 h 666748"/>
              <a:gd name="connsiteX167" fmla="*/ 148652 w 607511"/>
              <a:gd name="connsiteY167" fmla="*/ 228094 h 666748"/>
              <a:gd name="connsiteX168" fmla="*/ 142997 w 607511"/>
              <a:gd name="connsiteY168" fmla="*/ 230438 h 666748"/>
              <a:gd name="connsiteX169" fmla="*/ 137378 w 607511"/>
              <a:gd name="connsiteY169" fmla="*/ 228094 h 666748"/>
              <a:gd name="connsiteX170" fmla="*/ 194007 w 607511"/>
              <a:gd name="connsiteY170" fmla="*/ 288928 h 666748"/>
              <a:gd name="connsiteX171" fmla="*/ 186045 w 607511"/>
              <a:gd name="connsiteY171" fmla="*/ 280965 h 666748"/>
              <a:gd name="connsiteX172" fmla="*/ 112747 w 607511"/>
              <a:gd name="connsiteY172" fmla="*/ 280965 h 666748"/>
              <a:gd name="connsiteX173" fmla="*/ 104785 w 607511"/>
              <a:gd name="connsiteY173" fmla="*/ 288928 h 666748"/>
              <a:gd name="connsiteX174" fmla="*/ 104785 w 607511"/>
              <a:gd name="connsiteY174" fmla="*/ 362225 h 666748"/>
              <a:gd name="connsiteX175" fmla="*/ 112747 w 607511"/>
              <a:gd name="connsiteY175" fmla="*/ 370187 h 666748"/>
              <a:gd name="connsiteX176" fmla="*/ 186045 w 607511"/>
              <a:gd name="connsiteY176" fmla="*/ 370187 h 666748"/>
              <a:gd name="connsiteX177" fmla="*/ 194007 w 607511"/>
              <a:gd name="connsiteY177" fmla="*/ 362225 h 666748"/>
              <a:gd name="connsiteX178" fmla="*/ 178082 w 607511"/>
              <a:gd name="connsiteY178" fmla="*/ 354263 h 666748"/>
              <a:gd name="connsiteX179" fmla="*/ 120709 w 607511"/>
              <a:gd name="connsiteY179" fmla="*/ 354263 h 666748"/>
              <a:gd name="connsiteX180" fmla="*/ 120709 w 607511"/>
              <a:gd name="connsiteY180" fmla="*/ 296890 h 666748"/>
              <a:gd name="connsiteX181" fmla="*/ 178082 w 607511"/>
              <a:gd name="connsiteY181" fmla="*/ 296890 h 666748"/>
              <a:gd name="connsiteX182" fmla="*/ 127108 w 607511"/>
              <a:gd name="connsiteY182" fmla="*/ 332460 h 666748"/>
              <a:gd name="connsiteX183" fmla="*/ 127108 w 607511"/>
              <a:gd name="connsiteY183" fmla="*/ 321186 h 666748"/>
              <a:gd name="connsiteX184" fmla="*/ 138382 w 607511"/>
              <a:gd name="connsiteY184" fmla="*/ 321186 h 666748"/>
              <a:gd name="connsiteX185" fmla="*/ 143033 w 607511"/>
              <a:gd name="connsiteY185" fmla="*/ 325837 h 666748"/>
              <a:gd name="connsiteX186" fmla="*/ 160409 w 607511"/>
              <a:gd name="connsiteY186" fmla="*/ 308461 h 666748"/>
              <a:gd name="connsiteX187" fmla="*/ 160409 w 607511"/>
              <a:gd name="connsiteY187" fmla="*/ 308423 h 666748"/>
              <a:gd name="connsiteX188" fmla="*/ 171682 w 607511"/>
              <a:gd name="connsiteY188" fmla="*/ 308423 h 666748"/>
              <a:gd name="connsiteX189" fmla="*/ 171682 w 607511"/>
              <a:gd name="connsiteY189" fmla="*/ 319697 h 666748"/>
              <a:gd name="connsiteX190" fmla="*/ 148651 w 607511"/>
              <a:gd name="connsiteY190" fmla="*/ 342729 h 666748"/>
              <a:gd name="connsiteX191" fmla="*/ 142996 w 607511"/>
              <a:gd name="connsiteY191" fmla="*/ 345073 h 666748"/>
              <a:gd name="connsiteX192" fmla="*/ 137377 w 607511"/>
              <a:gd name="connsiteY192" fmla="*/ 342729 h 666748"/>
              <a:gd name="connsiteX193" fmla="*/ 186044 w 607511"/>
              <a:gd name="connsiteY193" fmla="*/ 395600 h 666748"/>
              <a:gd name="connsiteX194" fmla="*/ 112746 w 607511"/>
              <a:gd name="connsiteY194" fmla="*/ 395600 h 666748"/>
              <a:gd name="connsiteX195" fmla="*/ 104785 w 607511"/>
              <a:gd name="connsiteY195" fmla="*/ 403562 h 666748"/>
              <a:gd name="connsiteX196" fmla="*/ 104785 w 607511"/>
              <a:gd name="connsiteY196" fmla="*/ 476860 h 666748"/>
              <a:gd name="connsiteX197" fmla="*/ 112746 w 607511"/>
              <a:gd name="connsiteY197" fmla="*/ 484859 h 666748"/>
              <a:gd name="connsiteX198" fmla="*/ 186044 w 607511"/>
              <a:gd name="connsiteY198" fmla="*/ 484859 h 666748"/>
              <a:gd name="connsiteX199" fmla="*/ 194007 w 607511"/>
              <a:gd name="connsiteY199" fmla="*/ 476860 h 666748"/>
              <a:gd name="connsiteX200" fmla="*/ 194007 w 607511"/>
              <a:gd name="connsiteY200" fmla="*/ 403562 h 666748"/>
              <a:gd name="connsiteX201" fmla="*/ 186044 w 607511"/>
              <a:gd name="connsiteY201" fmla="*/ 395600 h 666748"/>
              <a:gd name="connsiteX202" fmla="*/ 178082 w 607511"/>
              <a:gd name="connsiteY202" fmla="*/ 468898 h 666748"/>
              <a:gd name="connsiteX203" fmla="*/ 120709 w 607511"/>
              <a:gd name="connsiteY203" fmla="*/ 468898 h 666748"/>
              <a:gd name="connsiteX204" fmla="*/ 120709 w 607511"/>
              <a:gd name="connsiteY204" fmla="*/ 411525 h 666748"/>
              <a:gd name="connsiteX205" fmla="*/ 178082 w 607511"/>
              <a:gd name="connsiteY205" fmla="*/ 411525 h 666748"/>
              <a:gd name="connsiteX206" fmla="*/ 127108 w 607511"/>
              <a:gd name="connsiteY206" fmla="*/ 447094 h 666748"/>
              <a:gd name="connsiteX207" fmla="*/ 127108 w 607511"/>
              <a:gd name="connsiteY207" fmla="*/ 435820 h 666748"/>
              <a:gd name="connsiteX208" fmla="*/ 138382 w 607511"/>
              <a:gd name="connsiteY208" fmla="*/ 435820 h 666748"/>
              <a:gd name="connsiteX209" fmla="*/ 143033 w 607511"/>
              <a:gd name="connsiteY209" fmla="*/ 440470 h 666748"/>
              <a:gd name="connsiteX210" fmla="*/ 160409 w 607511"/>
              <a:gd name="connsiteY210" fmla="*/ 423096 h 666748"/>
              <a:gd name="connsiteX211" fmla="*/ 160409 w 607511"/>
              <a:gd name="connsiteY211" fmla="*/ 423058 h 666748"/>
              <a:gd name="connsiteX212" fmla="*/ 166026 w 607511"/>
              <a:gd name="connsiteY212" fmla="*/ 420714 h 666748"/>
              <a:gd name="connsiteX213" fmla="*/ 171682 w 607511"/>
              <a:gd name="connsiteY213" fmla="*/ 423058 h 666748"/>
              <a:gd name="connsiteX214" fmla="*/ 174027 w 607511"/>
              <a:gd name="connsiteY214" fmla="*/ 428714 h 666748"/>
              <a:gd name="connsiteX215" fmla="*/ 171682 w 607511"/>
              <a:gd name="connsiteY215" fmla="*/ 434331 h 666748"/>
              <a:gd name="connsiteX216" fmla="*/ 148651 w 607511"/>
              <a:gd name="connsiteY216" fmla="*/ 457363 h 666748"/>
              <a:gd name="connsiteX217" fmla="*/ 142995 w 607511"/>
              <a:gd name="connsiteY217" fmla="*/ 459707 h 666748"/>
              <a:gd name="connsiteX218" fmla="*/ 137377 w 607511"/>
              <a:gd name="connsiteY218" fmla="*/ 457363 h 666748"/>
              <a:gd name="connsiteX219" fmla="*/ 525149 w 607511"/>
              <a:gd name="connsiteY219" fmla="*/ 341871 h 666748"/>
              <a:gd name="connsiteX220" fmla="*/ 482658 w 607511"/>
              <a:gd name="connsiteY220" fmla="*/ 353703 h 666748"/>
              <a:gd name="connsiteX221" fmla="*/ 473022 w 607511"/>
              <a:gd name="connsiteY221" fmla="*/ 350243 h 666748"/>
              <a:gd name="connsiteX222" fmla="*/ 473022 w 607511"/>
              <a:gd name="connsiteY222" fmla="*/ 330337 h 666748"/>
              <a:gd name="connsiteX223" fmla="*/ 473022 w 607511"/>
              <a:gd name="connsiteY223" fmla="*/ 330375 h 666748"/>
              <a:gd name="connsiteX224" fmla="*/ 449842 w 607511"/>
              <a:gd name="connsiteY224" fmla="*/ 307232 h 666748"/>
              <a:gd name="connsiteX225" fmla="*/ 426625 w 607511"/>
              <a:gd name="connsiteY225" fmla="*/ 330375 h 666748"/>
              <a:gd name="connsiteX226" fmla="*/ 426625 w 607511"/>
              <a:gd name="connsiteY226" fmla="*/ 350280 h 666748"/>
              <a:gd name="connsiteX227" fmla="*/ 426625 w 607511"/>
              <a:gd name="connsiteY227" fmla="*/ 350243 h 666748"/>
              <a:gd name="connsiteX228" fmla="*/ 366200 w 607511"/>
              <a:gd name="connsiteY228" fmla="*/ 430573 h 666748"/>
              <a:gd name="connsiteX229" fmla="*/ 366200 w 607511"/>
              <a:gd name="connsiteY229" fmla="*/ 478161 h 666748"/>
              <a:gd name="connsiteX230" fmla="*/ 353661 w 607511"/>
              <a:gd name="connsiteY230" fmla="*/ 508485 h 666748"/>
              <a:gd name="connsiteX231" fmla="*/ 344099 w 607511"/>
              <a:gd name="connsiteY231" fmla="*/ 517600 h 666748"/>
              <a:gd name="connsiteX232" fmla="*/ 331858 w 607511"/>
              <a:gd name="connsiteY232" fmla="*/ 549895 h 666748"/>
              <a:gd name="connsiteX233" fmla="*/ 331858 w 607511"/>
              <a:gd name="connsiteY233" fmla="*/ 554956 h 666748"/>
              <a:gd name="connsiteX234" fmla="*/ 331895 w 607511"/>
              <a:gd name="connsiteY234" fmla="*/ 554956 h 666748"/>
              <a:gd name="connsiteX235" fmla="*/ 348341 w 607511"/>
              <a:gd name="connsiteY235" fmla="*/ 571402 h 666748"/>
              <a:gd name="connsiteX236" fmla="*/ 409844 w 607511"/>
              <a:gd name="connsiteY236" fmla="*/ 571402 h 666748"/>
              <a:gd name="connsiteX237" fmla="*/ 449804 w 607511"/>
              <a:gd name="connsiteY237" fmla="*/ 604181 h 666748"/>
              <a:gd name="connsiteX238" fmla="*/ 489801 w 607511"/>
              <a:gd name="connsiteY238" fmla="*/ 571402 h 666748"/>
              <a:gd name="connsiteX239" fmla="*/ 551304 w 607511"/>
              <a:gd name="connsiteY239" fmla="*/ 571402 h 666748"/>
              <a:gd name="connsiteX240" fmla="*/ 567750 w 607511"/>
              <a:gd name="connsiteY240" fmla="*/ 554956 h 666748"/>
              <a:gd name="connsiteX241" fmla="*/ 567750 w 607511"/>
              <a:gd name="connsiteY241" fmla="*/ 549895 h 666748"/>
              <a:gd name="connsiteX242" fmla="*/ 555547 w 607511"/>
              <a:gd name="connsiteY242" fmla="*/ 517600 h 666748"/>
              <a:gd name="connsiteX243" fmla="*/ 545984 w 607511"/>
              <a:gd name="connsiteY243" fmla="*/ 508485 h 666748"/>
              <a:gd name="connsiteX244" fmla="*/ 542598 w 607511"/>
              <a:gd name="connsiteY244" fmla="*/ 504689 h 666748"/>
              <a:gd name="connsiteX245" fmla="*/ 607041 w 607511"/>
              <a:gd name="connsiteY245" fmla="*/ 415429 h 666748"/>
              <a:gd name="connsiteX246" fmla="*/ 525148 w 607511"/>
              <a:gd name="connsiteY246" fmla="*/ 341871 h 666748"/>
              <a:gd name="connsiteX247" fmla="*/ 442549 w 607511"/>
              <a:gd name="connsiteY247" fmla="*/ 330375 h 666748"/>
              <a:gd name="connsiteX248" fmla="*/ 442586 w 607511"/>
              <a:gd name="connsiteY248" fmla="*/ 330375 h 666748"/>
              <a:gd name="connsiteX249" fmla="*/ 449841 w 607511"/>
              <a:gd name="connsiteY249" fmla="*/ 323157 h 666748"/>
              <a:gd name="connsiteX250" fmla="*/ 457059 w 607511"/>
              <a:gd name="connsiteY250" fmla="*/ 330375 h 666748"/>
              <a:gd name="connsiteX251" fmla="*/ 457059 w 607511"/>
              <a:gd name="connsiteY251" fmla="*/ 347303 h 666748"/>
              <a:gd name="connsiteX252" fmla="*/ 449804 w 607511"/>
              <a:gd name="connsiteY252" fmla="*/ 346968 h 666748"/>
              <a:gd name="connsiteX253" fmla="*/ 442549 w 607511"/>
              <a:gd name="connsiteY253" fmla="*/ 347303 h 666748"/>
              <a:gd name="connsiteX254" fmla="*/ 449841 w 607511"/>
              <a:gd name="connsiteY254" fmla="*/ 588254 h 666748"/>
              <a:gd name="connsiteX255" fmla="*/ 426289 w 607511"/>
              <a:gd name="connsiteY255" fmla="*/ 571400 h 666748"/>
              <a:gd name="connsiteX256" fmla="*/ 473355 w 607511"/>
              <a:gd name="connsiteY256" fmla="*/ 571400 h 666748"/>
              <a:gd name="connsiteX257" fmla="*/ 449840 w 607511"/>
              <a:gd name="connsiteY257" fmla="*/ 588254 h 666748"/>
              <a:gd name="connsiteX258" fmla="*/ 551197 w 607511"/>
              <a:gd name="connsiteY258" fmla="*/ 536202 h 666748"/>
              <a:gd name="connsiteX259" fmla="*/ 551159 w 607511"/>
              <a:gd name="connsiteY259" fmla="*/ 536202 h 666748"/>
              <a:gd name="connsiteX260" fmla="*/ 551829 w 607511"/>
              <a:gd name="connsiteY260" fmla="*/ 549857 h 666748"/>
              <a:gd name="connsiteX261" fmla="*/ 551829 w 607511"/>
              <a:gd name="connsiteY261" fmla="*/ 554954 h 666748"/>
              <a:gd name="connsiteX262" fmla="*/ 551308 w 607511"/>
              <a:gd name="connsiteY262" fmla="*/ 555438 h 666748"/>
              <a:gd name="connsiteX263" fmla="*/ 348340 w 607511"/>
              <a:gd name="connsiteY263" fmla="*/ 555438 h 666748"/>
              <a:gd name="connsiteX264" fmla="*/ 347820 w 607511"/>
              <a:gd name="connsiteY264" fmla="*/ 554954 h 666748"/>
              <a:gd name="connsiteX265" fmla="*/ 347820 w 607511"/>
              <a:gd name="connsiteY265" fmla="*/ 549857 h 666748"/>
              <a:gd name="connsiteX266" fmla="*/ 348489 w 607511"/>
              <a:gd name="connsiteY266" fmla="*/ 536202 h 666748"/>
              <a:gd name="connsiteX267" fmla="*/ 354889 w 607511"/>
              <a:gd name="connsiteY267" fmla="*/ 529319 h 666748"/>
              <a:gd name="connsiteX268" fmla="*/ 364935 w 607511"/>
              <a:gd name="connsiteY268" fmla="*/ 519756 h 666748"/>
              <a:gd name="connsiteX269" fmla="*/ 382162 w 607511"/>
              <a:gd name="connsiteY269" fmla="*/ 478159 h 666748"/>
              <a:gd name="connsiteX270" fmla="*/ 382162 w 607511"/>
              <a:gd name="connsiteY270" fmla="*/ 430571 h 666748"/>
              <a:gd name="connsiteX271" fmla="*/ 449842 w 607511"/>
              <a:gd name="connsiteY271" fmla="*/ 362891 h 666748"/>
              <a:gd name="connsiteX272" fmla="*/ 467701 w 607511"/>
              <a:gd name="connsiteY272" fmla="*/ 365309 h 666748"/>
              <a:gd name="connsiteX273" fmla="*/ 448800 w 607511"/>
              <a:gd name="connsiteY273" fmla="*/ 455053 h 666748"/>
              <a:gd name="connsiteX274" fmla="*/ 524665 w 607511"/>
              <a:gd name="connsiteY274" fmla="*/ 506547 h 666748"/>
              <a:gd name="connsiteX275" fmla="*/ 534711 w 607511"/>
              <a:gd name="connsiteY275" fmla="*/ 519755 h 666748"/>
              <a:gd name="connsiteX276" fmla="*/ 544757 w 607511"/>
              <a:gd name="connsiteY276" fmla="*/ 529318 h 666748"/>
              <a:gd name="connsiteX277" fmla="*/ 551156 w 607511"/>
              <a:gd name="connsiteY277" fmla="*/ 536201 h 666748"/>
              <a:gd name="connsiteX278" fmla="*/ 525189 w 607511"/>
              <a:gd name="connsiteY278" fmla="*/ 490623 h 666748"/>
              <a:gd name="connsiteX279" fmla="*/ 525151 w 607511"/>
              <a:gd name="connsiteY279" fmla="*/ 490623 h 666748"/>
              <a:gd name="connsiteX280" fmla="*/ 463797 w 607511"/>
              <a:gd name="connsiteY280" fmla="*/ 449621 h 666748"/>
              <a:gd name="connsiteX281" fmla="*/ 478196 w 607511"/>
              <a:gd name="connsiteY281" fmla="*/ 377253 h 666748"/>
              <a:gd name="connsiteX282" fmla="*/ 550564 w 607511"/>
              <a:gd name="connsiteY282" fmla="*/ 362854 h 666748"/>
              <a:gd name="connsiteX283" fmla="*/ 591566 w 607511"/>
              <a:gd name="connsiteY283" fmla="*/ 424208 h 666748"/>
              <a:gd name="connsiteX284" fmla="*/ 525151 w 607511"/>
              <a:gd name="connsiteY284" fmla="*/ 490623 h 666748"/>
              <a:gd name="connsiteX285" fmla="*/ 555475 w 607511"/>
              <a:gd name="connsiteY285" fmla="*/ 402107 h 666748"/>
              <a:gd name="connsiteX286" fmla="*/ 555438 w 607511"/>
              <a:gd name="connsiteY286" fmla="*/ 402145 h 666748"/>
              <a:gd name="connsiteX287" fmla="*/ 557782 w 607511"/>
              <a:gd name="connsiteY287" fmla="*/ 407762 h 666748"/>
              <a:gd name="connsiteX288" fmla="*/ 555438 w 607511"/>
              <a:gd name="connsiteY288" fmla="*/ 413381 h 666748"/>
              <a:gd name="connsiteX289" fmla="*/ 522510 w 607511"/>
              <a:gd name="connsiteY289" fmla="*/ 446309 h 666748"/>
              <a:gd name="connsiteX290" fmla="*/ 522547 w 607511"/>
              <a:gd name="connsiteY290" fmla="*/ 446309 h 666748"/>
              <a:gd name="connsiteX291" fmla="*/ 516892 w 607511"/>
              <a:gd name="connsiteY291" fmla="*/ 448652 h 666748"/>
              <a:gd name="connsiteX292" fmla="*/ 511273 w 607511"/>
              <a:gd name="connsiteY292" fmla="*/ 446309 h 666748"/>
              <a:gd name="connsiteX293" fmla="*/ 494865 w 607511"/>
              <a:gd name="connsiteY293" fmla="*/ 429900 h 666748"/>
              <a:gd name="connsiteX294" fmla="*/ 492521 w 607511"/>
              <a:gd name="connsiteY294" fmla="*/ 424282 h 666748"/>
              <a:gd name="connsiteX295" fmla="*/ 494865 w 607511"/>
              <a:gd name="connsiteY295" fmla="*/ 418627 h 666748"/>
              <a:gd name="connsiteX296" fmla="*/ 500521 w 607511"/>
              <a:gd name="connsiteY296" fmla="*/ 416320 h 666748"/>
              <a:gd name="connsiteX297" fmla="*/ 506138 w 607511"/>
              <a:gd name="connsiteY297" fmla="*/ 418664 h 666748"/>
              <a:gd name="connsiteX298" fmla="*/ 516891 w 607511"/>
              <a:gd name="connsiteY298" fmla="*/ 429417 h 666748"/>
              <a:gd name="connsiteX299" fmla="*/ 544164 w 607511"/>
              <a:gd name="connsiteY299" fmla="*/ 402144 h 666748"/>
              <a:gd name="connsiteX300" fmla="*/ 549820 w 607511"/>
              <a:gd name="connsiteY300" fmla="*/ 399799 h 666748"/>
              <a:gd name="connsiteX301" fmla="*/ 555438 w 607511"/>
              <a:gd name="connsiteY301" fmla="*/ 402144 h 666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Lst>
            <a:rect l="l" t="t" r="r" b="b"/>
            <a:pathLst>
              <a:path w="607511" h="666748">
                <a:moveTo>
                  <a:pt x="465061" y="611096"/>
                </a:moveTo>
                <a:cubicBezTo>
                  <a:pt x="460634" y="611096"/>
                  <a:pt x="457062" y="614631"/>
                  <a:pt x="457062" y="619058"/>
                </a:cubicBezTo>
                <a:lnTo>
                  <a:pt x="457062" y="642536"/>
                </a:lnTo>
                <a:cubicBezTo>
                  <a:pt x="457062" y="647112"/>
                  <a:pt x="453340" y="650796"/>
                  <a:pt x="448765" y="650833"/>
                </a:cubicBezTo>
                <a:lnTo>
                  <a:pt x="24274" y="650833"/>
                </a:lnTo>
                <a:cubicBezTo>
                  <a:pt x="19697" y="650796"/>
                  <a:pt x="15976" y="647112"/>
                  <a:pt x="15976" y="642536"/>
                </a:cubicBezTo>
                <a:lnTo>
                  <a:pt x="15976" y="86257"/>
                </a:lnTo>
                <a:cubicBezTo>
                  <a:pt x="15976" y="81681"/>
                  <a:pt x="19697" y="77959"/>
                  <a:pt x="24274" y="77959"/>
                </a:cubicBezTo>
                <a:lnTo>
                  <a:pt x="116807" y="77959"/>
                </a:lnTo>
                <a:lnTo>
                  <a:pt x="116807" y="92471"/>
                </a:lnTo>
                <a:lnTo>
                  <a:pt x="38449" y="92433"/>
                </a:lnTo>
                <a:cubicBezTo>
                  <a:pt x="34020" y="92433"/>
                  <a:pt x="30486" y="96004"/>
                  <a:pt x="30486" y="100395"/>
                </a:cubicBezTo>
                <a:lnTo>
                  <a:pt x="30486" y="535231"/>
                </a:lnTo>
                <a:lnTo>
                  <a:pt x="30449" y="535231"/>
                </a:lnTo>
                <a:cubicBezTo>
                  <a:pt x="30449" y="537351"/>
                  <a:pt x="31305" y="539361"/>
                  <a:pt x="32793" y="540886"/>
                </a:cubicBezTo>
                <a:lnTo>
                  <a:pt x="125921" y="634015"/>
                </a:lnTo>
                <a:lnTo>
                  <a:pt x="125921" y="633977"/>
                </a:lnTo>
                <a:cubicBezTo>
                  <a:pt x="127410" y="635466"/>
                  <a:pt x="129419" y="636321"/>
                  <a:pt x="131540" y="636321"/>
                </a:cubicBezTo>
                <a:lnTo>
                  <a:pt x="434626" y="636321"/>
                </a:lnTo>
                <a:cubicBezTo>
                  <a:pt x="439016" y="636321"/>
                  <a:pt x="442588" y="632750"/>
                  <a:pt x="442588" y="628360"/>
                </a:cubicBezTo>
                <a:lnTo>
                  <a:pt x="442588" y="619057"/>
                </a:lnTo>
                <a:cubicBezTo>
                  <a:pt x="442551" y="614667"/>
                  <a:pt x="439016" y="611095"/>
                  <a:pt x="434626" y="611095"/>
                </a:cubicBezTo>
                <a:cubicBezTo>
                  <a:pt x="430235" y="611095"/>
                  <a:pt x="426663" y="614667"/>
                  <a:pt x="426626" y="619057"/>
                </a:cubicBezTo>
                <a:lnTo>
                  <a:pt x="426626" y="620397"/>
                </a:lnTo>
                <a:lnTo>
                  <a:pt x="139495" y="620397"/>
                </a:lnTo>
                <a:lnTo>
                  <a:pt x="139495" y="535230"/>
                </a:lnTo>
                <a:cubicBezTo>
                  <a:pt x="139495" y="530840"/>
                  <a:pt x="135960" y="527268"/>
                  <a:pt x="131533" y="527268"/>
                </a:cubicBezTo>
                <a:lnTo>
                  <a:pt x="46403" y="527268"/>
                </a:lnTo>
                <a:lnTo>
                  <a:pt x="46403" y="108387"/>
                </a:lnTo>
                <a:lnTo>
                  <a:pt x="116873" y="108387"/>
                </a:lnTo>
                <a:cubicBezTo>
                  <a:pt x="117357" y="117018"/>
                  <a:pt x="124537" y="123791"/>
                  <a:pt x="133169" y="123791"/>
                </a:cubicBezTo>
                <a:lnTo>
                  <a:pt x="339852" y="123791"/>
                </a:lnTo>
                <a:cubicBezTo>
                  <a:pt x="348521" y="123791"/>
                  <a:pt x="355665" y="117019"/>
                  <a:pt x="356186" y="108387"/>
                </a:cubicBezTo>
                <a:lnTo>
                  <a:pt x="426618" y="108387"/>
                </a:lnTo>
                <a:lnTo>
                  <a:pt x="426618" y="290067"/>
                </a:lnTo>
                <a:cubicBezTo>
                  <a:pt x="426655" y="294457"/>
                  <a:pt x="430227" y="297992"/>
                  <a:pt x="434617" y="297992"/>
                </a:cubicBezTo>
                <a:cubicBezTo>
                  <a:pt x="439008" y="297992"/>
                  <a:pt x="442542" y="294457"/>
                  <a:pt x="442580" y="290067"/>
                </a:cubicBezTo>
                <a:lnTo>
                  <a:pt x="442580" y="100386"/>
                </a:lnTo>
                <a:cubicBezTo>
                  <a:pt x="442580" y="95996"/>
                  <a:pt x="439008" y="92424"/>
                  <a:pt x="434617" y="92424"/>
                </a:cubicBezTo>
                <a:lnTo>
                  <a:pt x="356222" y="92424"/>
                </a:lnTo>
                <a:lnTo>
                  <a:pt x="356222" y="77951"/>
                </a:lnTo>
                <a:lnTo>
                  <a:pt x="448755" y="77951"/>
                </a:lnTo>
                <a:cubicBezTo>
                  <a:pt x="453332" y="77951"/>
                  <a:pt x="457052" y="81671"/>
                  <a:pt x="457052" y="86247"/>
                </a:cubicBezTo>
                <a:lnTo>
                  <a:pt x="457052" y="290063"/>
                </a:lnTo>
                <a:cubicBezTo>
                  <a:pt x="457090" y="294454"/>
                  <a:pt x="460661" y="297989"/>
                  <a:pt x="465051" y="297989"/>
                </a:cubicBezTo>
                <a:cubicBezTo>
                  <a:pt x="469442" y="297989"/>
                  <a:pt x="472977" y="294454"/>
                  <a:pt x="473014" y="290063"/>
                </a:cubicBezTo>
                <a:lnTo>
                  <a:pt x="473014" y="86247"/>
                </a:lnTo>
                <a:cubicBezTo>
                  <a:pt x="472977" y="72853"/>
                  <a:pt x="462150" y="62025"/>
                  <a:pt x="448755" y="61988"/>
                </a:cubicBezTo>
                <a:lnTo>
                  <a:pt x="356222" y="61988"/>
                </a:lnTo>
                <a:lnTo>
                  <a:pt x="356222" y="49672"/>
                </a:lnTo>
                <a:cubicBezTo>
                  <a:pt x="356222" y="40631"/>
                  <a:pt x="348892" y="33300"/>
                  <a:pt x="339850" y="33300"/>
                </a:cubicBezTo>
                <a:lnTo>
                  <a:pt x="290997" y="33300"/>
                </a:lnTo>
                <a:cubicBezTo>
                  <a:pt x="280505" y="12874"/>
                  <a:pt x="259483" y="0"/>
                  <a:pt x="236526" y="0"/>
                </a:cubicBezTo>
                <a:cubicBezTo>
                  <a:pt x="213531" y="0"/>
                  <a:pt x="192510" y="12874"/>
                  <a:pt x="182017" y="33300"/>
                </a:cubicBezTo>
                <a:lnTo>
                  <a:pt x="133164" y="33300"/>
                </a:lnTo>
                <a:cubicBezTo>
                  <a:pt x="124123" y="33300"/>
                  <a:pt x="116793" y="40631"/>
                  <a:pt x="116793" y="49672"/>
                </a:cubicBezTo>
                <a:lnTo>
                  <a:pt x="116793" y="61988"/>
                </a:lnTo>
                <a:lnTo>
                  <a:pt x="24259" y="61988"/>
                </a:lnTo>
                <a:cubicBezTo>
                  <a:pt x="10865" y="62026"/>
                  <a:pt x="37" y="72852"/>
                  <a:pt x="0" y="86247"/>
                </a:cubicBezTo>
                <a:lnTo>
                  <a:pt x="0" y="642526"/>
                </a:lnTo>
                <a:cubicBezTo>
                  <a:pt x="37" y="655883"/>
                  <a:pt x="10864" y="666748"/>
                  <a:pt x="24259" y="666748"/>
                </a:cubicBezTo>
                <a:lnTo>
                  <a:pt x="448750" y="666748"/>
                </a:lnTo>
                <a:cubicBezTo>
                  <a:pt x="462144" y="666748"/>
                  <a:pt x="472972" y="655884"/>
                  <a:pt x="473010" y="642526"/>
                </a:cubicBezTo>
                <a:lnTo>
                  <a:pt x="473010" y="619050"/>
                </a:lnTo>
                <a:cubicBezTo>
                  <a:pt x="473010" y="614622"/>
                  <a:pt x="469438" y="611087"/>
                  <a:pt x="465047" y="611087"/>
                </a:cubicBezTo>
                <a:close/>
                <a:moveTo>
                  <a:pt x="123571" y="609125"/>
                </a:moveTo>
                <a:lnTo>
                  <a:pt x="57677" y="543194"/>
                </a:lnTo>
                <a:lnTo>
                  <a:pt x="123571" y="543194"/>
                </a:lnTo>
                <a:close/>
                <a:moveTo>
                  <a:pt x="132723" y="49683"/>
                </a:moveTo>
                <a:lnTo>
                  <a:pt x="132760" y="49683"/>
                </a:lnTo>
                <a:cubicBezTo>
                  <a:pt x="132760" y="49460"/>
                  <a:pt x="132947" y="49237"/>
                  <a:pt x="133170" y="49237"/>
                </a:cubicBezTo>
                <a:lnTo>
                  <a:pt x="187158" y="49237"/>
                </a:lnTo>
                <a:cubicBezTo>
                  <a:pt x="190395" y="49237"/>
                  <a:pt x="193297" y="47265"/>
                  <a:pt x="194525" y="44288"/>
                </a:cubicBezTo>
                <a:cubicBezTo>
                  <a:pt x="201445" y="27173"/>
                  <a:pt x="218041" y="15936"/>
                  <a:pt x="236532" y="15936"/>
                </a:cubicBezTo>
                <a:cubicBezTo>
                  <a:pt x="254987" y="15936"/>
                  <a:pt x="271582" y="27173"/>
                  <a:pt x="278501" y="44288"/>
                </a:cubicBezTo>
                <a:cubicBezTo>
                  <a:pt x="279729" y="47265"/>
                  <a:pt x="282631" y="49237"/>
                  <a:pt x="285868" y="49237"/>
                </a:cubicBezTo>
                <a:lnTo>
                  <a:pt x="339856" y="49237"/>
                </a:lnTo>
                <a:cubicBezTo>
                  <a:pt x="340079" y="49237"/>
                  <a:pt x="340265" y="49460"/>
                  <a:pt x="340303" y="49683"/>
                </a:cubicBezTo>
                <a:lnTo>
                  <a:pt x="340303" y="107429"/>
                </a:lnTo>
                <a:cubicBezTo>
                  <a:pt x="340265" y="107652"/>
                  <a:pt x="340079" y="107837"/>
                  <a:pt x="339856" y="107874"/>
                </a:cubicBezTo>
                <a:lnTo>
                  <a:pt x="133173" y="107874"/>
                </a:lnTo>
                <a:cubicBezTo>
                  <a:pt x="132950" y="107837"/>
                  <a:pt x="132763" y="107652"/>
                  <a:pt x="132763" y="107429"/>
                </a:cubicBezTo>
                <a:close/>
                <a:moveTo>
                  <a:pt x="236498" y="77961"/>
                </a:moveTo>
                <a:lnTo>
                  <a:pt x="236535" y="77961"/>
                </a:lnTo>
                <a:cubicBezTo>
                  <a:pt x="245168" y="77961"/>
                  <a:pt x="252981" y="72752"/>
                  <a:pt x="256255" y="64753"/>
                </a:cubicBezTo>
                <a:cubicBezTo>
                  <a:pt x="259567" y="56753"/>
                  <a:pt x="257744" y="47563"/>
                  <a:pt x="251642" y="41461"/>
                </a:cubicBezTo>
                <a:cubicBezTo>
                  <a:pt x="245539" y="35322"/>
                  <a:pt x="236312" y="33498"/>
                  <a:pt x="228350" y="36810"/>
                </a:cubicBezTo>
                <a:cubicBezTo>
                  <a:pt x="220350" y="40121"/>
                  <a:pt x="215142" y="47936"/>
                  <a:pt x="215142" y="56567"/>
                </a:cubicBezTo>
                <a:cubicBezTo>
                  <a:pt x="215142" y="68362"/>
                  <a:pt x="224704" y="77924"/>
                  <a:pt x="236536" y="77961"/>
                </a:cubicBezTo>
                <a:close/>
                <a:moveTo>
                  <a:pt x="236498" y="51135"/>
                </a:moveTo>
                <a:lnTo>
                  <a:pt x="236535" y="51135"/>
                </a:lnTo>
                <a:cubicBezTo>
                  <a:pt x="238731" y="51135"/>
                  <a:pt x="240702" y="52437"/>
                  <a:pt x="241559" y="54483"/>
                </a:cubicBezTo>
                <a:cubicBezTo>
                  <a:pt x="242377" y="56530"/>
                  <a:pt x="241930" y="58874"/>
                  <a:pt x="240368" y="60399"/>
                </a:cubicBezTo>
                <a:cubicBezTo>
                  <a:pt x="238805" y="61962"/>
                  <a:pt x="236461" y="62446"/>
                  <a:pt x="234452" y="61590"/>
                </a:cubicBezTo>
                <a:cubicBezTo>
                  <a:pt x="232406" y="60734"/>
                  <a:pt x="231066" y="58762"/>
                  <a:pt x="231066" y="56567"/>
                </a:cubicBezTo>
                <a:cubicBezTo>
                  <a:pt x="231066" y="53553"/>
                  <a:pt x="233522" y="51135"/>
                  <a:pt x="236535" y="51135"/>
                </a:cubicBezTo>
                <a:close/>
                <a:moveTo>
                  <a:pt x="194008" y="174293"/>
                </a:moveTo>
                <a:cubicBezTo>
                  <a:pt x="194008" y="169902"/>
                  <a:pt x="190436" y="166330"/>
                  <a:pt x="186046" y="166330"/>
                </a:cubicBezTo>
                <a:lnTo>
                  <a:pt x="112748" y="166330"/>
                </a:lnTo>
                <a:cubicBezTo>
                  <a:pt x="108321" y="166330"/>
                  <a:pt x="104786" y="169902"/>
                  <a:pt x="104786" y="174293"/>
                </a:cubicBezTo>
                <a:lnTo>
                  <a:pt x="104786" y="247591"/>
                </a:lnTo>
                <a:cubicBezTo>
                  <a:pt x="104786" y="251981"/>
                  <a:pt x="108320" y="255553"/>
                  <a:pt x="112748" y="255553"/>
                </a:cubicBezTo>
                <a:lnTo>
                  <a:pt x="186046" y="255553"/>
                </a:lnTo>
                <a:cubicBezTo>
                  <a:pt x="190436" y="255553"/>
                  <a:pt x="194008" y="251981"/>
                  <a:pt x="194008" y="247591"/>
                </a:cubicBezTo>
                <a:close/>
                <a:moveTo>
                  <a:pt x="178083" y="239629"/>
                </a:moveTo>
                <a:lnTo>
                  <a:pt x="120710" y="239629"/>
                </a:lnTo>
                <a:lnTo>
                  <a:pt x="120710" y="182256"/>
                </a:lnTo>
                <a:lnTo>
                  <a:pt x="178083" y="182256"/>
                </a:lnTo>
                <a:close/>
                <a:moveTo>
                  <a:pt x="213653" y="314415"/>
                </a:moveTo>
                <a:lnTo>
                  <a:pt x="213616" y="314415"/>
                </a:lnTo>
                <a:cubicBezTo>
                  <a:pt x="213616" y="309987"/>
                  <a:pt x="217188" y="306453"/>
                  <a:pt x="221579" y="306453"/>
                </a:cubicBezTo>
                <a:lnTo>
                  <a:pt x="303286" y="306453"/>
                </a:lnTo>
                <a:cubicBezTo>
                  <a:pt x="305406" y="306415"/>
                  <a:pt x="307453" y="307272"/>
                  <a:pt x="308941" y="308760"/>
                </a:cubicBezTo>
                <a:cubicBezTo>
                  <a:pt x="310466" y="310248"/>
                  <a:pt x="311285" y="312294"/>
                  <a:pt x="311285" y="314415"/>
                </a:cubicBezTo>
                <a:cubicBezTo>
                  <a:pt x="311285" y="316536"/>
                  <a:pt x="310466" y="318546"/>
                  <a:pt x="308941" y="320033"/>
                </a:cubicBezTo>
                <a:cubicBezTo>
                  <a:pt x="307453" y="321559"/>
                  <a:pt x="305406" y="322377"/>
                  <a:pt x="303286" y="322377"/>
                </a:cubicBezTo>
                <a:lnTo>
                  <a:pt x="221579" y="322377"/>
                </a:lnTo>
                <a:cubicBezTo>
                  <a:pt x="217188" y="322377"/>
                  <a:pt x="213616" y="318806"/>
                  <a:pt x="213616" y="314415"/>
                </a:cubicBezTo>
                <a:close/>
                <a:moveTo>
                  <a:pt x="368282" y="228505"/>
                </a:moveTo>
                <a:cubicBezTo>
                  <a:pt x="368282" y="232895"/>
                  <a:pt x="364710" y="236467"/>
                  <a:pt x="360283" y="236467"/>
                </a:cubicBezTo>
                <a:lnTo>
                  <a:pt x="221580" y="236467"/>
                </a:lnTo>
                <a:cubicBezTo>
                  <a:pt x="219497" y="236467"/>
                  <a:pt x="217450" y="235648"/>
                  <a:pt x="215962" y="234123"/>
                </a:cubicBezTo>
                <a:cubicBezTo>
                  <a:pt x="214436" y="232635"/>
                  <a:pt x="213618" y="230625"/>
                  <a:pt x="213618" y="228505"/>
                </a:cubicBezTo>
                <a:cubicBezTo>
                  <a:pt x="213618" y="226384"/>
                  <a:pt x="214436" y="224338"/>
                  <a:pt x="215962" y="222849"/>
                </a:cubicBezTo>
                <a:cubicBezTo>
                  <a:pt x="217450" y="221361"/>
                  <a:pt x="219497" y="220505"/>
                  <a:pt x="221580" y="220505"/>
                </a:cubicBezTo>
                <a:lnTo>
                  <a:pt x="360283" y="220505"/>
                </a:lnTo>
                <a:cubicBezTo>
                  <a:pt x="364710" y="220505"/>
                  <a:pt x="368282" y="224077"/>
                  <a:pt x="368282" y="228505"/>
                </a:cubicBezTo>
                <a:close/>
                <a:moveTo>
                  <a:pt x="213615" y="199781"/>
                </a:moveTo>
                <a:cubicBezTo>
                  <a:pt x="213615" y="195353"/>
                  <a:pt x="217187" y="191781"/>
                  <a:pt x="221578" y="191781"/>
                </a:cubicBezTo>
                <a:lnTo>
                  <a:pt x="303285" y="191781"/>
                </a:lnTo>
                <a:cubicBezTo>
                  <a:pt x="305405" y="191781"/>
                  <a:pt x="307452" y="192637"/>
                  <a:pt x="308940" y="194125"/>
                </a:cubicBezTo>
                <a:cubicBezTo>
                  <a:pt x="310465" y="195614"/>
                  <a:pt x="311284" y="197660"/>
                  <a:pt x="311284" y="199781"/>
                </a:cubicBezTo>
                <a:cubicBezTo>
                  <a:pt x="311284" y="201901"/>
                  <a:pt x="310465" y="203911"/>
                  <a:pt x="308940" y="205399"/>
                </a:cubicBezTo>
                <a:cubicBezTo>
                  <a:pt x="307452" y="206888"/>
                  <a:pt x="305405" y="207743"/>
                  <a:pt x="303285" y="207743"/>
                </a:cubicBezTo>
                <a:lnTo>
                  <a:pt x="221578" y="207743"/>
                </a:lnTo>
                <a:cubicBezTo>
                  <a:pt x="217187" y="207743"/>
                  <a:pt x="213615" y="204171"/>
                  <a:pt x="213615" y="199781"/>
                </a:cubicBezTo>
                <a:close/>
                <a:moveTo>
                  <a:pt x="360281" y="351105"/>
                </a:moveTo>
                <a:lnTo>
                  <a:pt x="221578" y="351105"/>
                </a:lnTo>
                <a:cubicBezTo>
                  <a:pt x="217188" y="351105"/>
                  <a:pt x="213616" y="347533"/>
                  <a:pt x="213616" y="343142"/>
                </a:cubicBezTo>
                <a:cubicBezTo>
                  <a:pt x="213616" y="338715"/>
                  <a:pt x="217188" y="335180"/>
                  <a:pt x="221578" y="335180"/>
                </a:cubicBezTo>
                <a:lnTo>
                  <a:pt x="360281" y="335180"/>
                </a:lnTo>
                <a:cubicBezTo>
                  <a:pt x="364709" y="335180"/>
                  <a:pt x="368281" y="338715"/>
                  <a:pt x="368281" y="343142"/>
                </a:cubicBezTo>
                <a:cubicBezTo>
                  <a:pt x="368281" y="347533"/>
                  <a:pt x="364709" y="351105"/>
                  <a:pt x="360281" y="351105"/>
                </a:cubicBezTo>
                <a:close/>
                <a:moveTo>
                  <a:pt x="213615" y="457775"/>
                </a:moveTo>
                <a:cubicBezTo>
                  <a:pt x="213615" y="453384"/>
                  <a:pt x="217187" y="449812"/>
                  <a:pt x="221578" y="449812"/>
                </a:cubicBezTo>
                <a:lnTo>
                  <a:pt x="322448" y="449812"/>
                </a:lnTo>
                <a:cubicBezTo>
                  <a:pt x="326838" y="449812"/>
                  <a:pt x="330410" y="453384"/>
                  <a:pt x="330410" y="457775"/>
                </a:cubicBezTo>
                <a:cubicBezTo>
                  <a:pt x="330410" y="462165"/>
                  <a:pt x="326838" y="465737"/>
                  <a:pt x="322448" y="465737"/>
                </a:cubicBezTo>
                <a:lnTo>
                  <a:pt x="221578" y="465737"/>
                </a:lnTo>
                <a:cubicBezTo>
                  <a:pt x="217187" y="465737"/>
                  <a:pt x="213615" y="462165"/>
                  <a:pt x="213615" y="457775"/>
                </a:cubicBezTo>
                <a:close/>
                <a:moveTo>
                  <a:pt x="213615" y="429052"/>
                </a:moveTo>
                <a:cubicBezTo>
                  <a:pt x="213615" y="424661"/>
                  <a:pt x="217187" y="421089"/>
                  <a:pt x="221578" y="421089"/>
                </a:cubicBezTo>
                <a:lnTo>
                  <a:pt x="303285" y="421089"/>
                </a:lnTo>
                <a:cubicBezTo>
                  <a:pt x="305405" y="421052"/>
                  <a:pt x="307452" y="421908"/>
                  <a:pt x="308940" y="423396"/>
                </a:cubicBezTo>
                <a:cubicBezTo>
                  <a:pt x="310465" y="424885"/>
                  <a:pt x="311284" y="426931"/>
                  <a:pt x="311284" y="429052"/>
                </a:cubicBezTo>
                <a:cubicBezTo>
                  <a:pt x="311284" y="431172"/>
                  <a:pt x="310465" y="433182"/>
                  <a:pt x="308940" y="434707"/>
                </a:cubicBezTo>
                <a:cubicBezTo>
                  <a:pt x="307452" y="436195"/>
                  <a:pt x="305405" y="437014"/>
                  <a:pt x="303285" y="437014"/>
                </a:cubicBezTo>
                <a:lnTo>
                  <a:pt x="221578" y="437014"/>
                </a:lnTo>
                <a:cubicBezTo>
                  <a:pt x="217187" y="437014"/>
                  <a:pt x="213615" y="433442"/>
                  <a:pt x="213615" y="429052"/>
                </a:cubicBezTo>
                <a:close/>
                <a:moveTo>
                  <a:pt x="127109" y="217825"/>
                </a:moveTo>
                <a:cubicBezTo>
                  <a:pt x="123984" y="214699"/>
                  <a:pt x="123984" y="209677"/>
                  <a:pt x="127109" y="206552"/>
                </a:cubicBezTo>
                <a:cubicBezTo>
                  <a:pt x="130235" y="203464"/>
                  <a:pt x="135258" y="203425"/>
                  <a:pt x="138383" y="206552"/>
                </a:cubicBezTo>
                <a:lnTo>
                  <a:pt x="143034" y="211203"/>
                </a:lnTo>
                <a:lnTo>
                  <a:pt x="160410" y="193826"/>
                </a:lnTo>
                <a:lnTo>
                  <a:pt x="160410" y="193789"/>
                </a:lnTo>
                <a:cubicBezTo>
                  <a:pt x="163535" y="190701"/>
                  <a:pt x="168558" y="190701"/>
                  <a:pt x="171683" y="193789"/>
                </a:cubicBezTo>
                <a:cubicBezTo>
                  <a:pt x="174771" y="196915"/>
                  <a:pt x="174771" y="201938"/>
                  <a:pt x="171683" y="205063"/>
                </a:cubicBezTo>
                <a:lnTo>
                  <a:pt x="148652" y="228094"/>
                </a:lnTo>
                <a:cubicBezTo>
                  <a:pt x="147164" y="229583"/>
                  <a:pt x="145117" y="230438"/>
                  <a:pt x="142997" y="230438"/>
                </a:cubicBezTo>
                <a:cubicBezTo>
                  <a:pt x="140913" y="230438"/>
                  <a:pt x="138867" y="229583"/>
                  <a:pt x="137378" y="228094"/>
                </a:cubicBezTo>
                <a:close/>
                <a:moveTo>
                  <a:pt x="194007" y="288928"/>
                </a:moveTo>
                <a:cubicBezTo>
                  <a:pt x="194007" y="284537"/>
                  <a:pt x="190435" y="280965"/>
                  <a:pt x="186045" y="280965"/>
                </a:cubicBezTo>
                <a:lnTo>
                  <a:pt x="112747" y="280965"/>
                </a:lnTo>
                <a:cubicBezTo>
                  <a:pt x="108320" y="280965"/>
                  <a:pt x="104785" y="284537"/>
                  <a:pt x="104785" y="288928"/>
                </a:cubicBezTo>
                <a:lnTo>
                  <a:pt x="104785" y="362225"/>
                </a:lnTo>
                <a:cubicBezTo>
                  <a:pt x="104785" y="366652"/>
                  <a:pt x="108320" y="370187"/>
                  <a:pt x="112747" y="370187"/>
                </a:cubicBezTo>
                <a:lnTo>
                  <a:pt x="186045" y="370187"/>
                </a:lnTo>
                <a:cubicBezTo>
                  <a:pt x="190435" y="370187"/>
                  <a:pt x="194007" y="366652"/>
                  <a:pt x="194007" y="362225"/>
                </a:cubicBezTo>
                <a:close/>
                <a:moveTo>
                  <a:pt x="178082" y="354263"/>
                </a:moveTo>
                <a:lnTo>
                  <a:pt x="120709" y="354263"/>
                </a:lnTo>
                <a:lnTo>
                  <a:pt x="120709" y="296890"/>
                </a:lnTo>
                <a:lnTo>
                  <a:pt x="178082" y="296890"/>
                </a:lnTo>
                <a:close/>
                <a:moveTo>
                  <a:pt x="127108" y="332460"/>
                </a:moveTo>
                <a:cubicBezTo>
                  <a:pt x="123983" y="329334"/>
                  <a:pt x="123983" y="324311"/>
                  <a:pt x="127108" y="321186"/>
                </a:cubicBezTo>
                <a:cubicBezTo>
                  <a:pt x="130197" y="318060"/>
                  <a:pt x="135257" y="318060"/>
                  <a:pt x="138382" y="321186"/>
                </a:cubicBezTo>
                <a:lnTo>
                  <a:pt x="143033" y="325837"/>
                </a:lnTo>
                <a:lnTo>
                  <a:pt x="160409" y="308461"/>
                </a:lnTo>
                <a:lnTo>
                  <a:pt x="160409" y="308423"/>
                </a:lnTo>
                <a:cubicBezTo>
                  <a:pt x="163497" y="305335"/>
                  <a:pt x="168557" y="305335"/>
                  <a:pt x="171682" y="308423"/>
                </a:cubicBezTo>
                <a:cubicBezTo>
                  <a:pt x="174770" y="311549"/>
                  <a:pt x="174770" y="316609"/>
                  <a:pt x="171682" y="319697"/>
                </a:cubicBezTo>
                <a:lnTo>
                  <a:pt x="148651" y="342729"/>
                </a:lnTo>
                <a:cubicBezTo>
                  <a:pt x="147163" y="344217"/>
                  <a:pt x="145116" y="345073"/>
                  <a:pt x="142996" y="345073"/>
                </a:cubicBezTo>
                <a:cubicBezTo>
                  <a:pt x="140912" y="345073"/>
                  <a:pt x="138866" y="344217"/>
                  <a:pt x="137377" y="342729"/>
                </a:cubicBezTo>
                <a:close/>
                <a:moveTo>
                  <a:pt x="186044" y="395600"/>
                </a:moveTo>
                <a:lnTo>
                  <a:pt x="112746" y="395600"/>
                </a:lnTo>
                <a:cubicBezTo>
                  <a:pt x="108319" y="395600"/>
                  <a:pt x="104785" y="399172"/>
                  <a:pt x="104785" y="403562"/>
                </a:cubicBezTo>
                <a:lnTo>
                  <a:pt x="104785" y="476860"/>
                </a:lnTo>
                <a:cubicBezTo>
                  <a:pt x="104785" y="481287"/>
                  <a:pt x="108319" y="484859"/>
                  <a:pt x="112746" y="484859"/>
                </a:cubicBezTo>
                <a:lnTo>
                  <a:pt x="186044" y="484859"/>
                </a:lnTo>
                <a:cubicBezTo>
                  <a:pt x="190435" y="484859"/>
                  <a:pt x="194007" y="481287"/>
                  <a:pt x="194007" y="476860"/>
                </a:cubicBezTo>
                <a:lnTo>
                  <a:pt x="194007" y="403562"/>
                </a:lnTo>
                <a:cubicBezTo>
                  <a:pt x="194007" y="399172"/>
                  <a:pt x="190435" y="395600"/>
                  <a:pt x="186044" y="395600"/>
                </a:cubicBezTo>
                <a:close/>
                <a:moveTo>
                  <a:pt x="178082" y="468898"/>
                </a:moveTo>
                <a:lnTo>
                  <a:pt x="120709" y="468898"/>
                </a:lnTo>
                <a:lnTo>
                  <a:pt x="120709" y="411525"/>
                </a:lnTo>
                <a:lnTo>
                  <a:pt x="178082" y="411525"/>
                </a:lnTo>
                <a:close/>
                <a:moveTo>
                  <a:pt x="127108" y="447094"/>
                </a:moveTo>
                <a:cubicBezTo>
                  <a:pt x="123983" y="443968"/>
                  <a:pt x="123983" y="438945"/>
                  <a:pt x="127108" y="435820"/>
                </a:cubicBezTo>
                <a:cubicBezTo>
                  <a:pt x="130233" y="432731"/>
                  <a:pt x="135257" y="432731"/>
                  <a:pt x="138382" y="435820"/>
                </a:cubicBezTo>
                <a:lnTo>
                  <a:pt x="143033" y="440470"/>
                </a:lnTo>
                <a:lnTo>
                  <a:pt x="160409" y="423096"/>
                </a:lnTo>
                <a:lnTo>
                  <a:pt x="160409" y="423058"/>
                </a:lnTo>
                <a:cubicBezTo>
                  <a:pt x="161896" y="421570"/>
                  <a:pt x="163943" y="420714"/>
                  <a:pt x="166026" y="420714"/>
                </a:cubicBezTo>
                <a:cubicBezTo>
                  <a:pt x="168148" y="420714"/>
                  <a:pt x="170194" y="421570"/>
                  <a:pt x="171682" y="423058"/>
                </a:cubicBezTo>
                <a:cubicBezTo>
                  <a:pt x="173170" y="424546"/>
                  <a:pt x="174027" y="426592"/>
                  <a:pt x="174027" y="428714"/>
                </a:cubicBezTo>
                <a:cubicBezTo>
                  <a:pt x="174027" y="430835"/>
                  <a:pt x="173170" y="432844"/>
                  <a:pt x="171682" y="434331"/>
                </a:cubicBezTo>
                <a:lnTo>
                  <a:pt x="148651" y="457363"/>
                </a:lnTo>
                <a:cubicBezTo>
                  <a:pt x="147162" y="458852"/>
                  <a:pt x="145116" y="459707"/>
                  <a:pt x="142995" y="459707"/>
                </a:cubicBezTo>
                <a:cubicBezTo>
                  <a:pt x="140912" y="459707"/>
                  <a:pt x="138865" y="458852"/>
                  <a:pt x="137377" y="457363"/>
                </a:cubicBezTo>
                <a:close/>
                <a:moveTo>
                  <a:pt x="525149" y="341871"/>
                </a:moveTo>
                <a:cubicBezTo>
                  <a:pt x="510154" y="341871"/>
                  <a:pt x="495457" y="345964"/>
                  <a:pt x="482658" y="353703"/>
                </a:cubicBezTo>
                <a:cubicBezTo>
                  <a:pt x="479496" y="352364"/>
                  <a:pt x="476296" y="351210"/>
                  <a:pt x="473022" y="350243"/>
                </a:cubicBezTo>
                <a:lnTo>
                  <a:pt x="473022" y="330337"/>
                </a:lnTo>
                <a:lnTo>
                  <a:pt x="473022" y="330375"/>
                </a:lnTo>
                <a:cubicBezTo>
                  <a:pt x="472985" y="317575"/>
                  <a:pt x="462604" y="307232"/>
                  <a:pt x="449842" y="307232"/>
                </a:cubicBezTo>
                <a:cubicBezTo>
                  <a:pt x="437042" y="307232"/>
                  <a:pt x="426662" y="317575"/>
                  <a:pt x="426625" y="330375"/>
                </a:cubicBezTo>
                <a:lnTo>
                  <a:pt x="426625" y="350280"/>
                </a:lnTo>
                <a:lnTo>
                  <a:pt x="426625" y="350243"/>
                </a:lnTo>
                <a:cubicBezTo>
                  <a:pt x="390869" y="360623"/>
                  <a:pt x="366275" y="393365"/>
                  <a:pt x="366200" y="430573"/>
                </a:cubicBezTo>
                <a:lnTo>
                  <a:pt x="366200" y="478161"/>
                </a:lnTo>
                <a:cubicBezTo>
                  <a:pt x="366423" y="489583"/>
                  <a:pt x="361884" y="500560"/>
                  <a:pt x="353661" y="508485"/>
                </a:cubicBezTo>
                <a:cubicBezTo>
                  <a:pt x="349717" y="512428"/>
                  <a:pt x="346592" y="515293"/>
                  <a:pt x="344099" y="517600"/>
                </a:cubicBezTo>
                <a:cubicBezTo>
                  <a:pt x="332193" y="528576"/>
                  <a:pt x="331821" y="531032"/>
                  <a:pt x="331858" y="549895"/>
                </a:cubicBezTo>
                <a:lnTo>
                  <a:pt x="331858" y="554956"/>
                </a:lnTo>
                <a:lnTo>
                  <a:pt x="331895" y="554956"/>
                </a:lnTo>
                <a:cubicBezTo>
                  <a:pt x="331895" y="564034"/>
                  <a:pt x="339261" y="571402"/>
                  <a:pt x="348341" y="571402"/>
                </a:cubicBezTo>
                <a:lnTo>
                  <a:pt x="409844" y="571402"/>
                </a:lnTo>
                <a:cubicBezTo>
                  <a:pt x="413638" y="590452"/>
                  <a:pt x="430381" y="604181"/>
                  <a:pt x="449804" y="604181"/>
                </a:cubicBezTo>
                <a:cubicBezTo>
                  <a:pt x="469263" y="604181"/>
                  <a:pt x="486007" y="590452"/>
                  <a:pt x="489801" y="571402"/>
                </a:cubicBezTo>
                <a:lnTo>
                  <a:pt x="551304" y="571402"/>
                </a:lnTo>
                <a:cubicBezTo>
                  <a:pt x="560382" y="571402"/>
                  <a:pt x="567750" y="564034"/>
                  <a:pt x="567750" y="554956"/>
                </a:cubicBezTo>
                <a:lnTo>
                  <a:pt x="567750" y="549895"/>
                </a:lnTo>
                <a:cubicBezTo>
                  <a:pt x="567824" y="530994"/>
                  <a:pt x="567415" y="528576"/>
                  <a:pt x="555547" y="517600"/>
                </a:cubicBezTo>
                <a:cubicBezTo>
                  <a:pt x="553054" y="515293"/>
                  <a:pt x="549929" y="512391"/>
                  <a:pt x="545984" y="508485"/>
                </a:cubicBezTo>
                <a:cubicBezTo>
                  <a:pt x="544794" y="507294"/>
                  <a:pt x="543677" y="506029"/>
                  <a:pt x="542598" y="504689"/>
                </a:cubicBezTo>
                <a:cubicBezTo>
                  <a:pt x="583749" y="495797"/>
                  <a:pt x="611506" y="457287"/>
                  <a:pt x="607041" y="415429"/>
                </a:cubicBezTo>
                <a:cubicBezTo>
                  <a:pt x="602539" y="373609"/>
                  <a:pt x="567229" y="341871"/>
                  <a:pt x="525148" y="341871"/>
                </a:cubicBezTo>
                <a:close/>
                <a:moveTo>
                  <a:pt x="442549" y="330375"/>
                </a:moveTo>
                <a:lnTo>
                  <a:pt x="442586" y="330375"/>
                </a:lnTo>
                <a:cubicBezTo>
                  <a:pt x="442586" y="326356"/>
                  <a:pt x="445822" y="323157"/>
                  <a:pt x="449841" y="323157"/>
                </a:cubicBezTo>
                <a:cubicBezTo>
                  <a:pt x="453822" y="323157"/>
                  <a:pt x="457059" y="326356"/>
                  <a:pt x="457059" y="330375"/>
                </a:cubicBezTo>
                <a:lnTo>
                  <a:pt x="457059" y="347303"/>
                </a:lnTo>
                <a:cubicBezTo>
                  <a:pt x="454678" y="347080"/>
                  <a:pt x="452259" y="346968"/>
                  <a:pt x="449804" y="346968"/>
                </a:cubicBezTo>
                <a:cubicBezTo>
                  <a:pt x="447348" y="346968"/>
                  <a:pt x="444930" y="347080"/>
                  <a:pt x="442549" y="347303"/>
                </a:cubicBezTo>
                <a:close/>
                <a:moveTo>
                  <a:pt x="449841" y="588254"/>
                </a:moveTo>
                <a:cubicBezTo>
                  <a:pt x="439162" y="588254"/>
                  <a:pt x="429712" y="581482"/>
                  <a:pt x="426289" y="571400"/>
                </a:cubicBezTo>
                <a:lnTo>
                  <a:pt x="473355" y="571400"/>
                </a:lnTo>
                <a:cubicBezTo>
                  <a:pt x="469932" y="581483"/>
                  <a:pt x="460481" y="588254"/>
                  <a:pt x="449840" y="588254"/>
                </a:cubicBezTo>
                <a:close/>
                <a:moveTo>
                  <a:pt x="551197" y="536202"/>
                </a:moveTo>
                <a:lnTo>
                  <a:pt x="551159" y="536202"/>
                </a:lnTo>
                <a:cubicBezTo>
                  <a:pt x="551941" y="540704"/>
                  <a:pt x="552164" y="545281"/>
                  <a:pt x="551829" y="549857"/>
                </a:cubicBezTo>
                <a:lnTo>
                  <a:pt x="551829" y="554954"/>
                </a:lnTo>
                <a:cubicBezTo>
                  <a:pt x="551829" y="555215"/>
                  <a:pt x="551606" y="555438"/>
                  <a:pt x="551308" y="555438"/>
                </a:cubicBezTo>
                <a:lnTo>
                  <a:pt x="348340" y="555438"/>
                </a:lnTo>
                <a:cubicBezTo>
                  <a:pt x="348043" y="555438"/>
                  <a:pt x="347820" y="555215"/>
                  <a:pt x="347820" y="554954"/>
                </a:cubicBezTo>
                <a:lnTo>
                  <a:pt x="347820" y="549857"/>
                </a:lnTo>
                <a:cubicBezTo>
                  <a:pt x="347484" y="545281"/>
                  <a:pt x="347707" y="540704"/>
                  <a:pt x="348489" y="536202"/>
                </a:cubicBezTo>
                <a:cubicBezTo>
                  <a:pt x="349010" y="534788"/>
                  <a:pt x="350833" y="533077"/>
                  <a:pt x="354889" y="529319"/>
                </a:cubicBezTo>
                <a:cubicBezTo>
                  <a:pt x="357493" y="526900"/>
                  <a:pt x="360767" y="523886"/>
                  <a:pt x="364935" y="519756"/>
                </a:cubicBezTo>
                <a:cubicBezTo>
                  <a:pt x="376135" y="508855"/>
                  <a:pt x="382385" y="493786"/>
                  <a:pt x="382162" y="478159"/>
                </a:cubicBezTo>
                <a:lnTo>
                  <a:pt x="382162" y="430571"/>
                </a:lnTo>
                <a:cubicBezTo>
                  <a:pt x="382199" y="393215"/>
                  <a:pt x="412449" y="362928"/>
                  <a:pt x="449842" y="362891"/>
                </a:cubicBezTo>
                <a:cubicBezTo>
                  <a:pt x="455869" y="362891"/>
                  <a:pt x="461860" y="363709"/>
                  <a:pt x="467701" y="365309"/>
                </a:cubicBezTo>
                <a:cubicBezTo>
                  <a:pt x="443740" y="388638"/>
                  <a:pt x="436298" y="424097"/>
                  <a:pt x="448800" y="455053"/>
                </a:cubicBezTo>
                <a:cubicBezTo>
                  <a:pt x="461264" y="486046"/>
                  <a:pt x="491253" y="506399"/>
                  <a:pt x="524665" y="506547"/>
                </a:cubicBezTo>
                <a:cubicBezTo>
                  <a:pt x="527380" y="511384"/>
                  <a:pt x="530766" y="515849"/>
                  <a:pt x="534711" y="519755"/>
                </a:cubicBezTo>
                <a:cubicBezTo>
                  <a:pt x="538878" y="523923"/>
                  <a:pt x="542114" y="526936"/>
                  <a:pt x="544757" y="529318"/>
                </a:cubicBezTo>
                <a:cubicBezTo>
                  <a:pt x="548811" y="533076"/>
                  <a:pt x="550635" y="534787"/>
                  <a:pt x="551156" y="536201"/>
                </a:cubicBezTo>
                <a:close/>
                <a:moveTo>
                  <a:pt x="525189" y="490623"/>
                </a:moveTo>
                <a:lnTo>
                  <a:pt x="525151" y="490623"/>
                </a:lnTo>
                <a:cubicBezTo>
                  <a:pt x="498288" y="490623"/>
                  <a:pt x="474066" y="474438"/>
                  <a:pt x="463797" y="449621"/>
                </a:cubicBezTo>
                <a:cubicBezTo>
                  <a:pt x="453528" y="424804"/>
                  <a:pt x="459221" y="396266"/>
                  <a:pt x="478196" y="377253"/>
                </a:cubicBezTo>
                <a:cubicBezTo>
                  <a:pt x="497209" y="358277"/>
                  <a:pt x="525747" y="352585"/>
                  <a:pt x="550564" y="362854"/>
                </a:cubicBezTo>
                <a:cubicBezTo>
                  <a:pt x="575381" y="373160"/>
                  <a:pt x="591566" y="397345"/>
                  <a:pt x="591566" y="424208"/>
                </a:cubicBezTo>
                <a:cubicBezTo>
                  <a:pt x="591529" y="460895"/>
                  <a:pt x="561838" y="490586"/>
                  <a:pt x="525151" y="490623"/>
                </a:cubicBezTo>
                <a:close/>
                <a:moveTo>
                  <a:pt x="555475" y="402107"/>
                </a:moveTo>
                <a:lnTo>
                  <a:pt x="555438" y="402145"/>
                </a:lnTo>
                <a:cubicBezTo>
                  <a:pt x="556964" y="403632"/>
                  <a:pt x="557782" y="405642"/>
                  <a:pt x="557782" y="407762"/>
                </a:cubicBezTo>
                <a:cubicBezTo>
                  <a:pt x="557782" y="409884"/>
                  <a:pt x="556964" y="411892"/>
                  <a:pt x="555438" y="413381"/>
                </a:cubicBezTo>
                <a:lnTo>
                  <a:pt x="522510" y="446309"/>
                </a:lnTo>
                <a:lnTo>
                  <a:pt x="522547" y="446309"/>
                </a:lnTo>
                <a:cubicBezTo>
                  <a:pt x="521059" y="447797"/>
                  <a:pt x="519012" y="448652"/>
                  <a:pt x="516892" y="448652"/>
                </a:cubicBezTo>
                <a:cubicBezTo>
                  <a:pt x="514771" y="448652"/>
                  <a:pt x="512762" y="447797"/>
                  <a:pt x="511273" y="446309"/>
                </a:cubicBezTo>
                <a:lnTo>
                  <a:pt x="494865" y="429900"/>
                </a:lnTo>
                <a:cubicBezTo>
                  <a:pt x="493377" y="428412"/>
                  <a:pt x="492521" y="426403"/>
                  <a:pt x="492521" y="424282"/>
                </a:cubicBezTo>
                <a:cubicBezTo>
                  <a:pt x="492521" y="422161"/>
                  <a:pt x="493377" y="420152"/>
                  <a:pt x="494865" y="418627"/>
                </a:cubicBezTo>
                <a:cubicBezTo>
                  <a:pt x="496353" y="417138"/>
                  <a:pt x="498399" y="416320"/>
                  <a:pt x="500521" y="416320"/>
                </a:cubicBezTo>
                <a:cubicBezTo>
                  <a:pt x="502604" y="416320"/>
                  <a:pt x="504651" y="417138"/>
                  <a:pt x="506138" y="418664"/>
                </a:cubicBezTo>
                <a:lnTo>
                  <a:pt x="516891" y="429417"/>
                </a:lnTo>
                <a:lnTo>
                  <a:pt x="544164" y="402144"/>
                </a:lnTo>
                <a:cubicBezTo>
                  <a:pt x="545690" y="400618"/>
                  <a:pt x="547699" y="399799"/>
                  <a:pt x="549820" y="399799"/>
                </a:cubicBezTo>
                <a:cubicBezTo>
                  <a:pt x="551940" y="399799"/>
                  <a:pt x="553950" y="400618"/>
                  <a:pt x="555438" y="402144"/>
                </a:cubicBezTo>
                <a:close/>
              </a:path>
            </a:pathLst>
          </a:custGeom>
          <a:solidFill>
            <a:schemeClr val="accent2"/>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660278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490338"/>
      </p:ext>
    </p:extLst>
  </p:cSld>
  <p:clrMapOvr>
    <a:masterClrMapping/>
  </p:clrMapOvr>
</p:sld>
</file>

<file path=ppt/theme/theme1.xml><?xml version="1.0" encoding="utf-8"?>
<a:theme xmlns:a="http://schemas.openxmlformats.org/drawingml/2006/main" name="NEW MASTER">
  <a:themeElements>
    <a:clrScheme name="Opus Tech - New">
      <a:dk1>
        <a:srgbClr val="3C3C3C"/>
      </a:dk1>
      <a:lt1>
        <a:sysClr val="window" lastClr="FFFFFF"/>
      </a:lt1>
      <a:dk2>
        <a:srgbClr val="062752"/>
      </a:dk2>
      <a:lt2>
        <a:srgbClr val="F0F3F6"/>
      </a:lt2>
      <a:accent1>
        <a:srgbClr val="16529E"/>
      </a:accent1>
      <a:accent2>
        <a:srgbClr val="F6A81C"/>
      </a:accent2>
      <a:accent3>
        <a:srgbClr val="60B2FF"/>
      </a:accent3>
      <a:accent4>
        <a:srgbClr val="5D687E"/>
      </a:accent4>
      <a:accent5>
        <a:srgbClr val="C2D2DB"/>
      </a:accent5>
      <a:accent6>
        <a:srgbClr val="FFF4D9"/>
      </a:accent6>
      <a:hlink>
        <a:srgbClr val="16529E"/>
      </a:hlink>
      <a:folHlink>
        <a:srgbClr val="5D687E"/>
      </a:folHlink>
    </a:clrScheme>
    <a:fontScheme name="Opus - Docume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01. Opus PPT Template - June 25 2025" id="{EB6570EA-9469-334E-9797-CE407351A196}" vid="{BF6E0733-9A21-8A4C-9616-EA3ACD367639}"/>
    </a:ext>
  </a:extLst>
</a:theme>
</file>

<file path=ppt/theme/theme2.xml><?xml version="1.0" encoding="utf-8"?>
<a:theme xmlns:a="http://schemas.openxmlformats.org/drawingml/2006/main" name="1_NEW MASTER">
  <a:themeElements>
    <a:clrScheme name="Opus Tech - New">
      <a:dk1>
        <a:srgbClr val="3C3C3C"/>
      </a:dk1>
      <a:lt1>
        <a:sysClr val="window" lastClr="FFFFFF"/>
      </a:lt1>
      <a:dk2>
        <a:srgbClr val="062752"/>
      </a:dk2>
      <a:lt2>
        <a:srgbClr val="F0F3F6"/>
      </a:lt2>
      <a:accent1>
        <a:srgbClr val="16529E"/>
      </a:accent1>
      <a:accent2>
        <a:srgbClr val="F6A81C"/>
      </a:accent2>
      <a:accent3>
        <a:srgbClr val="60B2FF"/>
      </a:accent3>
      <a:accent4>
        <a:srgbClr val="5D687E"/>
      </a:accent4>
      <a:accent5>
        <a:srgbClr val="C2D2DB"/>
      </a:accent5>
      <a:accent6>
        <a:srgbClr val="FFF4D9"/>
      </a:accent6>
      <a:hlink>
        <a:srgbClr val="16529E"/>
      </a:hlink>
      <a:folHlink>
        <a:srgbClr val="5D687E"/>
      </a:folHlink>
    </a:clrScheme>
    <a:fontScheme name="Opus - Docume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9550A2D2467A46A68E6D0E3B21CD3C" ma:contentTypeVersion="7" ma:contentTypeDescription="Create a new document." ma:contentTypeScope="" ma:versionID="aa805de32ad7d21e43958cba1aad2b3f">
  <xsd:schema xmlns:xsd="http://www.w3.org/2001/XMLSchema" xmlns:xs="http://www.w3.org/2001/XMLSchema" xmlns:p="http://schemas.microsoft.com/office/2006/metadata/properties" xmlns:ns2="1db1e02c-01d5-4d42-ac2d-0a55a93bed9b" targetNamespace="http://schemas.microsoft.com/office/2006/metadata/properties" ma:root="true" ma:fieldsID="2db74fbb8eae1befeb2b00b48aa7d204" ns2:_="">
    <xsd:import namespace="1db1e02c-01d5-4d42-ac2d-0a55a93bed9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b1e02c-01d5-4d42-ac2d-0a55a93bed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4053E0-C9C0-49DC-9476-B5F6554203B4}">
  <ds:schemaRef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www.w3.org/XML/1998/namespace"/>
    <ds:schemaRef ds:uri="http://purl.org/dc/terms/"/>
    <ds:schemaRef ds:uri="http://schemas.microsoft.com/office/infopath/2007/PartnerControls"/>
    <ds:schemaRef ds:uri="1db1e02c-01d5-4d42-ac2d-0a55a93bed9b"/>
    <ds:schemaRef ds:uri="http://purl.org/dc/dcmitype/"/>
  </ds:schemaRefs>
</ds:datastoreItem>
</file>

<file path=customXml/itemProps2.xml><?xml version="1.0" encoding="utf-8"?>
<ds:datastoreItem xmlns:ds="http://schemas.openxmlformats.org/officeDocument/2006/customXml" ds:itemID="{E70BC758-9498-4F44-8691-552A9DD1FD15}">
  <ds:schemaRefs>
    <ds:schemaRef ds:uri="http://schemas.microsoft.com/sharepoint/v3/contenttype/forms"/>
  </ds:schemaRefs>
</ds:datastoreItem>
</file>

<file path=customXml/itemProps3.xml><?xml version="1.0" encoding="utf-8"?>
<ds:datastoreItem xmlns:ds="http://schemas.openxmlformats.org/officeDocument/2006/customXml" ds:itemID="{792F96AD-76DB-4CC4-AD42-26DC224DB3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b1e02c-01d5-4d42-ac2d-0a55a93bed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Demand Gen_Dec 11_QP</Template>
  <TotalTime>3001</TotalTime>
  <Words>1431</Words>
  <Application>Microsoft Office PowerPoint</Application>
  <PresentationFormat>Widescreen</PresentationFormat>
  <Paragraphs>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Lucida Sans Unicode</vt:lpstr>
      <vt:lpstr>Noto Sans Bold</vt:lpstr>
      <vt:lpstr>Segoe UI</vt:lpstr>
      <vt:lpstr>Wingdings</vt:lpstr>
      <vt:lpstr>NEW MASTER</vt:lpstr>
      <vt:lpstr>1_NEW MASTER</vt:lpstr>
      <vt:lpstr>Merchant Dispute Management</vt:lpstr>
      <vt:lpstr>Contents</vt:lpstr>
      <vt:lpstr>Introduction</vt:lpstr>
      <vt:lpstr>Feature List</vt:lpstr>
      <vt:lpstr>Solution Workflow</vt:lpstr>
      <vt:lpstr>Solution Architecture Blocks</vt:lpstr>
      <vt:lpstr>Agent Map</vt:lpstr>
      <vt:lpstr>Scenarios</vt:lpstr>
      <vt:lpstr>Scenarios</vt:lpstr>
      <vt:lpstr>Business Value and Advantages</vt:lpstr>
      <vt:lpstr>PowerPoint Presentation</vt:lpstr>
    </vt:vector>
  </TitlesOfParts>
  <Manager/>
  <Company>Opus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Workbench Proposal</dc:title>
  <dc:subject/>
  <dc:creator>Opus</dc:creator>
  <cp:keywords/>
  <dc:description/>
  <cp:lastModifiedBy>Manas Singh (IND_PUN)</cp:lastModifiedBy>
  <cp:revision>5</cp:revision>
  <dcterms:created xsi:type="dcterms:W3CDTF">2025-12-02T05:08:34Z</dcterms:created>
  <dcterms:modified xsi:type="dcterms:W3CDTF">2026-04-01T06:14:03Z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0x0101009E9550A2D2467A46A68E6D0E3B21CD3C</vt:lpwstr>
  </property>
</Properties>
</file>